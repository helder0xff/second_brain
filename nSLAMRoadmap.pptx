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lder Rodríguez López" userId="a1682f17-e6d8-43e6-afe7-dc0caf640a41" providerId="ADAL" clId="{FE5B207C-BE89-497E-A5AC-83415F42CB29}"/>
    <pc:docChg chg="undo custSel modSld">
      <pc:chgData name="Hélder Rodríguez López" userId="a1682f17-e6d8-43e6-afe7-dc0caf640a41" providerId="ADAL" clId="{FE5B207C-BE89-497E-A5AC-83415F42CB29}" dt="2026-08-12T05:22:25.305" v="1280"/>
      <pc:docMkLst>
        <pc:docMk/>
      </pc:docMkLst>
      <pc:sldChg chg="addSp delSp modSp mod">
        <pc:chgData name="Hélder Rodríguez López" userId="a1682f17-e6d8-43e6-afe7-dc0caf640a41" providerId="ADAL" clId="{FE5B207C-BE89-497E-A5AC-83415F42CB29}" dt="2026-08-12T05:22:25.305" v="1280"/>
        <pc:sldMkLst>
          <pc:docMk/>
          <pc:sldMk cId="999281135" sldId="257"/>
        </pc:sldMkLst>
        <pc:spChg chg="mod ord">
          <ac:chgData name="Hélder Rodríguez López" userId="a1682f17-e6d8-43e6-afe7-dc0caf640a41" providerId="ADAL" clId="{FE5B207C-BE89-497E-A5AC-83415F42CB29}" dt="2026-08-12T05:22:25.275" v="1056"/>
          <ac:spMkLst>
            <pc:docMk/>
            <pc:sldMk cId="999281135" sldId="257"/>
            <ac:spMk id="2" creationId="{21966843-968F-DADA-C1C7-7CB7D4B0BE9A}"/>
          </ac:spMkLst>
        </pc:spChg>
        <pc:spChg chg="mod ord">
          <ac:chgData name="Hélder Rodríguez López" userId="a1682f17-e6d8-43e6-afe7-dc0caf640a41" providerId="ADAL" clId="{FE5B207C-BE89-497E-A5AC-83415F42CB29}" dt="2026-08-12T05:22:25.275" v="1058"/>
          <ac:spMkLst>
            <pc:docMk/>
            <pc:sldMk cId="999281135" sldId="257"/>
            <ac:spMk id="3" creationId="{2D96E9B2-90EA-B9CD-020E-EF97F7D20F84}"/>
          </ac:spMkLst>
        </pc:spChg>
        <pc:spChg chg="mod">
          <ac:chgData name="Hélder Rodríguez López" userId="a1682f17-e6d8-43e6-afe7-dc0caf640a41" providerId="ADAL" clId="{FE5B207C-BE89-497E-A5AC-83415F42CB29}" dt="2026-08-12T05:22:25.280" v="1095"/>
          <ac:spMkLst>
            <pc:docMk/>
            <pc:sldMk cId="999281135" sldId="257"/>
            <ac:spMk id="4" creationId="{C5C75BFC-1D75-A6FB-FCEA-5854D18213AC}"/>
          </ac:spMkLst>
        </pc:spChg>
        <pc:spChg chg="mod">
          <ac:chgData name="Hélder Rodríguez López" userId="a1682f17-e6d8-43e6-afe7-dc0caf640a41" providerId="ADAL" clId="{FE5B207C-BE89-497E-A5AC-83415F42CB29}" dt="2026-08-12T05:22:25.280" v="1096"/>
          <ac:spMkLst>
            <pc:docMk/>
            <pc:sldMk cId="999281135" sldId="257"/>
            <ac:spMk id="5" creationId="{681F7F54-38F0-100C-7BF5-739F5B7793B5}"/>
          </ac:spMkLst>
        </pc:spChg>
        <pc:spChg chg="mod">
          <ac:chgData name="Hélder Rodríguez López" userId="a1682f17-e6d8-43e6-afe7-dc0caf640a41" providerId="ADAL" clId="{FE5B207C-BE89-497E-A5AC-83415F42CB29}" dt="2026-08-12T05:22:25.280" v="1097"/>
          <ac:spMkLst>
            <pc:docMk/>
            <pc:sldMk cId="999281135" sldId="257"/>
            <ac:spMk id="6" creationId="{0D0B337C-8D59-07C8-2F30-AC8C819B7BDC}"/>
          </ac:spMkLst>
        </pc:spChg>
        <pc:spChg chg="mod ord">
          <ac:chgData name="Hélder Rodríguez López" userId="a1682f17-e6d8-43e6-afe7-dc0caf640a41" providerId="ADAL" clId="{FE5B207C-BE89-497E-A5AC-83415F42CB29}" dt="2026-08-12T05:22:25.280" v="1099"/>
          <ac:spMkLst>
            <pc:docMk/>
            <pc:sldMk cId="999281135" sldId="257"/>
            <ac:spMk id="7" creationId="{D1534B6A-B642-2851-A83D-E5C74997B103}"/>
          </ac:spMkLst>
        </pc:spChg>
        <pc:spChg chg="mod ord">
          <ac:chgData name="Hélder Rodríguez López" userId="a1682f17-e6d8-43e6-afe7-dc0caf640a41" providerId="ADAL" clId="{FE5B207C-BE89-497E-A5AC-83415F42CB29}" dt="2026-08-12T05:22:25.280" v="1101"/>
          <ac:spMkLst>
            <pc:docMk/>
            <pc:sldMk cId="999281135" sldId="257"/>
            <ac:spMk id="8" creationId="{DDCF290E-13E7-AF02-5380-29FDD089D28B}"/>
          </ac:spMkLst>
        </pc:spChg>
        <pc:spChg chg="mod ord">
          <ac:chgData name="Hélder Rodríguez López" userId="a1682f17-e6d8-43e6-afe7-dc0caf640a41" providerId="ADAL" clId="{FE5B207C-BE89-497E-A5AC-83415F42CB29}" dt="2026-08-12T05:22:25.281" v="1103"/>
          <ac:spMkLst>
            <pc:docMk/>
            <pc:sldMk cId="999281135" sldId="257"/>
            <ac:spMk id="10" creationId="{F1D2701E-CE0C-FB81-845D-A7E74057D2F1}"/>
          </ac:spMkLst>
        </pc:spChg>
        <pc:spChg chg="add mod ord">
          <ac:chgData name="Hélder Rodríguez López" userId="a1682f17-e6d8-43e6-afe7-dc0caf640a41" providerId="ADAL" clId="{FE5B207C-BE89-497E-A5AC-83415F42CB29}" dt="2026-08-12T05:22:25.279" v="1086"/>
          <ac:spMkLst>
            <pc:docMk/>
            <pc:sldMk cId="999281135" sldId="257"/>
            <ac:spMk id="18" creationId="{E5AC357C-7DB3-9B6C-51F8-09617675238F}"/>
          </ac:spMkLst>
        </pc:spChg>
        <pc:spChg chg="mod ord">
          <ac:chgData name="Hélder Rodríguez López" userId="a1682f17-e6d8-43e6-afe7-dc0caf640a41" providerId="ADAL" clId="{FE5B207C-BE89-497E-A5AC-83415F42CB29}" dt="2026-08-12T05:22:25.301" v="1252"/>
          <ac:spMkLst>
            <pc:docMk/>
            <pc:sldMk cId="999281135" sldId="257"/>
            <ac:spMk id="22" creationId="{09ECDA72-DE6E-5D6E-2633-1EDDD8E937C1}"/>
          </ac:spMkLst>
        </pc:spChg>
        <pc:spChg chg="mod ord">
          <ac:chgData name="Hélder Rodríguez López" userId="a1682f17-e6d8-43e6-afe7-dc0caf640a41" providerId="ADAL" clId="{FE5B207C-BE89-497E-A5AC-83415F42CB29}" dt="2026-08-12T05:22:25.301" v="1254"/>
          <ac:spMkLst>
            <pc:docMk/>
            <pc:sldMk cId="999281135" sldId="257"/>
            <ac:spMk id="23" creationId="{3B406AB9-FC67-20F9-D2D9-DBB22519524E}"/>
          </ac:spMkLst>
        </pc:spChg>
        <pc:spChg chg="mod ord">
          <ac:chgData name="Hélder Rodríguez López" userId="a1682f17-e6d8-43e6-afe7-dc0caf640a41" providerId="ADAL" clId="{FE5B207C-BE89-497E-A5AC-83415F42CB29}" dt="2026-08-12T05:22:25.302" v="1256"/>
          <ac:spMkLst>
            <pc:docMk/>
            <pc:sldMk cId="999281135" sldId="257"/>
            <ac:spMk id="24" creationId="{6CB1A8F0-B030-B81F-5952-6B62E5A463CA}"/>
          </ac:spMkLst>
        </pc:spChg>
        <pc:spChg chg="mod">
          <ac:chgData name="Hélder Rodríguez López" userId="a1682f17-e6d8-43e6-afe7-dc0caf640a41" providerId="ADAL" clId="{FE5B207C-BE89-497E-A5AC-83415F42CB29}" dt="2026-08-12T05:22:25.300" v="1246"/>
          <ac:spMkLst>
            <pc:docMk/>
            <pc:sldMk cId="999281135" sldId="257"/>
            <ac:spMk id="25" creationId="{7581339E-FB89-E3DB-FC48-968E6B7889CB}"/>
          </ac:spMkLst>
        </pc:spChg>
        <pc:spChg chg="mod ord">
          <ac:chgData name="Hélder Rodríguez López" userId="a1682f17-e6d8-43e6-afe7-dc0caf640a41" providerId="ADAL" clId="{FE5B207C-BE89-497E-A5AC-83415F42CB29}" dt="2026-08-12T05:22:25.302" v="1258"/>
          <ac:spMkLst>
            <pc:docMk/>
            <pc:sldMk cId="999281135" sldId="257"/>
            <ac:spMk id="26" creationId="{B2D57706-38C0-087A-6DE3-2AE4CECFA502}"/>
          </ac:spMkLst>
        </pc:spChg>
        <pc:spChg chg="mod ord">
          <ac:chgData name="Hélder Rodríguez López" userId="a1682f17-e6d8-43e6-afe7-dc0caf640a41" providerId="ADAL" clId="{FE5B207C-BE89-497E-A5AC-83415F42CB29}" dt="2026-08-12T05:22:25.302" v="1260"/>
          <ac:spMkLst>
            <pc:docMk/>
            <pc:sldMk cId="999281135" sldId="257"/>
            <ac:spMk id="27" creationId="{A15D208A-72ED-B08D-6B07-C57A4D0BB8E1}"/>
          </ac:spMkLst>
        </pc:spChg>
        <pc:spChg chg="mod ord">
          <ac:chgData name="Hélder Rodríguez López" userId="a1682f17-e6d8-43e6-afe7-dc0caf640a41" providerId="ADAL" clId="{FE5B207C-BE89-497E-A5AC-83415F42CB29}" dt="2026-08-12T05:22:25.302" v="1262"/>
          <ac:spMkLst>
            <pc:docMk/>
            <pc:sldMk cId="999281135" sldId="257"/>
            <ac:spMk id="28" creationId="{B79A4E6B-747F-78C4-C1D9-B2DCAA334093}"/>
          </ac:spMkLst>
        </pc:spChg>
        <pc:spChg chg="mod">
          <ac:chgData name="Hélder Rodríguez López" userId="a1682f17-e6d8-43e6-afe7-dc0caf640a41" providerId="ADAL" clId="{FE5B207C-BE89-497E-A5AC-83415F42CB29}" dt="2026-08-12T05:22:25.300" v="1247"/>
          <ac:spMkLst>
            <pc:docMk/>
            <pc:sldMk cId="999281135" sldId="257"/>
            <ac:spMk id="29" creationId="{53D902E4-0716-F905-B092-47070FE82E6A}"/>
          </ac:spMkLst>
        </pc:spChg>
        <pc:spChg chg="mod ord">
          <ac:chgData name="Hélder Rodríguez López" userId="a1682f17-e6d8-43e6-afe7-dc0caf640a41" providerId="ADAL" clId="{FE5B207C-BE89-497E-A5AC-83415F42CB29}" dt="2026-08-12T05:22:25.303" v="1264"/>
          <ac:spMkLst>
            <pc:docMk/>
            <pc:sldMk cId="999281135" sldId="257"/>
            <ac:spMk id="30" creationId="{F5F2E80F-865E-E794-DE65-94C637CF17E2}"/>
          </ac:spMkLst>
        </pc:spChg>
        <pc:spChg chg="mod ord">
          <ac:chgData name="Hélder Rodríguez López" userId="a1682f17-e6d8-43e6-afe7-dc0caf640a41" providerId="ADAL" clId="{FE5B207C-BE89-497E-A5AC-83415F42CB29}" dt="2026-08-12T05:22:25.303" v="1266"/>
          <ac:spMkLst>
            <pc:docMk/>
            <pc:sldMk cId="999281135" sldId="257"/>
            <ac:spMk id="31" creationId="{BA1FF90D-A73A-AD50-76C5-76A2B7E1D86F}"/>
          </ac:spMkLst>
        </pc:spChg>
        <pc:spChg chg="mod ord">
          <ac:chgData name="Hélder Rodríguez López" userId="a1682f17-e6d8-43e6-afe7-dc0caf640a41" providerId="ADAL" clId="{FE5B207C-BE89-497E-A5AC-83415F42CB29}" dt="2026-08-12T05:22:25.303" v="1268"/>
          <ac:spMkLst>
            <pc:docMk/>
            <pc:sldMk cId="999281135" sldId="257"/>
            <ac:spMk id="32" creationId="{910BBFAF-4DED-03F2-5DE1-478FB95CD8A0}"/>
          </ac:spMkLst>
        </pc:spChg>
        <pc:spChg chg="add mod ord">
          <ac:chgData name="Hélder Rodríguez López" userId="a1682f17-e6d8-43e6-afe7-dc0caf640a41" providerId="ADAL" clId="{FE5B207C-BE89-497E-A5AC-83415F42CB29}" dt="2026-08-12T05:22:25.279" v="1088"/>
          <ac:spMkLst>
            <pc:docMk/>
            <pc:sldMk cId="999281135" sldId="257"/>
            <ac:spMk id="33" creationId="{F2B97E95-7C24-5114-948B-1B9FB5E10D96}"/>
          </ac:spMkLst>
        </pc:spChg>
        <pc:spChg chg="mod">
          <ac:chgData name="Hélder Rodríguez López" userId="a1682f17-e6d8-43e6-afe7-dc0caf640a41" providerId="ADAL" clId="{FE5B207C-BE89-497E-A5AC-83415F42CB29}" dt="2026-08-12T05:22:25.282" v="1110"/>
          <ac:spMkLst>
            <pc:docMk/>
            <pc:sldMk cId="999281135" sldId="257"/>
            <ac:spMk id="34" creationId="{C1FB1BE3-8D67-28D4-0007-FF29FFC3318C}"/>
          </ac:spMkLst>
        </pc:spChg>
        <pc:spChg chg="mod">
          <ac:chgData name="Hélder Rodríguez López" userId="a1682f17-e6d8-43e6-afe7-dc0caf640a41" providerId="ADAL" clId="{FE5B207C-BE89-497E-A5AC-83415F42CB29}" dt="2026-08-12T05:22:25.283" v="1118"/>
          <ac:spMkLst>
            <pc:docMk/>
            <pc:sldMk cId="999281135" sldId="257"/>
            <ac:spMk id="35" creationId="{FFA2A571-643B-C67D-3308-74CA94B08D0E}"/>
          </ac:spMkLst>
        </pc:spChg>
        <pc:spChg chg="mod">
          <ac:chgData name="Hélder Rodríguez López" userId="a1682f17-e6d8-43e6-afe7-dc0caf640a41" providerId="ADAL" clId="{FE5B207C-BE89-497E-A5AC-83415F42CB29}" dt="2026-08-12T05:22:25.284" v="1126"/>
          <ac:spMkLst>
            <pc:docMk/>
            <pc:sldMk cId="999281135" sldId="257"/>
            <ac:spMk id="36" creationId="{CD91474A-1688-518A-80E2-6B003ED71AFF}"/>
          </ac:spMkLst>
        </pc:spChg>
        <pc:spChg chg="mod ord">
          <ac:chgData name="Hélder Rodríguez López" userId="a1682f17-e6d8-43e6-afe7-dc0caf640a41" providerId="ADAL" clId="{FE5B207C-BE89-497E-A5AC-83415F42CB29}" dt="2026-08-12T05:22:25.286" v="1135"/>
          <ac:spMkLst>
            <pc:docMk/>
            <pc:sldMk cId="999281135" sldId="257"/>
            <ac:spMk id="37" creationId="{2C91908C-4B5C-1856-1950-91FE3575027D}"/>
          </ac:spMkLst>
        </pc:spChg>
        <pc:spChg chg="mod ord">
          <ac:chgData name="Hélder Rodríguez López" userId="a1682f17-e6d8-43e6-afe7-dc0caf640a41" providerId="ADAL" clId="{FE5B207C-BE89-497E-A5AC-83415F42CB29}" dt="2026-08-12T05:22:25.286" v="1137"/>
          <ac:spMkLst>
            <pc:docMk/>
            <pc:sldMk cId="999281135" sldId="257"/>
            <ac:spMk id="38" creationId="{1020E03C-9D69-8216-2255-9C6E3DA0EAF0}"/>
          </ac:spMkLst>
        </pc:spChg>
        <pc:spChg chg="mod ord">
          <ac:chgData name="Hélder Rodríguez López" userId="a1682f17-e6d8-43e6-afe7-dc0caf640a41" providerId="ADAL" clId="{FE5B207C-BE89-497E-A5AC-83415F42CB29}" dt="2026-08-12T05:22:25.286" v="1139"/>
          <ac:spMkLst>
            <pc:docMk/>
            <pc:sldMk cId="999281135" sldId="257"/>
            <ac:spMk id="39" creationId="{5F024495-7A04-863F-F7FD-922964B7DD89}"/>
          </ac:spMkLst>
        </pc:spChg>
        <pc:spChg chg="mod ord">
          <ac:chgData name="Hélder Rodríguez López" userId="a1682f17-e6d8-43e6-afe7-dc0caf640a41" providerId="ADAL" clId="{FE5B207C-BE89-497E-A5AC-83415F42CB29}" dt="2026-08-12T05:22:25.286" v="1141"/>
          <ac:spMkLst>
            <pc:docMk/>
            <pc:sldMk cId="999281135" sldId="257"/>
            <ac:spMk id="40" creationId="{B0EBA390-37EF-220D-C36C-EDBBB1CEDF5F}"/>
          </ac:spMkLst>
        </pc:spChg>
        <pc:spChg chg="mod ord">
          <ac:chgData name="Hélder Rodríguez López" userId="a1682f17-e6d8-43e6-afe7-dc0caf640a41" providerId="ADAL" clId="{FE5B207C-BE89-497E-A5AC-83415F42CB29}" dt="2026-08-12T05:22:25.287" v="1143"/>
          <ac:spMkLst>
            <pc:docMk/>
            <pc:sldMk cId="999281135" sldId="257"/>
            <ac:spMk id="41" creationId="{9ECB6754-E80D-E237-F805-34AA394E307A}"/>
          </ac:spMkLst>
        </pc:spChg>
        <pc:spChg chg="mod ord">
          <ac:chgData name="Hélder Rodríguez López" userId="a1682f17-e6d8-43e6-afe7-dc0caf640a41" providerId="ADAL" clId="{FE5B207C-BE89-497E-A5AC-83415F42CB29}" dt="2026-08-12T05:22:25.287" v="1145"/>
          <ac:spMkLst>
            <pc:docMk/>
            <pc:sldMk cId="999281135" sldId="257"/>
            <ac:spMk id="42" creationId="{0D7BBA73-44E2-01AD-F4C5-2E8D3F839994}"/>
          </ac:spMkLst>
        </pc:spChg>
        <pc:spChg chg="mod ord">
          <ac:chgData name="Hélder Rodríguez López" userId="a1682f17-e6d8-43e6-afe7-dc0caf640a41" providerId="ADAL" clId="{FE5B207C-BE89-497E-A5AC-83415F42CB29}" dt="2026-08-12T05:22:25.288" v="1147"/>
          <ac:spMkLst>
            <pc:docMk/>
            <pc:sldMk cId="999281135" sldId="257"/>
            <ac:spMk id="43" creationId="{42E79E21-BB68-7113-2F15-C38084DD4C0B}"/>
          </ac:spMkLst>
        </pc:spChg>
        <pc:spChg chg="mod">
          <ac:chgData name="Hélder Rodríguez López" userId="a1682f17-e6d8-43e6-afe7-dc0caf640a41" providerId="ADAL" clId="{FE5B207C-BE89-497E-A5AC-83415F42CB29}" dt="2026-08-12T05:22:25.282" v="1111"/>
          <ac:spMkLst>
            <pc:docMk/>
            <pc:sldMk cId="999281135" sldId="257"/>
            <ac:spMk id="44" creationId="{EA659EEB-7843-AC9F-DA0E-43B5D119118D}"/>
          </ac:spMkLst>
        </pc:spChg>
        <pc:spChg chg="mod">
          <ac:chgData name="Hélder Rodríguez López" userId="a1682f17-e6d8-43e6-afe7-dc0caf640a41" providerId="ADAL" clId="{FE5B207C-BE89-497E-A5AC-83415F42CB29}" dt="2026-08-12T05:22:25.283" v="1119"/>
          <ac:spMkLst>
            <pc:docMk/>
            <pc:sldMk cId="999281135" sldId="257"/>
            <ac:spMk id="45" creationId="{D07164F9-9D93-9150-B2E3-F983E6FB7BF0}"/>
          </ac:spMkLst>
        </pc:spChg>
        <pc:spChg chg="mod">
          <ac:chgData name="Hélder Rodríguez López" userId="a1682f17-e6d8-43e6-afe7-dc0caf640a41" providerId="ADAL" clId="{FE5B207C-BE89-497E-A5AC-83415F42CB29}" dt="2026-08-12T05:22:25.284" v="1127"/>
          <ac:spMkLst>
            <pc:docMk/>
            <pc:sldMk cId="999281135" sldId="257"/>
            <ac:spMk id="46" creationId="{1E67CA64-8741-DFAD-2508-C9E8C2E4B7A7}"/>
          </ac:spMkLst>
        </pc:spChg>
        <pc:spChg chg="mod ord">
          <ac:chgData name="Hélder Rodríguez López" userId="a1682f17-e6d8-43e6-afe7-dc0caf640a41" providerId="ADAL" clId="{FE5B207C-BE89-497E-A5AC-83415F42CB29}" dt="2026-08-12T05:22:25.288" v="1149"/>
          <ac:spMkLst>
            <pc:docMk/>
            <pc:sldMk cId="999281135" sldId="257"/>
            <ac:spMk id="47" creationId="{4071FFD7-5286-A17D-C28B-615F019BCD63}"/>
          </ac:spMkLst>
        </pc:spChg>
        <pc:spChg chg="mod ord">
          <ac:chgData name="Hélder Rodríguez López" userId="a1682f17-e6d8-43e6-afe7-dc0caf640a41" providerId="ADAL" clId="{FE5B207C-BE89-497E-A5AC-83415F42CB29}" dt="2026-08-12T05:22:25.288" v="1151"/>
          <ac:spMkLst>
            <pc:docMk/>
            <pc:sldMk cId="999281135" sldId="257"/>
            <ac:spMk id="48" creationId="{67B465AF-CA1B-A296-20C5-744ED9540535}"/>
          </ac:spMkLst>
        </pc:spChg>
        <pc:spChg chg="mod ord">
          <ac:chgData name="Hélder Rodríguez López" userId="a1682f17-e6d8-43e6-afe7-dc0caf640a41" providerId="ADAL" clId="{FE5B207C-BE89-497E-A5AC-83415F42CB29}" dt="2026-08-12T05:22:25.288" v="1153"/>
          <ac:spMkLst>
            <pc:docMk/>
            <pc:sldMk cId="999281135" sldId="257"/>
            <ac:spMk id="49" creationId="{0210BF21-3D5B-4218-D4EA-831542505812}"/>
          </ac:spMkLst>
        </pc:spChg>
        <pc:spChg chg="mod ord">
          <ac:chgData name="Hélder Rodríguez López" userId="a1682f17-e6d8-43e6-afe7-dc0caf640a41" providerId="ADAL" clId="{FE5B207C-BE89-497E-A5AC-83415F42CB29}" dt="2026-08-12T05:22:25.288" v="1155"/>
          <ac:spMkLst>
            <pc:docMk/>
            <pc:sldMk cId="999281135" sldId="257"/>
            <ac:spMk id="50" creationId="{6D314594-5794-A66A-3FBA-F8D32002BD5F}"/>
          </ac:spMkLst>
        </pc:spChg>
        <pc:spChg chg="mod ord">
          <ac:chgData name="Hélder Rodríguez López" userId="a1682f17-e6d8-43e6-afe7-dc0caf640a41" providerId="ADAL" clId="{FE5B207C-BE89-497E-A5AC-83415F42CB29}" dt="2026-08-12T05:22:25.288" v="1157"/>
          <ac:spMkLst>
            <pc:docMk/>
            <pc:sldMk cId="999281135" sldId="257"/>
            <ac:spMk id="51" creationId="{66671B19-812C-16C2-4C55-22B2703D9FCD}"/>
          </ac:spMkLst>
        </pc:spChg>
        <pc:spChg chg="mod ord">
          <ac:chgData name="Hélder Rodríguez López" userId="a1682f17-e6d8-43e6-afe7-dc0caf640a41" providerId="ADAL" clId="{FE5B207C-BE89-497E-A5AC-83415F42CB29}" dt="2026-08-12T05:22:25.289" v="1159"/>
          <ac:spMkLst>
            <pc:docMk/>
            <pc:sldMk cId="999281135" sldId="257"/>
            <ac:spMk id="52" creationId="{92E14E15-4ACA-D2CE-C5D1-2EDDC249EA80}"/>
          </ac:spMkLst>
        </pc:spChg>
        <pc:spChg chg="mod ord">
          <ac:chgData name="Hélder Rodríguez López" userId="a1682f17-e6d8-43e6-afe7-dc0caf640a41" providerId="ADAL" clId="{FE5B207C-BE89-497E-A5AC-83415F42CB29}" dt="2026-08-12T05:22:25.289" v="1161"/>
          <ac:spMkLst>
            <pc:docMk/>
            <pc:sldMk cId="999281135" sldId="257"/>
            <ac:spMk id="53" creationId="{C2CBC0A3-5684-EB65-8829-7BEB834B501C}"/>
          </ac:spMkLst>
        </pc:spChg>
        <pc:spChg chg="mod">
          <ac:chgData name="Hélder Rodríguez López" userId="a1682f17-e6d8-43e6-afe7-dc0caf640a41" providerId="ADAL" clId="{FE5B207C-BE89-497E-A5AC-83415F42CB29}" dt="2026-08-12T05:22:25.282" v="1112"/>
          <ac:spMkLst>
            <pc:docMk/>
            <pc:sldMk cId="999281135" sldId="257"/>
            <ac:spMk id="54" creationId="{B2083AE2-C9BB-9083-230F-4BBD2BB78CD7}"/>
          </ac:spMkLst>
        </pc:spChg>
        <pc:spChg chg="mod">
          <ac:chgData name="Hélder Rodríguez López" userId="a1682f17-e6d8-43e6-afe7-dc0caf640a41" providerId="ADAL" clId="{FE5B207C-BE89-497E-A5AC-83415F42CB29}" dt="2026-08-12T05:22:25.283" v="1120"/>
          <ac:spMkLst>
            <pc:docMk/>
            <pc:sldMk cId="999281135" sldId="257"/>
            <ac:spMk id="55" creationId="{715F6BA4-CF92-D889-0975-4933C62E8AFA}"/>
          </ac:spMkLst>
        </pc:spChg>
        <pc:spChg chg="mod">
          <ac:chgData name="Hélder Rodríguez López" userId="a1682f17-e6d8-43e6-afe7-dc0caf640a41" providerId="ADAL" clId="{FE5B207C-BE89-497E-A5AC-83415F42CB29}" dt="2026-08-12T05:22:25.284" v="1128"/>
          <ac:spMkLst>
            <pc:docMk/>
            <pc:sldMk cId="999281135" sldId="257"/>
            <ac:spMk id="56" creationId="{6E1CE113-8451-6DA1-0595-F47C84BE618C}"/>
          </ac:spMkLst>
        </pc:spChg>
        <pc:spChg chg="mod ord">
          <ac:chgData name="Hélder Rodríguez López" userId="a1682f17-e6d8-43e6-afe7-dc0caf640a41" providerId="ADAL" clId="{FE5B207C-BE89-497E-A5AC-83415F42CB29}" dt="2026-08-12T05:22:25.289" v="1163"/>
          <ac:spMkLst>
            <pc:docMk/>
            <pc:sldMk cId="999281135" sldId="257"/>
            <ac:spMk id="57" creationId="{570829A7-6E30-9CC7-20F0-DF1B4F1B0ACB}"/>
          </ac:spMkLst>
        </pc:spChg>
        <pc:spChg chg="mod ord">
          <ac:chgData name="Hélder Rodríguez López" userId="a1682f17-e6d8-43e6-afe7-dc0caf640a41" providerId="ADAL" clId="{FE5B207C-BE89-497E-A5AC-83415F42CB29}" dt="2026-08-12T05:22:25.289" v="1165"/>
          <ac:spMkLst>
            <pc:docMk/>
            <pc:sldMk cId="999281135" sldId="257"/>
            <ac:spMk id="58" creationId="{60E881D4-224F-EB94-BF1F-511F2DCD8E75}"/>
          </ac:spMkLst>
        </pc:spChg>
        <pc:spChg chg="mod ord">
          <ac:chgData name="Hélder Rodríguez López" userId="a1682f17-e6d8-43e6-afe7-dc0caf640a41" providerId="ADAL" clId="{FE5B207C-BE89-497E-A5AC-83415F42CB29}" dt="2026-08-12T05:22:25.290" v="1167"/>
          <ac:spMkLst>
            <pc:docMk/>
            <pc:sldMk cId="999281135" sldId="257"/>
            <ac:spMk id="59" creationId="{6EE1750E-41AB-8928-FE64-019CD4F1AD64}"/>
          </ac:spMkLst>
        </pc:spChg>
        <pc:spChg chg="mod ord">
          <ac:chgData name="Hélder Rodríguez López" userId="a1682f17-e6d8-43e6-afe7-dc0caf640a41" providerId="ADAL" clId="{FE5B207C-BE89-497E-A5AC-83415F42CB29}" dt="2026-08-12T05:22:25.290" v="1169"/>
          <ac:spMkLst>
            <pc:docMk/>
            <pc:sldMk cId="999281135" sldId="257"/>
            <ac:spMk id="60" creationId="{12BC5F30-DD9B-B6EC-5253-91146828BB39}"/>
          </ac:spMkLst>
        </pc:spChg>
        <pc:spChg chg="mod ord">
          <ac:chgData name="Hélder Rodríguez López" userId="a1682f17-e6d8-43e6-afe7-dc0caf640a41" providerId="ADAL" clId="{FE5B207C-BE89-497E-A5AC-83415F42CB29}" dt="2026-08-12T05:22:25.290" v="1171"/>
          <ac:spMkLst>
            <pc:docMk/>
            <pc:sldMk cId="999281135" sldId="257"/>
            <ac:spMk id="61" creationId="{1518014A-8D5F-784E-08EE-B7C29B107D3B}"/>
          </ac:spMkLst>
        </pc:spChg>
        <pc:spChg chg="mod ord">
          <ac:chgData name="Hélder Rodríguez López" userId="a1682f17-e6d8-43e6-afe7-dc0caf640a41" providerId="ADAL" clId="{FE5B207C-BE89-497E-A5AC-83415F42CB29}" dt="2026-08-12T05:22:25.290" v="1173"/>
          <ac:spMkLst>
            <pc:docMk/>
            <pc:sldMk cId="999281135" sldId="257"/>
            <ac:spMk id="62" creationId="{77FD8561-98D1-EBAA-2D12-7FDE10D6DC29}"/>
          </ac:spMkLst>
        </pc:spChg>
        <pc:spChg chg="mod ord">
          <ac:chgData name="Hélder Rodríguez López" userId="a1682f17-e6d8-43e6-afe7-dc0caf640a41" providerId="ADAL" clId="{FE5B207C-BE89-497E-A5AC-83415F42CB29}" dt="2026-08-12T05:22:25.291" v="1175"/>
          <ac:spMkLst>
            <pc:docMk/>
            <pc:sldMk cId="999281135" sldId="257"/>
            <ac:spMk id="63" creationId="{27E55AAA-72F1-BAF3-97F9-C39C3EF1CC2F}"/>
          </ac:spMkLst>
        </pc:spChg>
        <pc:spChg chg="mod">
          <ac:chgData name="Hélder Rodríguez López" userId="a1682f17-e6d8-43e6-afe7-dc0caf640a41" providerId="ADAL" clId="{FE5B207C-BE89-497E-A5AC-83415F42CB29}" dt="2026-08-12T05:22:25.282" v="1113"/>
          <ac:spMkLst>
            <pc:docMk/>
            <pc:sldMk cId="999281135" sldId="257"/>
            <ac:spMk id="64" creationId="{17F8613F-A5C0-57CB-5594-5EA079F34D4C}"/>
          </ac:spMkLst>
        </pc:spChg>
        <pc:spChg chg="mod">
          <ac:chgData name="Hélder Rodríguez López" userId="a1682f17-e6d8-43e6-afe7-dc0caf640a41" providerId="ADAL" clId="{FE5B207C-BE89-497E-A5AC-83415F42CB29}" dt="2026-08-12T05:22:25.283" v="1121"/>
          <ac:spMkLst>
            <pc:docMk/>
            <pc:sldMk cId="999281135" sldId="257"/>
            <ac:spMk id="65" creationId="{0C229142-47FE-FD81-C3D4-316FE33741EA}"/>
          </ac:spMkLst>
        </pc:spChg>
        <pc:spChg chg="mod">
          <ac:chgData name="Hélder Rodríguez López" userId="a1682f17-e6d8-43e6-afe7-dc0caf640a41" providerId="ADAL" clId="{FE5B207C-BE89-497E-A5AC-83415F42CB29}" dt="2026-08-12T05:22:25.285" v="1129"/>
          <ac:spMkLst>
            <pc:docMk/>
            <pc:sldMk cId="999281135" sldId="257"/>
            <ac:spMk id="66" creationId="{231591D2-5C6D-86D4-3B48-88C21117036E}"/>
          </ac:spMkLst>
        </pc:spChg>
        <pc:spChg chg="mod ord">
          <ac:chgData name="Hélder Rodríguez López" userId="a1682f17-e6d8-43e6-afe7-dc0caf640a41" providerId="ADAL" clId="{FE5B207C-BE89-497E-A5AC-83415F42CB29}" dt="2026-08-12T05:22:25.291" v="1177"/>
          <ac:spMkLst>
            <pc:docMk/>
            <pc:sldMk cId="999281135" sldId="257"/>
            <ac:spMk id="67" creationId="{BD17F1F5-D1BC-FBCF-0B38-AE6730B5DAC3}"/>
          </ac:spMkLst>
        </pc:spChg>
        <pc:spChg chg="mod ord">
          <ac:chgData name="Hélder Rodríguez López" userId="a1682f17-e6d8-43e6-afe7-dc0caf640a41" providerId="ADAL" clId="{FE5B207C-BE89-497E-A5AC-83415F42CB29}" dt="2026-08-12T05:22:25.291" v="1179"/>
          <ac:spMkLst>
            <pc:docMk/>
            <pc:sldMk cId="999281135" sldId="257"/>
            <ac:spMk id="68" creationId="{37EF1EB1-51A4-E430-7890-A5FD63C06E56}"/>
          </ac:spMkLst>
        </pc:spChg>
        <pc:spChg chg="mod ord">
          <ac:chgData name="Hélder Rodríguez López" userId="a1682f17-e6d8-43e6-afe7-dc0caf640a41" providerId="ADAL" clId="{FE5B207C-BE89-497E-A5AC-83415F42CB29}" dt="2026-08-12T05:22:25.291" v="1181"/>
          <ac:spMkLst>
            <pc:docMk/>
            <pc:sldMk cId="999281135" sldId="257"/>
            <ac:spMk id="69" creationId="{4E144389-4B18-02C5-3DF4-2A3AA3DEBF96}"/>
          </ac:spMkLst>
        </pc:spChg>
        <pc:spChg chg="mod ord">
          <ac:chgData name="Hélder Rodríguez López" userId="a1682f17-e6d8-43e6-afe7-dc0caf640a41" providerId="ADAL" clId="{FE5B207C-BE89-497E-A5AC-83415F42CB29}" dt="2026-08-12T05:22:25.292" v="1183"/>
          <ac:spMkLst>
            <pc:docMk/>
            <pc:sldMk cId="999281135" sldId="257"/>
            <ac:spMk id="70" creationId="{8FD0252F-2D33-8D81-8FB3-5F5C9063F7B8}"/>
          </ac:spMkLst>
        </pc:spChg>
        <pc:spChg chg="mod ord">
          <ac:chgData name="Hélder Rodríguez López" userId="a1682f17-e6d8-43e6-afe7-dc0caf640a41" providerId="ADAL" clId="{FE5B207C-BE89-497E-A5AC-83415F42CB29}" dt="2026-08-12T05:22:25.292" v="1185"/>
          <ac:spMkLst>
            <pc:docMk/>
            <pc:sldMk cId="999281135" sldId="257"/>
            <ac:spMk id="71" creationId="{6C1AA3FE-77E1-E6B1-4E52-7EE01DD6B776}"/>
          </ac:spMkLst>
        </pc:spChg>
        <pc:spChg chg="mod ord">
          <ac:chgData name="Hélder Rodríguez López" userId="a1682f17-e6d8-43e6-afe7-dc0caf640a41" providerId="ADAL" clId="{FE5B207C-BE89-497E-A5AC-83415F42CB29}" dt="2026-08-12T05:22:25.292" v="1187"/>
          <ac:spMkLst>
            <pc:docMk/>
            <pc:sldMk cId="999281135" sldId="257"/>
            <ac:spMk id="72" creationId="{68580E1A-2C78-EC16-34AC-61194101D3E4}"/>
          </ac:spMkLst>
        </pc:spChg>
        <pc:spChg chg="mod ord">
          <ac:chgData name="Hélder Rodríguez López" userId="a1682f17-e6d8-43e6-afe7-dc0caf640a41" providerId="ADAL" clId="{FE5B207C-BE89-497E-A5AC-83415F42CB29}" dt="2026-08-12T05:22:25.292" v="1189"/>
          <ac:spMkLst>
            <pc:docMk/>
            <pc:sldMk cId="999281135" sldId="257"/>
            <ac:spMk id="73" creationId="{E5E69AC0-41F5-D603-30E4-6193867A19BE}"/>
          </ac:spMkLst>
        </pc:spChg>
        <pc:spChg chg="mod">
          <ac:chgData name="Hélder Rodríguez López" userId="a1682f17-e6d8-43e6-afe7-dc0caf640a41" providerId="ADAL" clId="{FE5B207C-BE89-497E-A5AC-83415F42CB29}" dt="2026-08-12T05:22:25.282" v="1114"/>
          <ac:spMkLst>
            <pc:docMk/>
            <pc:sldMk cId="999281135" sldId="257"/>
            <ac:spMk id="74" creationId="{61B695E6-4233-0CAD-1B80-8EB79CE01DC6}"/>
          </ac:spMkLst>
        </pc:spChg>
        <pc:spChg chg="mod">
          <ac:chgData name="Hélder Rodríguez López" userId="a1682f17-e6d8-43e6-afe7-dc0caf640a41" providerId="ADAL" clId="{FE5B207C-BE89-497E-A5AC-83415F42CB29}" dt="2026-08-12T05:22:25.284" v="1122"/>
          <ac:spMkLst>
            <pc:docMk/>
            <pc:sldMk cId="999281135" sldId="257"/>
            <ac:spMk id="75" creationId="{BE23B280-C03B-6D96-B94E-69F53B4A67D0}"/>
          </ac:spMkLst>
        </pc:spChg>
        <pc:spChg chg="mod">
          <ac:chgData name="Hélder Rodríguez López" userId="a1682f17-e6d8-43e6-afe7-dc0caf640a41" providerId="ADAL" clId="{FE5B207C-BE89-497E-A5AC-83415F42CB29}" dt="2026-08-12T05:22:25.285" v="1130"/>
          <ac:spMkLst>
            <pc:docMk/>
            <pc:sldMk cId="999281135" sldId="257"/>
            <ac:spMk id="76" creationId="{A32C1D39-1D12-39A5-8A4D-1B8ADCECAFEC}"/>
          </ac:spMkLst>
        </pc:spChg>
        <pc:spChg chg="mod ord">
          <ac:chgData name="Hélder Rodríguez López" userId="a1682f17-e6d8-43e6-afe7-dc0caf640a41" providerId="ADAL" clId="{FE5B207C-BE89-497E-A5AC-83415F42CB29}" dt="2026-08-12T05:22:25.293" v="1191"/>
          <ac:spMkLst>
            <pc:docMk/>
            <pc:sldMk cId="999281135" sldId="257"/>
            <ac:spMk id="77" creationId="{24329AD7-D6ED-9E49-C8D7-E0E54A9CABD7}"/>
          </ac:spMkLst>
        </pc:spChg>
        <pc:spChg chg="mod ord">
          <ac:chgData name="Hélder Rodríguez López" userId="a1682f17-e6d8-43e6-afe7-dc0caf640a41" providerId="ADAL" clId="{FE5B207C-BE89-497E-A5AC-83415F42CB29}" dt="2026-08-12T05:22:25.293" v="1193"/>
          <ac:spMkLst>
            <pc:docMk/>
            <pc:sldMk cId="999281135" sldId="257"/>
            <ac:spMk id="78" creationId="{BEF8D787-38EC-7B06-C336-8DA667409511}"/>
          </ac:spMkLst>
        </pc:spChg>
        <pc:spChg chg="mod ord">
          <ac:chgData name="Hélder Rodríguez López" userId="a1682f17-e6d8-43e6-afe7-dc0caf640a41" providerId="ADAL" clId="{FE5B207C-BE89-497E-A5AC-83415F42CB29}" dt="2026-08-12T05:22:25.293" v="1195"/>
          <ac:spMkLst>
            <pc:docMk/>
            <pc:sldMk cId="999281135" sldId="257"/>
            <ac:spMk id="79" creationId="{375FDD8D-B175-AD1D-19E2-05BCE81712C3}"/>
          </ac:spMkLst>
        </pc:spChg>
        <pc:spChg chg="mod ord">
          <ac:chgData name="Hélder Rodríguez López" userId="a1682f17-e6d8-43e6-afe7-dc0caf640a41" providerId="ADAL" clId="{FE5B207C-BE89-497E-A5AC-83415F42CB29}" dt="2026-08-12T05:22:25.294" v="1197"/>
          <ac:spMkLst>
            <pc:docMk/>
            <pc:sldMk cId="999281135" sldId="257"/>
            <ac:spMk id="80" creationId="{21DF7C77-9269-07C1-BA7A-6F5AD9395932}"/>
          </ac:spMkLst>
        </pc:spChg>
        <pc:spChg chg="mod ord">
          <ac:chgData name="Hélder Rodríguez López" userId="a1682f17-e6d8-43e6-afe7-dc0caf640a41" providerId="ADAL" clId="{FE5B207C-BE89-497E-A5AC-83415F42CB29}" dt="2026-08-12T05:22:25.294" v="1199"/>
          <ac:spMkLst>
            <pc:docMk/>
            <pc:sldMk cId="999281135" sldId="257"/>
            <ac:spMk id="81" creationId="{3F3C1840-13C5-144B-60FD-56268577CF5B}"/>
          </ac:spMkLst>
        </pc:spChg>
        <pc:spChg chg="mod ord">
          <ac:chgData name="Hélder Rodríguez López" userId="a1682f17-e6d8-43e6-afe7-dc0caf640a41" providerId="ADAL" clId="{FE5B207C-BE89-497E-A5AC-83415F42CB29}" dt="2026-08-12T05:22:25.294" v="1201"/>
          <ac:spMkLst>
            <pc:docMk/>
            <pc:sldMk cId="999281135" sldId="257"/>
            <ac:spMk id="82" creationId="{9CF9C781-63E0-D7CF-4829-30DB149B115E}"/>
          </ac:spMkLst>
        </pc:spChg>
        <pc:spChg chg="mod ord">
          <ac:chgData name="Hélder Rodríguez López" userId="a1682f17-e6d8-43e6-afe7-dc0caf640a41" providerId="ADAL" clId="{FE5B207C-BE89-497E-A5AC-83415F42CB29}" dt="2026-08-12T05:22:25.294" v="1203"/>
          <ac:spMkLst>
            <pc:docMk/>
            <pc:sldMk cId="999281135" sldId="257"/>
            <ac:spMk id="83" creationId="{72D87D7F-673A-70A6-DA2B-EC37EDE12B1F}"/>
          </ac:spMkLst>
        </pc:spChg>
        <pc:spChg chg="mod">
          <ac:chgData name="Hélder Rodríguez López" userId="a1682f17-e6d8-43e6-afe7-dc0caf640a41" providerId="ADAL" clId="{FE5B207C-BE89-497E-A5AC-83415F42CB29}" dt="2026-08-12T05:22:25.282" v="1115"/>
          <ac:spMkLst>
            <pc:docMk/>
            <pc:sldMk cId="999281135" sldId="257"/>
            <ac:spMk id="84" creationId="{811CCDF6-3638-32DE-E7BE-52BF8A4E216E}"/>
          </ac:spMkLst>
        </pc:spChg>
        <pc:spChg chg="mod">
          <ac:chgData name="Hélder Rodríguez López" userId="a1682f17-e6d8-43e6-afe7-dc0caf640a41" providerId="ADAL" clId="{FE5B207C-BE89-497E-A5AC-83415F42CB29}" dt="2026-08-12T05:22:25.284" v="1123"/>
          <ac:spMkLst>
            <pc:docMk/>
            <pc:sldMk cId="999281135" sldId="257"/>
            <ac:spMk id="85" creationId="{411A9438-144F-B91F-9610-D20EB6723040}"/>
          </ac:spMkLst>
        </pc:spChg>
        <pc:spChg chg="mod">
          <ac:chgData name="Hélder Rodríguez López" userId="a1682f17-e6d8-43e6-afe7-dc0caf640a41" providerId="ADAL" clId="{FE5B207C-BE89-497E-A5AC-83415F42CB29}" dt="2026-08-12T05:22:25.285" v="1131"/>
          <ac:spMkLst>
            <pc:docMk/>
            <pc:sldMk cId="999281135" sldId="257"/>
            <ac:spMk id="86" creationId="{C0A4FF5C-0875-59D4-1E78-D4573033CA4D}"/>
          </ac:spMkLst>
        </pc:spChg>
        <pc:spChg chg="mod ord">
          <ac:chgData name="Hélder Rodríguez López" userId="a1682f17-e6d8-43e6-afe7-dc0caf640a41" providerId="ADAL" clId="{FE5B207C-BE89-497E-A5AC-83415F42CB29}" dt="2026-08-12T05:22:25.295" v="1205"/>
          <ac:spMkLst>
            <pc:docMk/>
            <pc:sldMk cId="999281135" sldId="257"/>
            <ac:spMk id="87" creationId="{C5A8F158-9118-C9C0-E770-A15A69B37CDF}"/>
          </ac:spMkLst>
        </pc:spChg>
        <pc:spChg chg="mod ord">
          <ac:chgData name="Hélder Rodríguez López" userId="a1682f17-e6d8-43e6-afe7-dc0caf640a41" providerId="ADAL" clId="{FE5B207C-BE89-497E-A5AC-83415F42CB29}" dt="2026-08-12T05:22:25.295" v="1207"/>
          <ac:spMkLst>
            <pc:docMk/>
            <pc:sldMk cId="999281135" sldId="257"/>
            <ac:spMk id="88" creationId="{BC686164-3B9D-57CF-9639-3345A389B107}"/>
          </ac:spMkLst>
        </pc:spChg>
        <pc:spChg chg="mod ord">
          <ac:chgData name="Hélder Rodríguez López" userId="a1682f17-e6d8-43e6-afe7-dc0caf640a41" providerId="ADAL" clId="{FE5B207C-BE89-497E-A5AC-83415F42CB29}" dt="2026-08-12T05:22:25.295" v="1209"/>
          <ac:spMkLst>
            <pc:docMk/>
            <pc:sldMk cId="999281135" sldId="257"/>
            <ac:spMk id="89" creationId="{9C8B6B43-CE67-CFE9-9EDA-DA0D93EE7255}"/>
          </ac:spMkLst>
        </pc:spChg>
        <pc:spChg chg="mod ord">
          <ac:chgData name="Hélder Rodríguez López" userId="a1682f17-e6d8-43e6-afe7-dc0caf640a41" providerId="ADAL" clId="{FE5B207C-BE89-497E-A5AC-83415F42CB29}" dt="2026-08-12T05:22:25.295" v="1211"/>
          <ac:spMkLst>
            <pc:docMk/>
            <pc:sldMk cId="999281135" sldId="257"/>
            <ac:spMk id="90" creationId="{E3C34BC3-2667-0407-E399-3EEDEB1ACDA1}"/>
          </ac:spMkLst>
        </pc:spChg>
        <pc:spChg chg="mod ord">
          <ac:chgData name="Hélder Rodríguez López" userId="a1682f17-e6d8-43e6-afe7-dc0caf640a41" providerId="ADAL" clId="{FE5B207C-BE89-497E-A5AC-83415F42CB29}" dt="2026-08-12T05:22:25.296" v="1213"/>
          <ac:spMkLst>
            <pc:docMk/>
            <pc:sldMk cId="999281135" sldId="257"/>
            <ac:spMk id="91" creationId="{D7A94EDB-B43F-1880-B5EF-81A9B4BC0B65}"/>
          </ac:spMkLst>
        </pc:spChg>
        <pc:spChg chg="mod ord">
          <ac:chgData name="Hélder Rodríguez López" userId="a1682f17-e6d8-43e6-afe7-dc0caf640a41" providerId="ADAL" clId="{FE5B207C-BE89-497E-A5AC-83415F42CB29}" dt="2026-08-12T05:22:25.296" v="1215"/>
          <ac:spMkLst>
            <pc:docMk/>
            <pc:sldMk cId="999281135" sldId="257"/>
            <ac:spMk id="92" creationId="{AF310D38-225F-7407-93D9-8C14A7AF3F19}"/>
          </ac:spMkLst>
        </pc:spChg>
        <pc:spChg chg="mod ord">
          <ac:chgData name="Hélder Rodríguez López" userId="a1682f17-e6d8-43e6-afe7-dc0caf640a41" providerId="ADAL" clId="{FE5B207C-BE89-497E-A5AC-83415F42CB29}" dt="2026-08-12T05:22:25.296" v="1217"/>
          <ac:spMkLst>
            <pc:docMk/>
            <pc:sldMk cId="999281135" sldId="257"/>
            <ac:spMk id="93" creationId="{334E7714-E83B-EF41-6962-2F6368630F2C}"/>
          </ac:spMkLst>
        </pc:spChg>
        <pc:spChg chg="mod">
          <ac:chgData name="Hélder Rodríguez López" userId="a1682f17-e6d8-43e6-afe7-dc0caf640a41" providerId="ADAL" clId="{FE5B207C-BE89-497E-A5AC-83415F42CB29}" dt="2026-08-12T05:22:25.283" v="1116"/>
          <ac:spMkLst>
            <pc:docMk/>
            <pc:sldMk cId="999281135" sldId="257"/>
            <ac:spMk id="94" creationId="{1F7CB4A8-600C-46B7-465E-B253A75988B8}"/>
          </ac:spMkLst>
        </pc:spChg>
        <pc:spChg chg="mod">
          <ac:chgData name="Hélder Rodríguez López" userId="a1682f17-e6d8-43e6-afe7-dc0caf640a41" providerId="ADAL" clId="{FE5B207C-BE89-497E-A5AC-83415F42CB29}" dt="2026-08-12T05:22:25.284" v="1124"/>
          <ac:spMkLst>
            <pc:docMk/>
            <pc:sldMk cId="999281135" sldId="257"/>
            <ac:spMk id="95" creationId="{84475568-53FE-3E95-4AE0-742830F4B4F8}"/>
          </ac:spMkLst>
        </pc:spChg>
        <pc:spChg chg="mod">
          <ac:chgData name="Hélder Rodríguez López" userId="a1682f17-e6d8-43e6-afe7-dc0caf640a41" providerId="ADAL" clId="{FE5B207C-BE89-497E-A5AC-83415F42CB29}" dt="2026-08-12T05:22:25.285" v="1132"/>
          <ac:spMkLst>
            <pc:docMk/>
            <pc:sldMk cId="999281135" sldId="257"/>
            <ac:spMk id="96" creationId="{CDFD6C27-7ED4-1422-4E75-6D769E4F41B1}"/>
          </ac:spMkLst>
        </pc:spChg>
        <pc:spChg chg="mod ord">
          <ac:chgData name="Hélder Rodríguez López" userId="a1682f17-e6d8-43e6-afe7-dc0caf640a41" providerId="ADAL" clId="{FE5B207C-BE89-497E-A5AC-83415F42CB29}" dt="2026-08-12T05:22:25.296" v="1219"/>
          <ac:spMkLst>
            <pc:docMk/>
            <pc:sldMk cId="999281135" sldId="257"/>
            <ac:spMk id="97" creationId="{A2421C88-D578-B643-6949-8617AF45DCB6}"/>
          </ac:spMkLst>
        </pc:spChg>
        <pc:spChg chg="mod ord">
          <ac:chgData name="Hélder Rodríguez López" userId="a1682f17-e6d8-43e6-afe7-dc0caf640a41" providerId="ADAL" clId="{FE5B207C-BE89-497E-A5AC-83415F42CB29}" dt="2026-08-12T05:22:25.297" v="1221"/>
          <ac:spMkLst>
            <pc:docMk/>
            <pc:sldMk cId="999281135" sldId="257"/>
            <ac:spMk id="98" creationId="{11642701-7A49-52B4-7A5D-1F0E046CE8B1}"/>
          </ac:spMkLst>
        </pc:spChg>
        <pc:spChg chg="mod ord">
          <ac:chgData name="Hélder Rodríguez López" userId="a1682f17-e6d8-43e6-afe7-dc0caf640a41" providerId="ADAL" clId="{FE5B207C-BE89-497E-A5AC-83415F42CB29}" dt="2026-08-12T05:22:25.297" v="1223"/>
          <ac:spMkLst>
            <pc:docMk/>
            <pc:sldMk cId="999281135" sldId="257"/>
            <ac:spMk id="99" creationId="{588C750D-F612-3876-D11E-5AEB21B6EDC2}"/>
          </ac:spMkLst>
        </pc:spChg>
        <pc:spChg chg="mod ord">
          <ac:chgData name="Hélder Rodríguez López" userId="a1682f17-e6d8-43e6-afe7-dc0caf640a41" providerId="ADAL" clId="{FE5B207C-BE89-497E-A5AC-83415F42CB29}" dt="2026-08-12T05:22:25.297" v="1225"/>
          <ac:spMkLst>
            <pc:docMk/>
            <pc:sldMk cId="999281135" sldId="257"/>
            <ac:spMk id="100" creationId="{6585DAE3-0A31-A24B-EBC3-7945450CA09E}"/>
          </ac:spMkLst>
        </pc:spChg>
        <pc:spChg chg="mod ord">
          <ac:chgData name="Hélder Rodríguez López" userId="a1682f17-e6d8-43e6-afe7-dc0caf640a41" providerId="ADAL" clId="{FE5B207C-BE89-497E-A5AC-83415F42CB29}" dt="2026-08-12T05:22:25.297" v="1227"/>
          <ac:spMkLst>
            <pc:docMk/>
            <pc:sldMk cId="999281135" sldId="257"/>
            <ac:spMk id="101" creationId="{17A7BA9F-40D0-911D-8B22-8E9AACA601BF}"/>
          </ac:spMkLst>
        </pc:spChg>
        <pc:spChg chg="mod ord">
          <ac:chgData name="Hélder Rodríguez López" userId="a1682f17-e6d8-43e6-afe7-dc0caf640a41" providerId="ADAL" clId="{FE5B207C-BE89-497E-A5AC-83415F42CB29}" dt="2026-08-12T05:22:25.298" v="1229"/>
          <ac:spMkLst>
            <pc:docMk/>
            <pc:sldMk cId="999281135" sldId="257"/>
            <ac:spMk id="102" creationId="{7FFBCA5E-A37F-9533-A9AD-6466D7E2153D}"/>
          </ac:spMkLst>
        </pc:spChg>
        <pc:spChg chg="mod ord">
          <ac:chgData name="Hélder Rodríguez López" userId="a1682f17-e6d8-43e6-afe7-dc0caf640a41" providerId="ADAL" clId="{FE5B207C-BE89-497E-A5AC-83415F42CB29}" dt="2026-08-12T05:22:25.298" v="1231"/>
          <ac:spMkLst>
            <pc:docMk/>
            <pc:sldMk cId="999281135" sldId="257"/>
            <ac:spMk id="103" creationId="{2EC4235F-2359-6B0D-F7AB-2FC9AF45B946}"/>
          </ac:spMkLst>
        </pc:spChg>
        <pc:spChg chg="mod">
          <ac:chgData name="Hélder Rodríguez López" userId="a1682f17-e6d8-43e6-afe7-dc0caf640a41" providerId="ADAL" clId="{FE5B207C-BE89-497E-A5AC-83415F42CB29}" dt="2026-08-12T05:22:25.283" v="1117"/>
          <ac:spMkLst>
            <pc:docMk/>
            <pc:sldMk cId="999281135" sldId="257"/>
            <ac:spMk id="104" creationId="{DB6CE9B2-1955-D7FC-2B32-1ECC53686C90}"/>
          </ac:spMkLst>
        </pc:spChg>
        <pc:spChg chg="mod">
          <ac:chgData name="Hélder Rodríguez López" userId="a1682f17-e6d8-43e6-afe7-dc0caf640a41" providerId="ADAL" clId="{FE5B207C-BE89-497E-A5AC-83415F42CB29}" dt="2026-08-12T05:22:25.284" v="1125"/>
          <ac:spMkLst>
            <pc:docMk/>
            <pc:sldMk cId="999281135" sldId="257"/>
            <ac:spMk id="105" creationId="{5A6500A7-5C1A-3B34-E975-4D5311C87083}"/>
          </ac:spMkLst>
        </pc:spChg>
        <pc:spChg chg="mod">
          <ac:chgData name="Hélder Rodríguez López" userId="a1682f17-e6d8-43e6-afe7-dc0caf640a41" providerId="ADAL" clId="{FE5B207C-BE89-497E-A5AC-83415F42CB29}" dt="2026-08-12T05:22:25.285" v="1133"/>
          <ac:spMkLst>
            <pc:docMk/>
            <pc:sldMk cId="999281135" sldId="257"/>
            <ac:spMk id="106" creationId="{B685DB5D-4E38-5AD2-84E7-D08D2CD6895C}"/>
          </ac:spMkLst>
        </pc:spChg>
        <pc:spChg chg="mod ord">
          <ac:chgData name="Hélder Rodríguez López" userId="a1682f17-e6d8-43e6-afe7-dc0caf640a41" providerId="ADAL" clId="{FE5B207C-BE89-497E-A5AC-83415F42CB29}" dt="2026-08-12T05:22:25.298" v="1233"/>
          <ac:spMkLst>
            <pc:docMk/>
            <pc:sldMk cId="999281135" sldId="257"/>
            <ac:spMk id="107" creationId="{CB1D0E0D-6876-D7DC-FFBD-0E346EC48273}"/>
          </ac:spMkLst>
        </pc:spChg>
        <pc:spChg chg="mod ord">
          <ac:chgData name="Hélder Rodríguez López" userId="a1682f17-e6d8-43e6-afe7-dc0caf640a41" providerId="ADAL" clId="{FE5B207C-BE89-497E-A5AC-83415F42CB29}" dt="2026-08-12T05:22:25.298" v="1235"/>
          <ac:spMkLst>
            <pc:docMk/>
            <pc:sldMk cId="999281135" sldId="257"/>
            <ac:spMk id="108" creationId="{8E01D351-4E1A-2A5F-EF06-178BBB390774}"/>
          </ac:spMkLst>
        </pc:spChg>
        <pc:spChg chg="mod ord">
          <ac:chgData name="Hélder Rodríguez López" userId="a1682f17-e6d8-43e6-afe7-dc0caf640a41" providerId="ADAL" clId="{FE5B207C-BE89-497E-A5AC-83415F42CB29}" dt="2026-08-12T05:22:25.299" v="1237"/>
          <ac:spMkLst>
            <pc:docMk/>
            <pc:sldMk cId="999281135" sldId="257"/>
            <ac:spMk id="109" creationId="{B7CA9682-A278-25B0-0714-29C4E9B6B930}"/>
          </ac:spMkLst>
        </pc:spChg>
        <pc:spChg chg="mod ord">
          <ac:chgData name="Hélder Rodríguez López" userId="a1682f17-e6d8-43e6-afe7-dc0caf640a41" providerId="ADAL" clId="{FE5B207C-BE89-497E-A5AC-83415F42CB29}" dt="2026-08-12T05:22:25.299" v="1239"/>
          <ac:spMkLst>
            <pc:docMk/>
            <pc:sldMk cId="999281135" sldId="257"/>
            <ac:spMk id="110" creationId="{3E3D62D7-8411-01BD-CFD3-445179D0578A}"/>
          </ac:spMkLst>
        </pc:spChg>
        <pc:spChg chg="mod ord">
          <ac:chgData name="Hélder Rodríguez López" userId="a1682f17-e6d8-43e6-afe7-dc0caf640a41" providerId="ADAL" clId="{FE5B207C-BE89-497E-A5AC-83415F42CB29}" dt="2026-08-12T05:22:25.299" v="1241"/>
          <ac:spMkLst>
            <pc:docMk/>
            <pc:sldMk cId="999281135" sldId="257"/>
            <ac:spMk id="111" creationId="{844DC2FA-46A9-232C-3857-609E56F8C53A}"/>
          </ac:spMkLst>
        </pc:spChg>
        <pc:spChg chg="mod ord">
          <ac:chgData name="Hélder Rodríguez López" userId="a1682f17-e6d8-43e6-afe7-dc0caf640a41" providerId="ADAL" clId="{FE5B207C-BE89-497E-A5AC-83415F42CB29}" dt="2026-08-12T05:22:25.300" v="1243"/>
          <ac:spMkLst>
            <pc:docMk/>
            <pc:sldMk cId="999281135" sldId="257"/>
            <ac:spMk id="112" creationId="{E5B6FA6B-C8EB-D022-2B6D-DCA66FEB2C16}"/>
          </ac:spMkLst>
        </pc:spChg>
        <pc:spChg chg="mod ord">
          <ac:chgData name="Hélder Rodríguez López" userId="a1682f17-e6d8-43e6-afe7-dc0caf640a41" providerId="ADAL" clId="{FE5B207C-BE89-497E-A5AC-83415F42CB29}" dt="2026-08-12T05:22:25.300" v="1245"/>
          <ac:spMkLst>
            <pc:docMk/>
            <pc:sldMk cId="999281135" sldId="257"/>
            <ac:spMk id="113" creationId="{37EA414D-9D7A-8B21-BB4C-7A5C557EED5C}"/>
          </ac:spMkLst>
        </pc:spChg>
        <pc:spChg chg="mod ord">
          <ac:chgData name="Hélder Rodríguez López" userId="a1682f17-e6d8-43e6-afe7-dc0caf640a41" providerId="ADAL" clId="{FE5B207C-BE89-497E-A5AC-83415F42CB29}" dt="2026-08-12T05:22:25.304" v="1270"/>
          <ac:spMkLst>
            <pc:docMk/>
            <pc:sldMk cId="999281135" sldId="257"/>
            <ac:spMk id="114" creationId="{15313667-AEF5-8A42-4675-D8B8D41A5D6B}"/>
          </ac:spMkLst>
        </pc:spChg>
        <pc:spChg chg="mod ord">
          <ac:chgData name="Hélder Rodríguez López" userId="a1682f17-e6d8-43e6-afe7-dc0caf640a41" providerId="ADAL" clId="{FE5B207C-BE89-497E-A5AC-83415F42CB29}" dt="2026-08-12T05:22:25.304" v="1272"/>
          <ac:spMkLst>
            <pc:docMk/>
            <pc:sldMk cId="999281135" sldId="257"/>
            <ac:spMk id="115" creationId="{44185744-6D98-D8F6-3437-1B66B720DD3A}"/>
          </ac:spMkLst>
        </pc:spChg>
        <pc:spChg chg="mod ord">
          <ac:chgData name="Hélder Rodríguez López" userId="a1682f17-e6d8-43e6-afe7-dc0caf640a41" providerId="ADAL" clId="{FE5B207C-BE89-497E-A5AC-83415F42CB29}" dt="2026-08-12T05:22:25.304" v="1274"/>
          <ac:spMkLst>
            <pc:docMk/>
            <pc:sldMk cId="999281135" sldId="257"/>
            <ac:spMk id="116" creationId="{3179EB0A-DD19-52B8-AF8F-403AB98119BA}"/>
          </ac:spMkLst>
        </pc:spChg>
        <pc:spChg chg="mod">
          <ac:chgData name="Hélder Rodríguez López" userId="a1682f17-e6d8-43e6-afe7-dc0caf640a41" providerId="ADAL" clId="{FE5B207C-BE89-497E-A5AC-83415F42CB29}" dt="2026-08-12T05:22:25.301" v="1249"/>
          <ac:spMkLst>
            <pc:docMk/>
            <pc:sldMk cId="999281135" sldId="257"/>
            <ac:spMk id="117" creationId="{38E97D0B-E394-C038-5B13-A05309B6D01C}"/>
          </ac:spMkLst>
        </pc:spChg>
        <pc:spChg chg="mod ord">
          <ac:chgData name="Hélder Rodríguez López" userId="a1682f17-e6d8-43e6-afe7-dc0caf640a41" providerId="ADAL" clId="{FE5B207C-BE89-497E-A5AC-83415F42CB29}" dt="2026-08-12T05:22:25.281" v="1105"/>
          <ac:spMkLst>
            <pc:docMk/>
            <pc:sldMk cId="999281135" sldId="257"/>
            <ac:spMk id="119" creationId="{A28765DC-EA9E-C030-3FE3-55FA8603E104}"/>
          </ac:spMkLst>
        </pc:spChg>
        <pc:spChg chg="add mod ord">
          <ac:chgData name="Hélder Rodríguez López" userId="a1682f17-e6d8-43e6-afe7-dc0caf640a41" providerId="ADAL" clId="{FE5B207C-BE89-497E-A5AC-83415F42CB29}" dt="2026-08-12T05:22:25.279" v="1090"/>
          <ac:spMkLst>
            <pc:docMk/>
            <pc:sldMk cId="999281135" sldId="257"/>
            <ac:spMk id="120" creationId="{3FA010C5-988C-3C28-0639-FB14CFED565D}"/>
          </ac:spMkLst>
        </pc:spChg>
        <pc:spChg chg="add mod ord">
          <ac:chgData name="Hélder Rodríguez López" userId="a1682f17-e6d8-43e6-afe7-dc0caf640a41" providerId="ADAL" clId="{FE5B207C-BE89-497E-A5AC-83415F42CB29}" dt="2026-08-12T05:22:25.279" v="1092"/>
          <ac:spMkLst>
            <pc:docMk/>
            <pc:sldMk cId="999281135" sldId="257"/>
            <ac:spMk id="121" creationId="{ED130E29-C0BC-CE7B-6CEB-14F6CFE41A51}"/>
          </ac:spMkLst>
        </pc:spChg>
        <pc:spChg chg="add mod ord">
          <ac:chgData name="Hélder Rodríguez López" userId="a1682f17-e6d8-43e6-afe7-dc0caf640a41" providerId="ADAL" clId="{FE5B207C-BE89-497E-A5AC-83415F42CB29}" dt="2026-08-12T05:22:25.279" v="1094"/>
          <ac:spMkLst>
            <pc:docMk/>
            <pc:sldMk cId="999281135" sldId="257"/>
            <ac:spMk id="122" creationId="{186370C2-CAF8-C042-6451-74CCFC4424F0}"/>
          </ac:spMkLst>
        </pc:spChg>
        <pc:spChg chg="mod">
          <ac:chgData name="Hélder Rodríguez López" userId="a1682f17-e6d8-43e6-afe7-dc0caf640a41" providerId="ADAL" clId="{FE5B207C-BE89-497E-A5AC-83415F42CB29}" dt="2026-08-12T05:22:25.301" v="1248"/>
          <ac:spMkLst>
            <pc:docMk/>
            <pc:sldMk cId="999281135" sldId="257"/>
            <ac:spMk id="126" creationId="{E40027CB-66D0-081B-8A6D-C40486C229F9}"/>
          </ac:spMkLst>
        </pc:spChg>
        <pc:spChg chg="mod ord">
          <ac:chgData name="Hélder Rodríguez López" userId="a1682f17-e6d8-43e6-afe7-dc0caf640a41" providerId="ADAL" clId="{FE5B207C-BE89-497E-A5AC-83415F42CB29}" dt="2026-08-12T05:22:25.304" v="1276"/>
          <ac:spMkLst>
            <pc:docMk/>
            <pc:sldMk cId="999281135" sldId="257"/>
            <ac:spMk id="133" creationId="{E91C74A9-DAE4-4270-A984-FC42236EB5D1}"/>
          </ac:spMkLst>
        </pc:spChg>
        <pc:spChg chg="mod ord">
          <ac:chgData name="Hélder Rodríguez López" userId="a1682f17-e6d8-43e6-afe7-dc0caf640a41" providerId="ADAL" clId="{FE5B207C-BE89-497E-A5AC-83415F42CB29}" dt="2026-08-12T05:22:25.305" v="1278"/>
          <ac:spMkLst>
            <pc:docMk/>
            <pc:sldMk cId="999281135" sldId="257"/>
            <ac:spMk id="134" creationId="{2FB3FD35-24B5-5659-1338-F3BB1643573F}"/>
          </ac:spMkLst>
        </pc:spChg>
        <pc:spChg chg="mod ord">
          <ac:chgData name="Hélder Rodríguez López" userId="a1682f17-e6d8-43e6-afe7-dc0caf640a41" providerId="ADAL" clId="{FE5B207C-BE89-497E-A5AC-83415F42CB29}" dt="2026-08-12T05:22:25.305" v="1280"/>
          <ac:spMkLst>
            <pc:docMk/>
            <pc:sldMk cId="999281135" sldId="257"/>
            <ac:spMk id="135" creationId="{71C0D9A0-4BE3-8BAB-3D6E-8BDA257B82E2}"/>
          </ac:spMkLst>
        </pc:spChg>
        <pc:spChg chg="mod">
          <ac:chgData name="Hélder Rodríguez López" userId="a1682f17-e6d8-43e6-afe7-dc0caf640a41" providerId="ADAL" clId="{FE5B207C-BE89-497E-A5AC-83415F42CB29}" dt="2026-08-12T05:22:25.301" v="1250"/>
          <ac:spMkLst>
            <pc:docMk/>
            <pc:sldMk cId="999281135" sldId="257"/>
            <ac:spMk id="136" creationId="{80B9444C-6C39-C585-FB20-880519F008F8}"/>
          </ac:spMkLst>
        </pc:spChg>
        <pc:cxnChg chg="mod ord">
          <ac:chgData name="Hélder Rodríguez López" userId="a1682f17-e6d8-43e6-afe7-dc0caf640a41" providerId="ADAL" clId="{FE5B207C-BE89-497E-A5AC-83415F42CB29}" dt="2026-08-12T05:22:25.281" v="1107"/>
          <ac:cxnSpMkLst>
            <pc:docMk/>
            <pc:sldMk cId="999281135" sldId="257"/>
            <ac:cxnSpMk id="9" creationId="{E571A0EA-8C71-9645-1878-0012D2B4A944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7" v="1070"/>
          <ac:cxnSpMkLst>
            <pc:docMk/>
            <pc:sldMk cId="999281135" sldId="257"/>
            <ac:cxnSpMk id="11" creationId="{FF574223-E8AE-CDEA-4242-93A49F3F729F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7" v="1072"/>
          <ac:cxnSpMkLst>
            <pc:docMk/>
            <pc:sldMk cId="999281135" sldId="257"/>
            <ac:cxnSpMk id="12" creationId="{70E0F37D-ADAC-BD53-736C-B5A6F2840A39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8" v="1074"/>
          <ac:cxnSpMkLst>
            <pc:docMk/>
            <pc:sldMk cId="999281135" sldId="257"/>
            <ac:cxnSpMk id="13" creationId="{80914489-44F1-A974-EF65-ED3643EFD911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8" v="1076"/>
          <ac:cxnSpMkLst>
            <pc:docMk/>
            <pc:sldMk cId="999281135" sldId="257"/>
            <ac:cxnSpMk id="14" creationId="{67DBCD14-7CFD-5AF7-48E2-14279A1CA5F3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8" v="1078"/>
          <ac:cxnSpMkLst>
            <pc:docMk/>
            <pc:sldMk cId="999281135" sldId="257"/>
            <ac:cxnSpMk id="15" creationId="{AFC81026-CCEF-6C39-8FDA-1562CB458BA7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8" v="1080"/>
          <ac:cxnSpMkLst>
            <pc:docMk/>
            <pc:sldMk cId="999281135" sldId="257"/>
            <ac:cxnSpMk id="16" creationId="{C124B30F-1268-4316-A2BB-2503960FF546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8" v="1082"/>
          <ac:cxnSpMkLst>
            <pc:docMk/>
            <pc:sldMk cId="999281135" sldId="257"/>
            <ac:cxnSpMk id="17" creationId="{9F1A04AF-30FD-5031-20BD-3B3F76B2F8DC}"/>
          </ac:cxnSpMkLst>
        </pc:cxnChg>
        <pc:cxnChg chg="mod ord">
          <ac:chgData name="Hélder Rodríguez López" userId="a1682f17-e6d8-43e6-afe7-dc0caf640a41" providerId="ADAL" clId="{FE5B207C-BE89-497E-A5AC-83415F42CB29}" dt="2026-08-12T05:22:25.275" v="1060"/>
          <ac:cxnSpMkLst>
            <pc:docMk/>
            <pc:sldMk cId="999281135" sldId="257"/>
            <ac:cxnSpMk id="19" creationId="{DDE13996-74B0-921A-6723-149DBE5B19E3}"/>
          </ac:cxnSpMkLst>
        </pc:cxnChg>
        <pc:cxnChg chg="mod ord">
          <ac:chgData name="Hélder Rodríguez López" userId="a1682f17-e6d8-43e6-afe7-dc0caf640a41" providerId="ADAL" clId="{FE5B207C-BE89-497E-A5AC-83415F42CB29}" dt="2026-08-12T05:22:25.276" v="1062"/>
          <ac:cxnSpMkLst>
            <pc:docMk/>
            <pc:sldMk cId="999281135" sldId="257"/>
            <ac:cxnSpMk id="20" creationId="{6F2D69FF-52A1-5690-1E99-D3A996799DB7}"/>
          </ac:cxnSpMkLst>
        </pc:cxnChg>
        <pc:cxnChg chg="mod ord">
          <ac:chgData name="Hélder Rodríguez López" userId="a1682f17-e6d8-43e6-afe7-dc0caf640a41" providerId="ADAL" clId="{FE5B207C-BE89-497E-A5AC-83415F42CB29}" dt="2026-08-12T05:22:25.276" v="1064"/>
          <ac:cxnSpMkLst>
            <pc:docMk/>
            <pc:sldMk cId="999281135" sldId="257"/>
            <ac:cxnSpMk id="21" creationId="{72493A79-5A34-A1E8-5B41-0A86A9D0A7C9}"/>
          </ac:cxnSpMkLst>
        </pc:cxnChg>
        <pc:cxnChg chg="mod ord">
          <ac:chgData name="Hélder Rodríguez López" userId="a1682f17-e6d8-43e6-afe7-dc0caf640a41" providerId="ADAL" clId="{FE5B207C-BE89-497E-A5AC-83415F42CB29}" dt="2026-08-12T05:22:25.282" v="1109"/>
          <ac:cxnSpMkLst>
            <pc:docMk/>
            <pc:sldMk cId="999281135" sldId="257"/>
            <ac:cxnSpMk id="118" creationId="{00FF2461-7C41-0224-0BCB-06F5A6BF1FD7}"/>
          </ac:cxnSpMkLst>
        </pc:cxnChg>
        <pc:cxnChg chg="add mod ord">
          <ac:chgData name="Hélder Rodríguez López" userId="a1682f17-e6d8-43e6-afe7-dc0caf640a41" providerId="ADAL" clId="{FE5B207C-BE89-497E-A5AC-83415F42CB29}" dt="2026-08-12T05:22:25.279" v="1084"/>
          <ac:cxnSpMkLst>
            <pc:docMk/>
            <pc:sldMk cId="999281135" sldId="257"/>
            <ac:cxnSpMk id="123" creationId="{0ABF336E-EF7A-D1B6-3F0F-717F58A10D1F}"/>
          </ac:cxnSpMkLst>
        </pc:cxnChg>
        <pc:cxnChg chg="mod ord">
          <ac:chgData name="Hélder Rodríguez López" userId="a1682f17-e6d8-43e6-afe7-dc0caf640a41" providerId="ADAL" clId="{FE5B207C-BE89-497E-A5AC-83415F42CB29}" dt="2026-08-12T05:22:25.276" v="1066"/>
          <ac:cxnSpMkLst>
            <pc:docMk/>
            <pc:sldMk cId="999281135" sldId="257"/>
            <ac:cxnSpMk id="125" creationId="{1E8470F9-C9A1-AAEA-DDAF-22C9CFDEFEFC}"/>
          </ac:cxnSpMkLst>
        </pc:cxnChg>
        <pc:cxnChg chg="mod ord">
          <ac:chgData name="Hélder Rodríguez López" userId="a1682f17-e6d8-43e6-afe7-dc0caf640a41" providerId="ADAL" clId="{FE5B207C-BE89-497E-A5AC-83415F42CB29}" dt="2026-08-12T05:22:25.277" v="1068"/>
          <ac:cxnSpMkLst>
            <pc:docMk/>
            <pc:sldMk cId="999281135" sldId="257"/>
            <ac:cxnSpMk id="132" creationId="{FB52F0DC-C4A8-888D-C5E2-01E13A37115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37F8-CF6A-4A23-408F-D561B1FAE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9CDD3-46E9-D3DE-27EC-0DFA0C819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2A62C-12D4-3915-07DA-1AB83840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8ACEC-BD8A-3A21-DDFB-34270A19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728A4-FF71-F0EE-BD15-F2A95188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32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4962-5241-03D9-22B9-4611DF8B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A73D4-8D24-88D3-90D3-64EEEA2B5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2A472-4CF8-9C99-993D-4596AE2B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C1400-D23C-F425-01C6-574F2CC7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5A209-18FD-7221-9A98-9744B9BC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47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090E-8087-104A-A243-17EF733D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CFD65-9C8F-8929-5D26-D07651601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7DF43-A524-FEF1-3C66-6949CCCE3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C589D-14A7-5002-A741-E1E3C55B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09F77-10AB-116A-BF66-9A81628C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9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2E0-7323-35CA-9803-71E542D5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3A0B1-E622-EF9F-D0C0-DFA2A08CF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918FB-DD6C-3E2C-10C7-2D280604C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05F41-4427-D2FB-5FCF-C92C1BDD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A7565-979D-CBA5-EB89-0138385B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1B4F7-4CA5-A119-E957-863E8495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0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5718-523D-C8EC-AF48-E3CAFD3E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84D7F-3632-BE3A-3860-04C551740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F0AE6-7151-9A70-7DA2-159019BC3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0E6FC-8C29-274C-CCEF-5EFC9C17B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CA500-99F1-EB75-EA6B-A19B44F06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03066-9DD1-2EC0-077E-87B84937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11BF4-9AC7-D6D4-BBD7-9E855D3A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61B30-5F2B-EE72-F7A9-83964BB6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33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C2EA-F747-DFEF-4627-9557672B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C034F-29B6-DAAB-A68E-B40E83F9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E8351-FA94-B9C4-F3F7-0BFDA171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A6337-2326-3F6B-361E-E5973644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19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99185B-6126-1CC8-602D-0320C76E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B3C17-0C0E-A58B-18AB-543B822C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448B1-E935-ED7A-E3FF-ED1BD81B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88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829A-554B-C67F-4DC6-7699B224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CEC6-9788-6076-C23A-48E871074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D8D6B-7F8B-55DF-2F3B-3554DB409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5F656-BD48-5FC4-21CB-D9A396A7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C0859-48AD-5BD0-6B8B-13C663D5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F0F91-B3FF-BFC1-1DC9-29543CD2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0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DA54-0F28-B6B4-EF1C-B92AB32A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8C44C-9196-9C9B-2B22-2A7332D18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83B13-0175-8F7A-FF49-BC2892D49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02944-3C83-A9C6-FA2A-0B4360EE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CB04-7209-1081-3B9D-1342BB18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E2BB2-ECF4-9DA4-78A3-789D3F34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571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01C7-4BD8-86F8-0D1B-BAA57CEF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632F6-6144-0385-9C70-58BC262C5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18046-B459-EC0B-83A0-F4848175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973CB-B6F5-874C-34B7-740F481D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F99E9-F96B-90DB-3EFA-C112A413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3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80C33-2F04-A808-6731-690784896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0A6BF-065E-9E3B-DEED-A2B952F1F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FEE9E-D79D-7D6A-D496-5E4C3C751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65E1F-0FF7-B7B9-F0B1-840065C1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307CB-26ED-00EE-C980-1F7D73C0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38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4DE70-C87E-264D-E4C8-30A77999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BCEF-EC3A-5C0E-ADC4-3CF8451F8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04AFE-8781-36A6-55B9-9B505C1DD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A7BA4-9BA0-4F0C-A6CE-3A919DE998D3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CB83-774A-4EA0-E5B8-D0D25A395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C004-B51D-B210-34F0-195869064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CFDE9-18BD-4C4C-B339-05B0517BA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01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18" Type="http://schemas.openxmlformats.org/officeDocument/2006/relationships/tags" Target="../tags/tag118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24" Type="http://schemas.openxmlformats.org/officeDocument/2006/relationships/tags" Target="../tags/tag124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slideLayout" Target="../slideLayouts/slideLayout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26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21966843-968F-DADA-C1C7-7CB7D4B0BE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" name="OTLSHAPE_TB_00000000000000000000000000000000_RightEndCaps">
            <a:extLst>
              <a:ext uri="{FF2B5EF4-FFF2-40B4-BE49-F238E27FC236}">
                <a16:creationId xmlns:a16="http://schemas.microsoft.com/office/drawing/2014/main" id="{2D96E9B2-90EA-B9CD-020E-EF97F7D20F8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74534" y="744122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 spc="-44">
                <a:solidFill>
                  <a:schemeClr val="accent2"/>
                </a:solidFill>
                <a:latin typeface="Calibri" panose="020F0502020204030204" pitchFamily="34" charset="0"/>
              </a:rPr>
              <a:t>2026</a:t>
            </a:r>
          </a:p>
        </p:txBody>
      </p:sp>
      <p:cxnSp>
        <p:nvCxnSpPr>
          <p:cNvPr id="19" name="OTLSHAPE_M_95b738d6105640828bdfd8b2ce01db51_Connector1">
            <a:extLst>
              <a:ext uri="{FF2B5EF4-FFF2-40B4-BE49-F238E27FC236}">
                <a16:creationId xmlns:a16="http://schemas.microsoft.com/office/drawing/2014/main" id="{DDE13996-74B0-921A-6723-149DBE5B19E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303125" y="3090320"/>
            <a:ext cx="0" cy="435822"/>
          </a:xfrm>
          <a:prstGeom prst="line">
            <a:avLst/>
          </a:prstGeom>
          <a:ln w="9525" cap="flat" cmpd="sng" algn="ctr">
            <a:solidFill>
              <a:schemeClr val="accent2">
                <a:alpha val="4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TLSHAPE_M_ee2861be9319426fb3810d852e8f2bc6_Connector1">
            <a:extLst>
              <a:ext uri="{FF2B5EF4-FFF2-40B4-BE49-F238E27FC236}">
                <a16:creationId xmlns:a16="http://schemas.microsoft.com/office/drawing/2014/main" id="{6F2D69FF-52A1-5690-1E99-D3A996799DB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102271" y="4027241"/>
            <a:ext cx="0" cy="435822"/>
          </a:xfrm>
          <a:prstGeom prst="line">
            <a:avLst/>
          </a:prstGeom>
          <a:ln w="9525" cap="flat" cmpd="sng" algn="ctr">
            <a:solidFill>
              <a:schemeClr val="accent2">
                <a:alpha val="4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TLSHAPE_M_be070df236a54e58acb54bac4880bd87_Connector1">
            <a:extLst>
              <a:ext uri="{FF2B5EF4-FFF2-40B4-BE49-F238E27FC236}">
                <a16:creationId xmlns:a16="http://schemas.microsoft.com/office/drawing/2014/main" id="{72493A79-5A34-A1E8-5B41-0A86A9D0A7C9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503978" y="2153399"/>
            <a:ext cx="0" cy="435822"/>
          </a:xfrm>
          <a:prstGeom prst="line">
            <a:avLst/>
          </a:prstGeom>
          <a:ln w="9525" cap="flat" cmpd="sng" algn="ctr">
            <a:solidFill>
              <a:schemeClr val="accent2">
                <a:alpha val="4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OTLSHAPE_M_ec12db8a10974a999513a80c65690f02_Connector1">
            <a:extLst>
              <a:ext uri="{FF2B5EF4-FFF2-40B4-BE49-F238E27FC236}">
                <a16:creationId xmlns:a16="http://schemas.microsoft.com/office/drawing/2014/main" id="{1E8470F9-C9A1-AAEA-DDAF-22C9CFDEFE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499711" y="4964162"/>
            <a:ext cx="0" cy="435822"/>
          </a:xfrm>
          <a:prstGeom prst="line">
            <a:avLst/>
          </a:prstGeom>
          <a:ln w="9525" cap="flat" cmpd="sng" algn="ctr">
            <a:solidFill>
              <a:schemeClr val="accent2">
                <a:alpha val="4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OTLSHAPE_M_03cd9bd8ace24b5ab3daa4903049f84d_Connector1">
            <a:extLst>
              <a:ext uri="{FF2B5EF4-FFF2-40B4-BE49-F238E27FC236}">
                <a16:creationId xmlns:a16="http://schemas.microsoft.com/office/drawing/2014/main" id="{FB52F0DC-C4A8-888D-C5E2-01E13A37115F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704831" y="1425096"/>
            <a:ext cx="0" cy="435822"/>
          </a:xfrm>
          <a:prstGeom prst="line">
            <a:avLst/>
          </a:prstGeom>
          <a:ln w="9525" cap="flat" cmpd="sng" algn="ctr">
            <a:solidFill>
              <a:schemeClr val="accent2">
                <a:alpha val="4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TLSHAPE_T_ab0e97cac9f749e9baf25403180b9794_HorizontalConnector1">
            <a:extLst>
              <a:ext uri="{FF2B5EF4-FFF2-40B4-BE49-F238E27FC236}">
                <a16:creationId xmlns:a16="http://schemas.microsoft.com/office/drawing/2014/main" id="{FF574223-E8AE-CDEA-4242-93A49F3F729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1015619" y="2652720"/>
            <a:ext cx="2682942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OTLSHAPE_T_feb749d663fd41a48bff7cd77eb331f7_HorizontalConnector1">
            <a:extLst>
              <a:ext uri="{FF2B5EF4-FFF2-40B4-BE49-F238E27FC236}">
                <a16:creationId xmlns:a16="http://schemas.microsoft.com/office/drawing/2014/main" id="{70E0F37D-ADAC-BD53-736C-B5A6F2840A39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1781683" y="2861339"/>
            <a:ext cx="2601781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TLSHAPE_T_53c62fa4b1ce473fbfcca8880eb3a24e_HorizontalConnector1">
            <a:extLst>
              <a:ext uri="{FF2B5EF4-FFF2-40B4-BE49-F238E27FC236}">
                <a16:creationId xmlns:a16="http://schemas.microsoft.com/office/drawing/2014/main" id="{80914489-44F1-A974-EF65-ED3643EFD91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1052618" y="3589642"/>
            <a:ext cx="3559174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TLSHAPE_T_979719cab06a4e0f97e448b7409ac922_HorizontalConnector1">
            <a:extLst>
              <a:ext uri="{FF2B5EF4-FFF2-40B4-BE49-F238E27FC236}">
                <a16:creationId xmlns:a16="http://schemas.microsoft.com/office/drawing/2014/main" id="{67DBCD14-7CFD-5AF7-48E2-14279A1CA5F3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522561" y="3798260"/>
            <a:ext cx="3660050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TLSHAPE_T_6273d877cd564a9c9c2bad467f5efbb0_HorizontalConnector1">
            <a:extLst>
              <a:ext uri="{FF2B5EF4-FFF2-40B4-BE49-F238E27FC236}">
                <a16:creationId xmlns:a16="http://schemas.microsoft.com/office/drawing/2014/main" id="{AFC81026-CCEF-6C39-8FDA-1562CB458BA7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1168823" y="4526563"/>
            <a:ext cx="4242115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TLSHAPE_T_3f1cee5bfd9a41c7a5b719f9e9a81600_HorizontalConnector1">
            <a:extLst>
              <a:ext uri="{FF2B5EF4-FFF2-40B4-BE49-F238E27FC236}">
                <a16:creationId xmlns:a16="http://schemas.microsoft.com/office/drawing/2014/main" id="{C124B30F-1268-4316-A2BB-2503960FF546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1013291" y="4735182"/>
            <a:ext cx="5196794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TLSHAPE_T_1cfc7e840859462e87dc371d5297feb8_HorizontalConnector1">
            <a:extLst>
              <a:ext uri="{FF2B5EF4-FFF2-40B4-BE49-F238E27FC236}">
                <a16:creationId xmlns:a16="http://schemas.microsoft.com/office/drawing/2014/main" id="{9F1A04AF-30FD-5031-20BD-3B3F76B2F8D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719032" y="5463484"/>
            <a:ext cx="5491053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OTLSHAPE_T_fa299bf5209e4d3390ed3a87d3094d99_HorizontalConnector1">
            <a:extLst>
              <a:ext uri="{FF2B5EF4-FFF2-40B4-BE49-F238E27FC236}">
                <a16:creationId xmlns:a16="http://schemas.microsoft.com/office/drawing/2014/main" id="{0ABF336E-EF7A-D1B6-3F0F-717F58A10D1F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1891919" y="1924418"/>
            <a:ext cx="208348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TLSHAPE_D_30b5d2b280774c24b96f72e8e733a664_Line">
            <a:extLst>
              <a:ext uri="{FF2B5EF4-FFF2-40B4-BE49-F238E27FC236}">
                <a16:creationId xmlns:a16="http://schemas.microsoft.com/office/drawing/2014/main" id="{E5AC357C-7DB3-9B6C-51F8-09617675238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595217" y="1924418"/>
            <a:ext cx="160415" cy="728303"/>
          </a:xfrm>
          <a:custGeom>
            <a:avLst/>
            <a:gdLst/>
            <a:ahLst/>
            <a:cxnLst/>
            <a:rect l="0" t="0" r="0" b="0"/>
            <a:pathLst>
              <a:path w="160415" h="728303">
                <a:moveTo>
                  <a:pt x="103264" y="0"/>
                </a:moveTo>
                <a:lnTo>
                  <a:pt x="122314" y="0"/>
                </a:lnTo>
                <a:cubicBezTo>
                  <a:pt x="160414" y="0"/>
                  <a:pt x="160414" y="38100"/>
                  <a:pt x="160414" y="38100"/>
                </a:cubicBezTo>
                <a:lnTo>
                  <a:pt x="160414" y="66209"/>
                </a:lnTo>
                <a:cubicBezTo>
                  <a:pt x="160414" y="104309"/>
                  <a:pt x="122314" y="104309"/>
                  <a:pt x="122314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690202"/>
                </a:lnTo>
                <a:cubicBezTo>
                  <a:pt x="0" y="728302"/>
                  <a:pt x="38100" y="728302"/>
                  <a:pt x="38100" y="728302"/>
                </a:cubicBezTo>
                <a:lnTo>
                  <a:pt x="103344" y="728302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TLSHAPE_D_5d92a1ac409f496f98cfc70df8adac17_Line">
            <a:extLst>
              <a:ext uri="{FF2B5EF4-FFF2-40B4-BE49-F238E27FC236}">
                <a16:creationId xmlns:a16="http://schemas.microsoft.com/office/drawing/2014/main" id="{F2B97E95-7C24-5114-948B-1B9FB5E10D96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508448" y="2861339"/>
            <a:ext cx="160495" cy="728304"/>
          </a:xfrm>
          <a:custGeom>
            <a:avLst/>
            <a:gdLst/>
            <a:ahLst/>
            <a:cxnLst/>
            <a:rect l="0" t="0" r="0" b="0"/>
            <a:pathLst>
              <a:path w="160495" h="728304">
                <a:moveTo>
                  <a:pt x="103344" y="0"/>
                </a:moveTo>
                <a:lnTo>
                  <a:pt x="122394" y="0"/>
                </a:lnTo>
                <a:cubicBezTo>
                  <a:pt x="160494" y="0"/>
                  <a:pt x="160494" y="38100"/>
                  <a:pt x="160494" y="38100"/>
                </a:cubicBezTo>
                <a:lnTo>
                  <a:pt x="160494" y="66209"/>
                </a:lnTo>
                <a:cubicBezTo>
                  <a:pt x="160494" y="104309"/>
                  <a:pt x="122394" y="104309"/>
                  <a:pt x="122394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690203"/>
                </a:lnTo>
                <a:cubicBezTo>
                  <a:pt x="0" y="728303"/>
                  <a:pt x="38100" y="728303"/>
                  <a:pt x="38100" y="728303"/>
                </a:cubicBezTo>
                <a:lnTo>
                  <a:pt x="103344" y="728303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TLSHAPE_D_78c8580a508742cfa8f9beb65a9de40e_Line">
            <a:extLst>
              <a:ext uri="{FF2B5EF4-FFF2-40B4-BE49-F238E27FC236}">
                <a16:creationId xmlns:a16="http://schemas.microsoft.com/office/drawing/2014/main" id="{3FA010C5-988C-3C28-0639-FB14CFED565D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307595" y="3798260"/>
            <a:ext cx="160494" cy="728304"/>
          </a:xfrm>
          <a:custGeom>
            <a:avLst/>
            <a:gdLst/>
            <a:ahLst/>
            <a:cxnLst/>
            <a:rect l="0" t="0" r="0" b="0"/>
            <a:pathLst>
              <a:path w="160494" h="728304">
                <a:moveTo>
                  <a:pt x="103343" y="0"/>
                </a:moveTo>
                <a:lnTo>
                  <a:pt x="122393" y="0"/>
                </a:lnTo>
                <a:cubicBezTo>
                  <a:pt x="160493" y="0"/>
                  <a:pt x="160493" y="38100"/>
                  <a:pt x="160493" y="38100"/>
                </a:cubicBezTo>
                <a:lnTo>
                  <a:pt x="160493" y="66210"/>
                </a:lnTo>
                <a:cubicBezTo>
                  <a:pt x="160493" y="104310"/>
                  <a:pt x="122393" y="104310"/>
                  <a:pt x="122393" y="104310"/>
                </a:cubicBezTo>
                <a:lnTo>
                  <a:pt x="38100" y="104310"/>
                </a:lnTo>
                <a:cubicBezTo>
                  <a:pt x="0" y="104310"/>
                  <a:pt x="0" y="142410"/>
                  <a:pt x="0" y="142410"/>
                </a:cubicBezTo>
                <a:lnTo>
                  <a:pt x="0" y="690203"/>
                </a:lnTo>
                <a:cubicBezTo>
                  <a:pt x="0" y="728303"/>
                  <a:pt x="38100" y="728303"/>
                  <a:pt x="38100" y="728303"/>
                </a:cubicBezTo>
                <a:lnTo>
                  <a:pt x="103343" y="728303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OTLSHAPE_D_14877136d1024249957fe004caaa1169_Line">
            <a:extLst>
              <a:ext uri="{FF2B5EF4-FFF2-40B4-BE49-F238E27FC236}">
                <a16:creationId xmlns:a16="http://schemas.microsoft.com/office/drawing/2014/main" id="{ED130E29-C0BC-CE7B-6CEB-14F6CFE41A51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095921" y="4526563"/>
            <a:ext cx="114165" cy="208620"/>
          </a:xfrm>
          <a:custGeom>
            <a:avLst/>
            <a:gdLst/>
            <a:ahLst/>
            <a:cxnLst/>
            <a:rect l="0" t="0" r="0" b="0"/>
            <a:pathLst>
              <a:path w="114165" h="20862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81145"/>
                </a:lnTo>
                <a:cubicBezTo>
                  <a:pt x="57150" y="104309"/>
                  <a:pt x="33985" y="104309"/>
                  <a:pt x="33985" y="104309"/>
                </a:cubicBezTo>
                <a:lnTo>
                  <a:pt x="33985" y="104309"/>
                </a:lnTo>
                <a:cubicBezTo>
                  <a:pt x="10820" y="104309"/>
                  <a:pt x="10820" y="127474"/>
                  <a:pt x="10820" y="127474"/>
                </a:cubicBezTo>
                <a:lnTo>
                  <a:pt x="10820" y="170519"/>
                </a:lnTo>
                <a:cubicBezTo>
                  <a:pt x="10820" y="208619"/>
                  <a:pt x="48920" y="208619"/>
                  <a:pt x="48920" y="208619"/>
                </a:cubicBezTo>
                <a:lnTo>
                  <a:pt x="114164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OTLSHAPE_D_26dbc36402344d3e826086c24aae73f1_Line">
            <a:extLst>
              <a:ext uri="{FF2B5EF4-FFF2-40B4-BE49-F238E27FC236}">
                <a16:creationId xmlns:a16="http://schemas.microsoft.com/office/drawing/2014/main" id="{186370C2-CAF8-C042-6451-74CCFC4424F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095921" y="4526563"/>
            <a:ext cx="114165" cy="936922"/>
          </a:xfrm>
          <a:custGeom>
            <a:avLst/>
            <a:gdLst/>
            <a:ahLst/>
            <a:cxnLst/>
            <a:rect l="0" t="0" r="0" b="0"/>
            <a:pathLst>
              <a:path w="114165" h="936922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81145"/>
                </a:lnTo>
                <a:cubicBezTo>
                  <a:pt x="57150" y="104309"/>
                  <a:pt x="33985" y="104309"/>
                  <a:pt x="33985" y="104309"/>
                </a:cubicBezTo>
                <a:lnTo>
                  <a:pt x="33985" y="104309"/>
                </a:lnTo>
                <a:cubicBezTo>
                  <a:pt x="10820" y="104309"/>
                  <a:pt x="10820" y="127474"/>
                  <a:pt x="10820" y="127474"/>
                </a:cubicBezTo>
                <a:lnTo>
                  <a:pt x="10820" y="898821"/>
                </a:lnTo>
                <a:cubicBezTo>
                  <a:pt x="10820" y="936921"/>
                  <a:pt x="48920" y="936921"/>
                  <a:pt x="48920" y="936921"/>
                </a:cubicBezTo>
                <a:lnTo>
                  <a:pt x="114164" y="936921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C5C75BFC-1D75-A6FB-FCEA-5854D18213AC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844465" y="756653"/>
            <a:ext cx="10515600" cy="254000"/>
          </a:xfrm>
          <a:prstGeom prst="roundRect">
            <a:avLst/>
          </a:prstGeom>
          <a:solidFill>
            <a:schemeClr val="dk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681F7F54-38F0-100C-7BF5-739F5B7793B5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844465" y="959853"/>
            <a:ext cx="1295400" cy="5080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0D0B337C-8D59-07C8-2F30-AC8C819B7BD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094300" y="1010653"/>
            <a:ext cx="76200" cy="84667"/>
          </a:xfrm>
          <a:prstGeom prst="triangl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D1534B6A-B642-2851-A83D-E5C74997B103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950457" y="1095319"/>
            <a:ext cx="364522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z="1200" spc="-34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DDCF290E-13E7-AF02-5380-29FDD089D28B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895265" y="790625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2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F1D2701E-CE0C-FB81-845D-A7E74057D2F1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4434344" y="790625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chemeClr val="lt2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119" name="OTLSHAPE_TB_00000000000000000000000000000000_TimescaleInterval3">
            <a:extLst>
              <a:ext uri="{FF2B5EF4-FFF2-40B4-BE49-F238E27FC236}">
                <a16:creationId xmlns:a16="http://schemas.microsoft.com/office/drawing/2014/main" id="{A28765DC-EA9E-C030-3FE3-55FA8603E104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7859257" y="790625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2">
                <a:solidFill>
                  <a:schemeClr val="lt2"/>
                </a:solidFill>
                <a:latin typeface="Calibri" panose="020F0502020204030204" pitchFamily="34" charset="0"/>
              </a:rPr>
              <a:t>Oct</a:t>
            </a: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E571A0EA-8C71-9645-1878-0012D2B4A944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4383542" y="782053"/>
            <a:ext cx="0" cy="2032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OTLSHAPE_TB_00000000000000000000000000000000_Separator2">
            <a:extLst>
              <a:ext uri="{FF2B5EF4-FFF2-40B4-BE49-F238E27FC236}">
                <a16:creationId xmlns:a16="http://schemas.microsoft.com/office/drawing/2014/main" id="{00FF2461-7C41-0224-0BCB-06F5A6BF1FD7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7808457" y="782053"/>
            <a:ext cx="0" cy="2032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TLSHAPE_T_fa299bf5209e4d3390ed3a87d3094d99_Shape">
            <a:extLst>
              <a:ext uri="{FF2B5EF4-FFF2-40B4-BE49-F238E27FC236}">
                <a16:creationId xmlns:a16="http://schemas.microsoft.com/office/drawing/2014/main" id="{C1FB1BE3-8D67-28D4-0007-FF29FFC3318C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2100267" y="1860918"/>
            <a:ext cx="1600200" cy="127000"/>
          </a:xfrm>
          <a:prstGeom prst="roundRect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TLSHAPE_T_ab0e97cac9f749e9baf25403180b9794_Shape">
            <a:extLst>
              <a:ext uri="{FF2B5EF4-FFF2-40B4-BE49-F238E27FC236}">
                <a16:creationId xmlns:a16="http://schemas.microsoft.com/office/drawing/2014/main" id="{EA659EEB-7843-AC9F-DA0E-43B5D119118D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698561" y="2589220"/>
            <a:ext cx="800100" cy="127000"/>
          </a:xfrm>
          <a:prstGeom prst="roundRect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TLSHAPE_T_feb749d663fd41a48bff7cd77eb331f7_Shape">
            <a:extLst>
              <a:ext uri="{FF2B5EF4-FFF2-40B4-BE49-F238E27FC236}">
                <a16:creationId xmlns:a16="http://schemas.microsoft.com/office/drawing/2014/main" id="{B2083AE2-C9BB-9083-230F-4BBD2BB78CD7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4383464" y="2797839"/>
            <a:ext cx="228600" cy="127000"/>
          </a:xfrm>
          <a:prstGeom prst="round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TLSHAPE_T_53c62fa4b1ce473fbfcca8880eb3a24e_Shape">
            <a:extLst>
              <a:ext uri="{FF2B5EF4-FFF2-40B4-BE49-F238E27FC236}">
                <a16:creationId xmlns:a16="http://schemas.microsoft.com/office/drawing/2014/main" id="{17F8613F-A5C0-57CB-5594-5EA079F34D4C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4611792" y="3526142"/>
            <a:ext cx="685800" cy="127000"/>
          </a:xfrm>
          <a:prstGeom prst="round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OTLSHAPE_T_979719cab06a4e0f97e448b7409ac922_Shape">
            <a:extLst>
              <a:ext uri="{FF2B5EF4-FFF2-40B4-BE49-F238E27FC236}">
                <a16:creationId xmlns:a16="http://schemas.microsoft.com/office/drawing/2014/main" id="{61B695E6-4233-0CAD-1B80-8EB79CE01DC6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5182611" y="3734760"/>
            <a:ext cx="228600" cy="127000"/>
          </a:xfrm>
          <a:prstGeom prst="round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TLSHAPE_T_6273d877cd564a9c9c2bad467f5efbb0_Shape">
            <a:extLst>
              <a:ext uri="{FF2B5EF4-FFF2-40B4-BE49-F238E27FC236}">
                <a16:creationId xmlns:a16="http://schemas.microsoft.com/office/drawing/2014/main" id="{811CCDF6-3638-32DE-E7BE-52BF8A4E216E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5410938" y="4463063"/>
            <a:ext cx="685800" cy="127000"/>
          </a:xfrm>
          <a:prstGeom prst="round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TLSHAPE_T_3f1cee5bfd9a41c7a5b719f9e9a81600_Shape">
            <a:extLst>
              <a:ext uri="{FF2B5EF4-FFF2-40B4-BE49-F238E27FC236}">
                <a16:creationId xmlns:a16="http://schemas.microsoft.com/office/drawing/2014/main" id="{1F7CB4A8-600C-46B7-465E-B253A75988B8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6210085" y="4671682"/>
            <a:ext cx="1485900" cy="127000"/>
          </a:xfrm>
          <a:prstGeom prst="round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TLSHAPE_T_1cfc7e840859462e87dc371d5297feb8_Shape">
            <a:extLst>
              <a:ext uri="{FF2B5EF4-FFF2-40B4-BE49-F238E27FC236}">
                <a16:creationId xmlns:a16="http://schemas.microsoft.com/office/drawing/2014/main" id="{DB6CE9B2-1955-D7FC-2B32-1ECC53686C90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210085" y="5399984"/>
            <a:ext cx="2286000" cy="127000"/>
          </a:xfrm>
          <a:prstGeom prst="round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TLSHAPE_T_fa299bf5209e4d3390ed3a87d3094d99_ShapePercentage" hidden="1">
            <a:extLst>
              <a:ext uri="{FF2B5EF4-FFF2-40B4-BE49-F238E27FC236}">
                <a16:creationId xmlns:a16="http://schemas.microsoft.com/office/drawing/2014/main" id="{FFA2A571-643B-C67D-3308-74CA94B08D0E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2100267" y="1860918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TLSHAPE_T_ab0e97cac9f749e9baf25403180b9794_ShapePercentage" hidden="1">
            <a:extLst>
              <a:ext uri="{FF2B5EF4-FFF2-40B4-BE49-F238E27FC236}">
                <a16:creationId xmlns:a16="http://schemas.microsoft.com/office/drawing/2014/main" id="{D07164F9-9D93-9150-B2E3-F983E6FB7BF0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3698561" y="2589220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TLSHAPE_T_feb749d663fd41a48bff7cd77eb331f7_ShapePercentage" hidden="1">
            <a:extLst>
              <a:ext uri="{FF2B5EF4-FFF2-40B4-BE49-F238E27FC236}">
                <a16:creationId xmlns:a16="http://schemas.microsoft.com/office/drawing/2014/main" id="{715F6BA4-CF92-D889-0975-4933C62E8AFA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383464" y="2797839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TLSHAPE_T_53c62fa4b1ce473fbfcca8880eb3a24e_ShapePercentage" hidden="1">
            <a:extLst>
              <a:ext uri="{FF2B5EF4-FFF2-40B4-BE49-F238E27FC236}">
                <a16:creationId xmlns:a16="http://schemas.microsoft.com/office/drawing/2014/main" id="{0C229142-47FE-FD81-C3D4-316FE33741EA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4611792" y="3526142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TLSHAPE_T_979719cab06a4e0f97e448b7409ac922_ShapePercentage" hidden="1">
            <a:extLst>
              <a:ext uri="{FF2B5EF4-FFF2-40B4-BE49-F238E27FC236}">
                <a16:creationId xmlns:a16="http://schemas.microsoft.com/office/drawing/2014/main" id="{BE23B280-C03B-6D96-B94E-69F53B4A67D0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5182611" y="3734760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OTLSHAPE_T_6273d877cd564a9c9c2bad467f5efbb0_ShapePercentage" hidden="1">
            <a:extLst>
              <a:ext uri="{FF2B5EF4-FFF2-40B4-BE49-F238E27FC236}">
                <a16:creationId xmlns:a16="http://schemas.microsoft.com/office/drawing/2014/main" id="{411A9438-144F-B91F-9610-D20EB6723040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5410938" y="4463063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OTLSHAPE_T_3f1cee5bfd9a41c7a5b719f9e9a81600_ShapePercentage" hidden="1">
            <a:extLst>
              <a:ext uri="{FF2B5EF4-FFF2-40B4-BE49-F238E27FC236}">
                <a16:creationId xmlns:a16="http://schemas.microsoft.com/office/drawing/2014/main" id="{84475568-53FE-3E95-4AE0-742830F4B4F8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210085" y="4671682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TLSHAPE_T_1cfc7e840859462e87dc371d5297feb8_ShapePercentage" hidden="1">
            <a:extLst>
              <a:ext uri="{FF2B5EF4-FFF2-40B4-BE49-F238E27FC236}">
                <a16:creationId xmlns:a16="http://schemas.microsoft.com/office/drawing/2014/main" id="{5A6500A7-5C1A-3B34-E975-4D5311C87083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6210085" y="5399984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TLSHAPE_T_fa299bf5209e4d3390ed3a87d3094d99_BaselineShape" hidden="1">
            <a:extLst>
              <a:ext uri="{FF2B5EF4-FFF2-40B4-BE49-F238E27FC236}">
                <a16:creationId xmlns:a16="http://schemas.microsoft.com/office/drawing/2014/main" id="{CD91474A-1688-518A-80E2-6B003ED71AFF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844465" y="194981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TLSHAPE_T_ab0e97cac9f749e9baf25403180b9794_BaselineShape" hidden="1">
            <a:extLst>
              <a:ext uri="{FF2B5EF4-FFF2-40B4-BE49-F238E27FC236}">
                <a16:creationId xmlns:a16="http://schemas.microsoft.com/office/drawing/2014/main" id="{1E67CA64-8741-DFAD-2508-C9E8C2E4B7A7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844465" y="267812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TLSHAPE_T_feb749d663fd41a48bff7cd77eb331f7_BaselineShape" hidden="1">
            <a:extLst>
              <a:ext uri="{FF2B5EF4-FFF2-40B4-BE49-F238E27FC236}">
                <a16:creationId xmlns:a16="http://schemas.microsoft.com/office/drawing/2014/main" id="{6E1CE113-8451-6DA1-0595-F47C84BE618C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844465" y="288673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TLSHAPE_T_53c62fa4b1ce473fbfcca8880eb3a24e_BaselineShape" hidden="1">
            <a:extLst>
              <a:ext uri="{FF2B5EF4-FFF2-40B4-BE49-F238E27FC236}">
                <a16:creationId xmlns:a16="http://schemas.microsoft.com/office/drawing/2014/main" id="{231591D2-5C6D-86D4-3B48-88C21117036E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844465" y="3615042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TLSHAPE_T_979719cab06a4e0f97e448b7409ac922_BaselineShape" hidden="1">
            <a:extLst>
              <a:ext uri="{FF2B5EF4-FFF2-40B4-BE49-F238E27FC236}">
                <a16:creationId xmlns:a16="http://schemas.microsoft.com/office/drawing/2014/main" id="{A32C1D39-1D12-39A5-8A4D-1B8ADCECAFEC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844465" y="382366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TLSHAPE_T_6273d877cd564a9c9c2bad467f5efbb0_BaselineShape" hidden="1">
            <a:extLst>
              <a:ext uri="{FF2B5EF4-FFF2-40B4-BE49-F238E27FC236}">
                <a16:creationId xmlns:a16="http://schemas.microsoft.com/office/drawing/2014/main" id="{C0A4FF5C-0875-59D4-1E78-D4573033CA4D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844465" y="455196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OTLSHAPE_T_3f1cee5bfd9a41c7a5b719f9e9a81600_BaselineShape" hidden="1">
            <a:extLst>
              <a:ext uri="{FF2B5EF4-FFF2-40B4-BE49-F238E27FC236}">
                <a16:creationId xmlns:a16="http://schemas.microsoft.com/office/drawing/2014/main" id="{CDFD6C27-7ED4-1422-4E75-6D769E4F41B1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844465" y="4760582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TLSHAPE_T_1cfc7e840859462e87dc371d5297feb8_BaselineShape" hidden="1">
            <a:extLst>
              <a:ext uri="{FF2B5EF4-FFF2-40B4-BE49-F238E27FC236}">
                <a16:creationId xmlns:a16="http://schemas.microsoft.com/office/drawing/2014/main" id="{B685DB5D-4E38-5AD2-84E7-D08D2CD6895C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844465" y="548888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TLSHAPE_T_fa299bf5209e4d3390ed3a87d3094d99_Duration" hidden="1">
            <a:extLst>
              <a:ext uri="{FF2B5EF4-FFF2-40B4-BE49-F238E27FC236}">
                <a16:creationId xmlns:a16="http://schemas.microsoft.com/office/drawing/2014/main" id="{2C91908C-4B5C-1856-1950-91FE3575027D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38" name="OTLSHAPE_T_fa299bf5209e4d3390ed3a87d3094d99_Variance" hidden="1">
            <a:extLst>
              <a:ext uri="{FF2B5EF4-FFF2-40B4-BE49-F238E27FC236}">
                <a16:creationId xmlns:a16="http://schemas.microsoft.com/office/drawing/2014/main" id="{1020E03C-9D69-8216-2255-9C6E3DA0EAF0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OTLSHAPE_T_fa299bf5209e4d3390ed3a87d3094d99_StartDate" hidden="1">
            <a:extLst>
              <a:ext uri="{FF2B5EF4-FFF2-40B4-BE49-F238E27FC236}">
                <a16:creationId xmlns:a16="http://schemas.microsoft.com/office/drawing/2014/main" id="{5F024495-7A04-863F-F7FD-922964B7DD89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OTLSHAPE_T_fa299bf5209e4d3390ed3a87d3094d99_EndDate" hidden="1">
            <a:extLst>
              <a:ext uri="{FF2B5EF4-FFF2-40B4-BE49-F238E27FC236}">
                <a16:creationId xmlns:a16="http://schemas.microsoft.com/office/drawing/2014/main" id="{B0EBA390-37EF-220D-C36C-EDBBB1CEDF5F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OTLSHAPE_T_fa299bf5209e4d3390ed3a87d3094d99_Title">
            <a:extLst>
              <a:ext uri="{FF2B5EF4-FFF2-40B4-BE49-F238E27FC236}">
                <a16:creationId xmlns:a16="http://schemas.microsoft.com/office/drawing/2014/main" id="{9ECB6754-E80D-E237-F805-34AA394E307A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0" y="1839158"/>
            <a:ext cx="1765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2">
                <a:solidFill>
                  <a:schemeClr val="dk1"/>
                </a:solidFill>
                <a:latin typeface="Calibri" panose="020F0502020204030204" pitchFamily="34" charset="0"/>
              </a:rPr>
              <a:t>Evt Functionality: Python 2 C++</a:t>
            </a:r>
            <a:endParaRPr lang="en-GB" sz="1100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T_fa299bf5209e4d3390ed3a87d3094d99_JoinedDate">
            <a:extLst>
              <a:ext uri="{FF2B5EF4-FFF2-40B4-BE49-F238E27FC236}">
                <a16:creationId xmlns:a16="http://schemas.microsoft.com/office/drawing/2014/main" id="{0D7BBA73-44E2-01AD-F4C5-2E8D3F839994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3800081" y="1846905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12 - Aug 25</a:t>
            </a:r>
          </a:p>
        </p:txBody>
      </p:sp>
      <p:sp>
        <p:nvSpPr>
          <p:cNvPr id="43" name="OTLSHAPE_T_fa299bf5209e4d3390ed3a87d3094d99_TextPercentage" hidden="1">
            <a:extLst>
              <a:ext uri="{FF2B5EF4-FFF2-40B4-BE49-F238E27FC236}">
                <a16:creationId xmlns:a16="http://schemas.microsoft.com/office/drawing/2014/main" id="{42E79E21-BB68-7113-2F15-C38084DD4C0B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OTLSHAPE_T_ab0e97cac9f749e9baf25403180b9794_Duration" hidden="1">
            <a:extLst>
              <a:ext uri="{FF2B5EF4-FFF2-40B4-BE49-F238E27FC236}">
                <a16:creationId xmlns:a16="http://schemas.microsoft.com/office/drawing/2014/main" id="{4071FFD7-5286-A17D-C28B-615F019BCD63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48" name="OTLSHAPE_T_ab0e97cac9f749e9baf25403180b9794_Variance" hidden="1">
            <a:extLst>
              <a:ext uri="{FF2B5EF4-FFF2-40B4-BE49-F238E27FC236}">
                <a16:creationId xmlns:a16="http://schemas.microsoft.com/office/drawing/2014/main" id="{67B465AF-CA1B-A296-20C5-744ED9540535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OTLSHAPE_T_ab0e97cac9f749e9baf25403180b9794_StartDate" hidden="1">
            <a:extLst>
              <a:ext uri="{FF2B5EF4-FFF2-40B4-BE49-F238E27FC236}">
                <a16:creationId xmlns:a16="http://schemas.microsoft.com/office/drawing/2014/main" id="{0210BF21-3D5B-4218-D4EA-831542505812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T_ab0e97cac9f749e9baf25403180b9794_EndDate" hidden="1">
            <a:extLst>
              <a:ext uri="{FF2B5EF4-FFF2-40B4-BE49-F238E27FC236}">
                <a16:creationId xmlns:a16="http://schemas.microsoft.com/office/drawing/2014/main" id="{6D314594-5794-A66A-3FBA-F8D32002BD5F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OTLSHAPE_T_ab0e97cac9f749e9baf25403180b9794_Title">
            <a:extLst>
              <a:ext uri="{FF2B5EF4-FFF2-40B4-BE49-F238E27FC236}">
                <a16:creationId xmlns:a16="http://schemas.microsoft.com/office/drawing/2014/main" id="{66671B19-812C-16C2-4C55-22B2703D9FCD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27000" y="2567461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8" dirty="0">
                <a:solidFill>
                  <a:schemeClr val="dk1"/>
                </a:solidFill>
                <a:latin typeface="Calibri" panose="020F0502020204030204" pitchFamily="34" charset="0"/>
              </a:rPr>
              <a:t>Event Based VO</a:t>
            </a:r>
          </a:p>
        </p:txBody>
      </p:sp>
      <p:sp>
        <p:nvSpPr>
          <p:cNvPr id="52" name="OTLSHAPE_T_ab0e97cac9f749e9baf25403180b9794_JoinedDate">
            <a:extLst>
              <a:ext uri="{FF2B5EF4-FFF2-40B4-BE49-F238E27FC236}">
                <a16:creationId xmlns:a16="http://schemas.microsoft.com/office/drawing/2014/main" id="{92E14E15-4ACA-D2CE-C5D1-2EDDC249EA80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4548428" y="2575208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26 - Sep 1</a:t>
            </a:r>
          </a:p>
        </p:txBody>
      </p:sp>
      <p:sp>
        <p:nvSpPr>
          <p:cNvPr id="53" name="OTLSHAPE_T_ab0e97cac9f749e9baf25403180b9794_TextPercentage" hidden="1">
            <a:extLst>
              <a:ext uri="{FF2B5EF4-FFF2-40B4-BE49-F238E27FC236}">
                <a16:creationId xmlns:a16="http://schemas.microsoft.com/office/drawing/2014/main" id="{C2CBC0A3-5684-EB65-8829-7BEB834B501C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OTLSHAPE_T_feb749d663fd41a48bff7cd77eb331f7_Duration" hidden="1">
            <a:extLst>
              <a:ext uri="{FF2B5EF4-FFF2-40B4-BE49-F238E27FC236}">
                <a16:creationId xmlns:a16="http://schemas.microsoft.com/office/drawing/2014/main" id="{570829A7-6E30-9CC7-20F0-DF1B4F1B0ACB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58" name="OTLSHAPE_T_feb749d663fd41a48bff7cd77eb331f7_Variance" hidden="1">
            <a:extLst>
              <a:ext uri="{FF2B5EF4-FFF2-40B4-BE49-F238E27FC236}">
                <a16:creationId xmlns:a16="http://schemas.microsoft.com/office/drawing/2014/main" id="{60E881D4-224F-EB94-BF1F-511F2DCD8E75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9" name="OTLSHAPE_T_feb749d663fd41a48bff7cd77eb331f7_StartDate" hidden="1">
            <a:extLst>
              <a:ext uri="{FF2B5EF4-FFF2-40B4-BE49-F238E27FC236}">
                <a16:creationId xmlns:a16="http://schemas.microsoft.com/office/drawing/2014/main" id="{6EE1750E-41AB-8928-FE64-019CD4F1AD64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OTLSHAPE_T_feb749d663fd41a48bff7cd77eb331f7_EndDate" hidden="1">
            <a:extLst>
              <a:ext uri="{FF2B5EF4-FFF2-40B4-BE49-F238E27FC236}">
                <a16:creationId xmlns:a16="http://schemas.microsoft.com/office/drawing/2014/main" id="{12BC5F30-DD9B-B6EC-5253-91146828BB39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OTLSHAPE_T_feb749d663fd41a48bff7cd77eb331f7_Title">
            <a:extLst>
              <a:ext uri="{FF2B5EF4-FFF2-40B4-BE49-F238E27FC236}">
                <a16:creationId xmlns:a16="http://schemas.microsoft.com/office/drawing/2014/main" id="{1518014A-8D5F-784E-08EE-B7C29B107D3B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27000" y="2776080"/>
            <a:ext cx="1663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Camera IMU Calibration (Fer)</a:t>
            </a:r>
          </a:p>
        </p:txBody>
      </p:sp>
      <p:sp>
        <p:nvSpPr>
          <p:cNvPr id="62" name="OTLSHAPE_T_feb749d663fd41a48bff7cd77eb331f7_JoinedDate">
            <a:extLst>
              <a:ext uri="{FF2B5EF4-FFF2-40B4-BE49-F238E27FC236}">
                <a16:creationId xmlns:a16="http://schemas.microsoft.com/office/drawing/2014/main" id="{77FD8561-98D1-EBAA-2D12-7FDE10D6DC29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4713392" y="2783827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31 - Sep 2</a:t>
            </a:r>
          </a:p>
        </p:txBody>
      </p:sp>
      <p:sp>
        <p:nvSpPr>
          <p:cNvPr id="63" name="OTLSHAPE_T_feb749d663fd41a48bff7cd77eb331f7_TextPercentage" hidden="1">
            <a:extLst>
              <a:ext uri="{FF2B5EF4-FFF2-40B4-BE49-F238E27FC236}">
                <a16:creationId xmlns:a16="http://schemas.microsoft.com/office/drawing/2014/main" id="{27E55AAA-72F1-BAF3-97F9-C39C3EF1CC2F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OTLSHAPE_T_53c62fa4b1ce473fbfcca8880eb3a24e_Duration" hidden="1">
            <a:extLst>
              <a:ext uri="{FF2B5EF4-FFF2-40B4-BE49-F238E27FC236}">
                <a16:creationId xmlns:a16="http://schemas.microsoft.com/office/drawing/2014/main" id="{BD17F1F5-D1BC-FBCF-0B38-AE6730B5DAC3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68" name="OTLSHAPE_T_53c62fa4b1ce473fbfcca8880eb3a24e_Variance" hidden="1">
            <a:extLst>
              <a:ext uri="{FF2B5EF4-FFF2-40B4-BE49-F238E27FC236}">
                <a16:creationId xmlns:a16="http://schemas.microsoft.com/office/drawing/2014/main" id="{37EF1EB1-51A4-E430-7890-A5FD63C06E56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OTLSHAPE_T_53c62fa4b1ce473fbfcca8880eb3a24e_StartDate" hidden="1">
            <a:extLst>
              <a:ext uri="{FF2B5EF4-FFF2-40B4-BE49-F238E27FC236}">
                <a16:creationId xmlns:a16="http://schemas.microsoft.com/office/drawing/2014/main" id="{4E144389-4B18-02C5-3DF4-2A3AA3DEBF96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OTLSHAPE_T_53c62fa4b1ce473fbfcca8880eb3a24e_EndDate" hidden="1">
            <a:extLst>
              <a:ext uri="{FF2B5EF4-FFF2-40B4-BE49-F238E27FC236}">
                <a16:creationId xmlns:a16="http://schemas.microsoft.com/office/drawing/2014/main" id="{8FD0252F-2D33-8D81-8FB3-5F5C9063F7B8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71" name="OTLSHAPE_T_53c62fa4b1ce473fbfcca8880eb3a24e_Title">
            <a:extLst>
              <a:ext uri="{FF2B5EF4-FFF2-40B4-BE49-F238E27FC236}">
                <a16:creationId xmlns:a16="http://schemas.microsoft.com/office/drawing/2014/main" id="{6C1AA3FE-77E1-E6B1-4E52-7EE01DD6B776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0" y="3504382"/>
            <a:ext cx="927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Event Based VIO</a:t>
            </a:r>
          </a:p>
        </p:txBody>
      </p:sp>
      <p:sp>
        <p:nvSpPr>
          <p:cNvPr id="72" name="OTLSHAPE_T_53c62fa4b1ce473fbfcca8880eb3a24e_JoinedDate">
            <a:extLst>
              <a:ext uri="{FF2B5EF4-FFF2-40B4-BE49-F238E27FC236}">
                <a16:creationId xmlns:a16="http://schemas.microsoft.com/office/drawing/2014/main" id="{68580E1A-2C78-EC16-34AC-61194101D3E4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5347575" y="3512129"/>
            <a:ext cx="660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2 - Sep 8</a:t>
            </a:r>
          </a:p>
        </p:txBody>
      </p:sp>
      <p:sp>
        <p:nvSpPr>
          <p:cNvPr id="73" name="OTLSHAPE_T_53c62fa4b1ce473fbfcca8880eb3a24e_TextPercentage" hidden="1">
            <a:extLst>
              <a:ext uri="{FF2B5EF4-FFF2-40B4-BE49-F238E27FC236}">
                <a16:creationId xmlns:a16="http://schemas.microsoft.com/office/drawing/2014/main" id="{E5E69AC0-41F5-D603-30E4-6193867A19BE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77" name="OTLSHAPE_T_979719cab06a4e0f97e448b7409ac922_Duration" hidden="1">
            <a:extLst>
              <a:ext uri="{FF2B5EF4-FFF2-40B4-BE49-F238E27FC236}">
                <a16:creationId xmlns:a16="http://schemas.microsoft.com/office/drawing/2014/main" id="{24329AD7-D6ED-9E49-C8D7-E0E54A9CABD7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78" name="OTLSHAPE_T_979719cab06a4e0f97e448b7409ac922_Variance" hidden="1">
            <a:extLst>
              <a:ext uri="{FF2B5EF4-FFF2-40B4-BE49-F238E27FC236}">
                <a16:creationId xmlns:a16="http://schemas.microsoft.com/office/drawing/2014/main" id="{BEF8D787-38EC-7B06-C336-8DA667409511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OTLSHAPE_T_979719cab06a4e0f97e448b7409ac922_StartDate" hidden="1">
            <a:extLst>
              <a:ext uri="{FF2B5EF4-FFF2-40B4-BE49-F238E27FC236}">
                <a16:creationId xmlns:a16="http://schemas.microsoft.com/office/drawing/2014/main" id="{375FDD8D-B175-AD1D-19E2-05BCE81712C3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T_979719cab06a4e0f97e448b7409ac922_EndDate" hidden="1">
            <a:extLst>
              <a:ext uri="{FF2B5EF4-FFF2-40B4-BE49-F238E27FC236}">
                <a16:creationId xmlns:a16="http://schemas.microsoft.com/office/drawing/2014/main" id="{21DF7C77-9269-07C1-BA7A-6F5AD9395932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T_979719cab06a4e0f97e448b7409ac922_Title">
            <a:extLst>
              <a:ext uri="{FF2B5EF4-FFF2-40B4-BE49-F238E27FC236}">
                <a16:creationId xmlns:a16="http://schemas.microsoft.com/office/drawing/2014/main" id="{3F3C1840-13C5-144B-60FD-56268577CF5B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0" y="3713001"/>
            <a:ext cx="1397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>
                <a:solidFill>
                  <a:schemeClr val="dk1"/>
                </a:solidFill>
                <a:latin typeface="Calibri" panose="020F0502020204030204" pitchFamily="34" charset="0"/>
              </a:rPr>
              <a:t>Flights (Closing the loop)</a:t>
            </a:r>
          </a:p>
        </p:txBody>
      </p:sp>
      <p:sp>
        <p:nvSpPr>
          <p:cNvPr id="82" name="OTLSHAPE_T_979719cab06a4e0f97e448b7409ac922_JoinedDate">
            <a:extLst>
              <a:ext uri="{FF2B5EF4-FFF2-40B4-BE49-F238E27FC236}">
                <a16:creationId xmlns:a16="http://schemas.microsoft.com/office/drawing/2014/main" id="{9CF9C781-63E0-D7CF-4829-30DB149B115E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5512538" y="3720748"/>
            <a:ext cx="660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7 - Sep 9</a:t>
            </a:r>
          </a:p>
        </p:txBody>
      </p:sp>
      <p:sp>
        <p:nvSpPr>
          <p:cNvPr id="83" name="OTLSHAPE_T_979719cab06a4e0f97e448b7409ac922_TextPercentage" hidden="1">
            <a:extLst>
              <a:ext uri="{FF2B5EF4-FFF2-40B4-BE49-F238E27FC236}">
                <a16:creationId xmlns:a16="http://schemas.microsoft.com/office/drawing/2014/main" id="{72D87D7F-673A-70A6-DA2B-EC37EDE12B1F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87" name="OTLSHAPE_T_6273d877cd564a9c9c2bad467f5efbb0_Duration" hidden="1">
            <a:extLst>
              <a:ext uri="{FF2B5EF4-FFF2-40B4-BE49-F238E27FC236}">
                <a16:creationId xmlns:a16="http://schemas.microsoft.com/office/drawing/2014/main" id="{C5A8F158-9118-C9C0-E770-A15A69B37CDF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88" name="OTLSHAPE_T_6273d877cd564a9c9c2bad467f5efbb0_Variance" hidden="1">
            <a:extLst>
              <a:ext uri="{FF2B5EF4-FFF2-40B4-BE49-F238E27FC236}">
                <a16:creationId xmlns:a16="http://schemas.microsoft.com/office/drawing/2014/main" id="{BC686164-3B9D-57CF-9639-3345A389B107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OTLSHAPE_T_6273d877cd564a9c9c2bad467f5efbb0_StartDate" hidden="1">
            <a:extLst>
              <a:ext uri="{FF2B5EF4-FFF2-40B4-BE49-F238E27FC236}">
                <a16:creationId xmlns:a16="http://schemas.microsoft.com/office/drawing/2014/main" id="{9C8B6B43-CE67-CFE9-9EDA-DA0D93EE7255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OTLSHAPE_T_6273d877cd564a9c9c2bad467f5efbb0_EndDate" hidden="1">
            <a:extLst>
              <a:ext uri="{FF2B5EF4-FFF2-40B4-BE49-F238E27FC236}">
                <a16:creationId xmlns:a16="http://schemas.microsoft.com/office/drawing/2014/main" id="{E3C34BC3-2667-0407-E399-3EEDEB1ACDA1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OTLSHAPE_T_6273d877cd564a9c9c2bad467f5efbb0_Title">
            <a:extLst>
              <a:ext uri="{FF2B5EF4-FFF2-40B4-BE49-F238E27FC236}">
                <a16:creationId xmlns:a16="http://schemas.microsoft.com/office/drawing/2014/main" id="{D7A94EDB-B43F-1880-B5EF-81A9B4BC0B65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0" y="4441304"/>
            <a:ext cx="1054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Event Based SLAM</a:t>
            </a:r>
          </a:p>
        </p:txBody>
      </p:sp>
      <p:sp>
        <p:nvSpPr>
          <p:cNvPr id="92" name="OTLSHAPE_T_6273d877cd564a9c9c2bad467f5efbb0_JoinedDate">
            <a:extLst>
              <a:ext uri="{FF2B5EF4-FFF2-40B4-BE49-F238E27FC236}">
                <a16:creationId xmlns:a16="http://schemas.microsoft.com/office/drawing/2014/main" id="{AF310D38-225F-7407-93D9-8C14A7AF3F19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6197521" y="4449051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9 - Sep 15</a:t>
            </a:r>
          </a:p>
        </p:txBody>
      </p:sp>
      <p:sp>
        <p:nvSpPr>
          <p:cNvPr id="93" name="OTLSHAPE_T_6273d877cd564a9c9c2bad467f5efbb0_TextPercentage" hidden="1">
            <a:extLst>
              <a:ext uri="{FF2B5EF4-FFF2-40B4-BE49-F238E27FC236}">
                <a16:creationId xmlns:a16="http://schemas.microsoft.com/office/drawing/2014/main" id="{334E7714-E83B-EF41-6962-2F6368630F2C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97" name="OTLSHAPE_T_3f1cee5bfd9a41c7a5b719f9e9a81600_Duration" hidden="1">
            <a:extLst>
              <a:ext uri="{FF2B5EF4-FFF2-40B4-BE49-F238E27FC236}">
                <a16:creationId xmlns:a16="http://schemas.microsoft.com/office/drawing/2014/main" id="{A2421C88-D578-B643-6949-8617AF45DCB6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9 days</a:t>
            </a:r>
          </a:p>
        </p:txBody>
      </p:sp>
      <p:sp>
        <p:nvSpPr>
          <p:cNvPr id="98" name="OTLSHAPE_T_3f1cee5bfd9a41c7a5b719f9e9a81600_Variance" hidden="1">
            <a:extLst>
              <a:ext uri="{FF2B5EF4-FFF2-40B4-BE49-F238E27FC236}">
                <a16:creationId xmlns:a16="http://schemas.microsoft.com/office/drawing/2014/main" id="{11642701-7A49-52B4-7A5D-1F0E046CE8B1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T_3f1cee5bfd9a41c7a5b719f9e9a81600_StartDate" hidden="1">
            <a:extLst>
              <a:ext uri="{FF2B5EF4-FFF2-40B4-BE49-F238E27FC236}">
                <a16:creationId xmlns:a16="http://schemas.microsoft.com/office/drawing/2014/main" id="{588C750D-F612-3876-D11E-5AEB21B6EDC2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TLSHAPE_T_3f1cee5bfd9a41c7a5b719f9e9a81600_EndDate" hidden="1">
            <a:extLst>
              <a:ext uri="{FF2B5EF4-FFF2-40B4-BE49-F238E27FC236}">
                <a16:creationId xmlns:a16="http://schemas.microsoft.com/office/drawing/2014/main" id="{6585DAE3-0A31-A24B-EBC3-7945450CA09E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OTLSHAPE_T_3f1cee5bfd9a41c7a5b719f9e9a81600_Title">
            <a:extLst>
              <a:ext uri="{FF2B5EF4-FFF2-40B4-BE49-F238E27FC236}">
                <a16:creationId xmlns:a16="http://schemas.microsoft.com/office/drawing/2014/main" id="{17A7BA9F-40D0-911D-8B22-8E9AACA601BF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000" y="4649922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10">
                <a:solidFill>
                  <a:schemeClr val="dk1"/>
                </a:solidFill>
                <a:latin typeface="Calibri" panose="020F0502020204030204" pitchFamily="34" charset="0"/>
              </a:rPr>
              <a:t>System Tunning</a:t>
            </a:r>
          </a:p>
        </p:txBody>
      </p:sp>
      <p:sp>
        <p:nvSpPr>
          <p:cNvPr id="102" name="OTLSHAPE_T_3f1cee5bfd9a41c7a5b719f9e9a81600_JoinedDate">
            <a:extLst>
              <a:ext uri="{FF2B5EF4-FFF2-40B4-BE49-F238E27FC236}">
                <a16:creationId xmlns:a16="http://schemas.microsoft.com/office/drawing/2014/main" id="{7FFBCA5E-A37F-9533-A9AD-6466D7E2153D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7745015" y="4657669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16 - Sep 29</a:t>
            </a:r>
          </a:p>
        </p:txBody>
      </p:sp>
      <p:sp>
        <p:nvSpPr>
          <p:cNvPr id="103" name="OTLSHAPE_T_3f1cee5bfd9a41c7a5b719f9e9a81600_TextPercentage" hidden="1">
            <a:extLst>
              <a:ext uri="{FF2B5EF4-FFF2-40B4-BE49-F238E27FC236}">
                <a16:creationId xmlns:a16="http://schemas.microsoft.com/office/drawing/2014/main" id="{2EC4235F-2359-6B0D-F7AB-2FC9AF45B946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07" name="OTLSHAPE_T_1cfc7e840859462e87dc371d5297feb8_Duration" hidden="1">
            <a:extLst>
              <a:ext uri="{FF2B5EF4-FFF2-40B4-BE49-F238E27FC236}">
                <a16:creationId xmlns:a16="http://schemas.microsoft.com/office/drawing/2014/main" id="{CB1D0E0D-6876-D7DC-FFBD-0E346EC48273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14 days</a:t>
            </a:r>
          </a:p>
        </p:txBody>
      </p:sp>
      <p:sp>
        <p:nvSpPr>
          <p:cNvPr id="108" name="OTLSHAPE_T_1cfc7e840859462e87dc371d5297feb8_Variance" hidden="1">
            <a:extLst>
              <a:ext uri="{FF2B5EF4-FFF2-40B4-BE49-F238E27FC236}">
                <a16:creationId xmlns:a16="http://schemas.microsoft.com/office/drawing/2014/main" id="{8E01D351-4E1A-2A5F-EF06-178BBB390774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OTLSHAPE_T_1cfc7e840859462e87dc371d5297feb8_StartDate" hidden="1">
            <a:extLst>
              <a:ext uri="{FF2B5EF4-FFF2-40B4-BE49-F238E27FC236}">
                <a16:creationId xmlns:a16="http://schemas.microsoft.com/office/drawing/2014/main" id="{B7CA9682-A278-25B0-0714-29C4E9B6B930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OTLSHAPE_T_1cfc7e840859462e87dc371d5297feb8_EndDate" hidden="1">
            <a:extLst>
              <a:ext uri="{FF2B5EF4-FFF2-40B4-BE49-F238E27FC236}">
                <a16:creationId xmlns:a16="http://schemas.microsoft.com/office/drawing/2014/main" id="{3E3D62D7-8411-01BD-CFD3-445179D0578A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11" name="OTLSHAPE_T_1cfc7e840859462e87dc371d5297feb8_Title">
            <a:extLst>
              <a:ext uri="{FF2B5EF4-FFF2-40B4-BE49-F238E27FC236}">
                <a16:creationId xmlns:a16="http://schemas.microsoft.com/office/drawing/2014/main" id="{844DC2FA-46A9-232C-3857-609E56F8C53A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27000" y="5378225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Document</a:t>
            </a:r>
          </a:p>
        </p:txBody>
      </p:sp>
      <p:sp>
        <p:nvSpPr>
          <p:cNvPr id="112" name="OTLSHAPE_T_1cfc7e840859462e87dc371d5297feb8_JoinedDate">
            <a:extLst>
              <a:ext uri="{FF2B5EF4-FFF2-40B4-BE49-F238E27FC236}">
                <a16:creationId xmlns:a16="http://schemas.microsoft.com/office/drawing/2014/main" id="{E5B6FA6B-C8EB-D022-2B6D-DCA66FEB2C16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8544161" y="5385972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16 - Oct 6</a:t>
            </a:r>
          </a:p>
        </p:txBody>
      </p:sp>
      <p:sp>
        <p:nvSpPr>
          <p:cNvPr id="113" name="OTLSHAPE_T_1cfc7e840859462e87dc371d5297feb8_TextPercentage" hidden="1">
            <a:extLst>
              <a:ext uri="{FF2B5EF4-FFF2-40B4-BE49-F238E27FC236}">
                <a16:creationId xmlns:a16="http://schemas.microsoft.com/office/drawing/2014/main" id="{37EA414D-9D7A-8B21-BB4C-7A5C557EED5C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OTLSHAPE_M_95b738d6105640828bdfd8b2ce01db51_Shape">
            <a:extLst>
              <a:ext uri="{FF2B5EF4-FFF2-40B4-BE49-F238E27FC236}">
                <a16:creationId xmlns:a16="http://schemas.microsoft.com/office/drawing/2014/main" id="{7581339E-FB89-E3DB-FC48-968E6B7889CB}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 rot="16200000">
            <a:off x="5328525" y="3090320"/>
            <a:ext cx="165100" cy="165100"/>
          </a:xfrm>
          <a:prstGeom prst="flowChartMerge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TLSHAPE_M_ee2861be9319426fb3810d852e8f2bc6_Shape">
            <a:extLst>
              <a:ext uri="{FF2B5EF4-FFF2-40B4-BE49-F238E27FC236}">
                <a16:creationId xmlns:a16="http://schemas.microsoft.com/office/drawing/2014/main" id="{53D902E4-0716-F905-B092-47070FE82E6A}"/>
              </a:ext>
            </a:extLst>
          </p:cNvPr>
          <p:cNvSpPr/>
          <p:nvPr>
            <p:custDataLst>
              <p:tags r:id="rId112"/>
            </p:custDataLst>
          </p:nvPr>
        </p:nvSpPr>
        <p:spPr>
          <a:xfrm rot="16200000">
            <a:off x="6127671" y="4027241"/>
            <a:ext cx="165100" cy="165100"/>
          </a:xfrm>
          <a:prstGeom prst="flowChartMerge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OTLSHAPE_M_ec12db8a10974a999513a80c65690f02_Shape">
            <a:extLst>
              <a:ext uri="{FF2B5EF4-FFF2-40B4-BE49-F238E27FC236}">
                <a16:creationId xmlns:a16="http://schemas.microsoft.com/office/drawing/2014/main" id="{E40027CB-66D0-081B-8A6D-C40486C229F9}"/>
              </a:ext>
            </a:extLst>
          </p:cNvPr>
          <p:cNvSpPr/>
          <p:nvPr>
            <p:custDataLst>
              <p:tags r:id="rId113"/>
            </p:custDataLst>
          </p:nvPr>
        </p:nvSpPr>
        <p:spPr>
          <a:xfrm rot="16200000">
            <a:off x="8525111" y="4964162"/>
            <a:ext cx="165100" cy="165100"/>
          </a:xfrm>
          <a:prstGeom prst="flowChartMerge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OTLSHAPE_M_be070df236a54e58acb54bac4880bd87_Shape">
            <a:extLst>
              <a:ext uri="{FF2B5EF4-FFF2-40B4-BE49-F238E27FC236}">
                <a16:creationId xmlns:a16="http://schemas.microsoft.com/office/drawing/2014/main" id="{38E97D0B-E394-C038-5B13-A05309B6D01C}"/>
              </a:ext>
            </a:extLst>
          </p:cNvPr>
          <p:cNvSpPr/>
          <p:nvPr>
            <p:custDataLst>
              <p:tags r:id="rId114"/>
            </p:custDataLst>
          </p:nvPr>
        </p:nvSpPr>
        <p:spPr>
          <a:xfrm rot="16200000">
            <a:off x="4529378" y="2153399"/>
            <a:ext cx="165100" cy="165100"/>
          </a:xfrm>
          <a:prstGeom prst="flowChartMerge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OTLSHAPE_M_03cd9bd8ace24b5ab3daa4903049f84d_Shape">
            <a:extLst>
              <a:ext uri="{FF2B5EF4-FFF2-40B4-BE49-F238E27FC236}">
                <a16:creationId xmlns:a16="http://schemas.microsoft.com/office/drawing/2014/main" id="{80B9444C-6C39-C585-FB20-880519F008F8}"/>
              </a:ext>
            </a:extLst>
          </p:cNvPr>
          <p:cNvSpPr/>
          <p:nvPr>
            <p:custDataLst>
              <p:tags r:id="rId115"/>
            </p:custDataLst>
          </p:nvPr>
        </p:nvSpPr>
        <p:spPr>
          <a:xfrm rot="16200000">
            <a:off x="3730231" y="1425096"/>
            <a:ext cx="165100" cy="165100"/>
          </a:xfrm>
          <a:prstGeom prst="flowChartMerge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TLSHAPE_M_95b738d6105640828bdfd8b2ce01db51_Title">
            <a:extLst>
              <a:ext uri="{FF2B5EF4-FFF2-40B4-BE49-F238E27FC236}">
                <a16:creationId xmlns:a16="http://schemas.microsoft.com/office/drawing/2014/main" id="{09ECDA72-DE6E-5D6E-2633-1EDDD8E937C1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5525375" y="2984698"/>
            <a:ext cx="189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VIO ATE Comparisson (Class/Evt)</a:t>
            </a:r>
          </a:p>
        </p:txBody>
      </p:sp>
      <p:sp>
        <p:nvSpPr>
          <p:cNvPr id="23" name="OTLSHAPE_M_95b738d6105640828bdfd8b2ce01db51_Date">
            <a:extLst>
              <a:ext uri="{FF2B5EF4-FFF2-40B4-BE49-F238E27FC236}">
                <a16:creationId xmlns:a16="http://schemas.microsoft.com/office/drawing/2014/main" id="{3B406AB9-FC67-20F9-D2D9-DBB22519524E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5525375" y="3155217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Sep 8, 2026</a:t>
            </a:r>
          </a:p>
        </p:txBody>
      </p:sp>
      <p:sp>
        <p:nvSpPr>
          <p:cNvPr id="24" name="OTLSHAPE_M_95b738d6105640828bdfd8b2ce01db51_Variance" hidden="1">
            <a:extLst>
              <a:ext uri="{FF2B5EF4-FFF2-40B4-BE49-F238E27FC236}">
                <a16:creationId xmlns:a16="http://schemas.microsoft.com/office/drawing/2014/main" id="{6CB1A8F0-B030-B81F-5952-6B62E5A463CA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6" name="OTLSHAPE_M_ee2861be9319426fb3810d852e8f2bc6_Title">
            <a:extLst>
              <a:ext uri="{FF2B5EF4-FFF2-40B4-BE49-F238E27FC236}">
                <a16:creationId xmlns:a16="http://schemas.microsoft.com/office/drawing/2014/main" id="{B2D57706-38C0-087A-6DE3-2AE4CECFA502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6324521" y="3921620"/>
            <a:ext cx="2006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SLAM ATE Comparisson (Class/Evt)</a:t>
            </a:r>
          </a:p>
        </p:txBody>
      </p:sp>
      <p:sp>
        <p:nvSpPr>
          <p:cNvPr id="27" name="OTLSHAPE_M_ee2861be9319426fb3810d852e8f2bc6_Date">
            <a:extLst>
              <a:ext uri="{FF2B5EF4-FFF2-40B4-BE49-F238E27FC236}">
                <a16:creationId xmlns:a16="http://schemas.microsoft.com/office/drawing/2014/main" id="{A15D208A-72ED-B08D-6B07-C57A4D0BB8E1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6324521" y="4092138"/>
            <a:ext cx="673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Sep 15, 2026</a:t>
            </a:r>
          </a:p>
        </p:txBody>
      </p:sp>
      <p:sp>
        <p:nvSpPr>
          <p:cNvPr id="28" name="OTLSHAPE_M_ee2861be9319426fb3810d852e8f2bc6_Variance" hidden="1">
            <a:extLst>
              <a:ext uri="{FF2B5EF4-FFF2-40B4-BE49-F238E27FC236}">
                <a16:creationId xmlns:a16="http://schemas.microsoft.com/office/drawing/2014/main" id="{B79A4E6B-747F-78C4-C1D9-B2DCAA334093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0" name="OTLSHAPE_M_ec12db8a10974a999513a80c65690f02_Title">
            <a:extLst>
              <a:ext uri="{FF2B5EF4-FFF2-40B4-BE49-F238E27FC236}">
                <a16:creationId xmlns:a16="http://schemas.microsoft.com/office/drawing/2014/main" id="{F5F2E80F-865E-E794-DE65-94C637CF17E2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8721961" y="4858541"/>
            <a:ext cx="1790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s-E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Enviar Convocatoria para el DR</a:t>
            </a:r>
            <a:endParaRPr lang="en-GB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M_ec12db8a10974a999513a80c65690f02_Date">
            <a:extLst>
              <a:ext uri="{FF2B5EF4-FFF2-40B4-BE49-F238E27FC236}">
                <a16:creationId xmlns:a16="http://schemas.microsoft.com/office/drawing/2014/main" id="{BA1FF90D-A73A-AD50-76C5-76A2B7E1D86F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8721961" y="5029060"/>
            <a:ext cx="596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Oct 6, 2026</a:t>
            </a:r>
          </a:p>
        </p:txBody>
      </p:sp>
      <p:sp>
        <p:nvSpPr>
          <p:cNvPr id="32" name="OTLSHAPE_M_ec12db8a10974a999513a80c65690f02_Variance" hidden="1">
            <a:extLst>
              <a:ext uri="{FF2B5EF4-FFF2-40B4-BE49-F238E27FC236}">
                <a16:creationId xmlns:a16="http://schemas.microsoft.com/office/drawing/2014/main" id="{910BBFAF-4DED-03F2-5DE1-478FB95CD8A0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-61824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14" name="OTLSHAPE_M_be070df236a54e58acb54bac4880bd87_Title">
            <a:extLst>
              <a:ext uri="{FF2B5EF4-FFF2-40B4-BE49-F238E27FC236}">
                <a16:creationId xmlns:a16="http://schemas.microsoft.com/office/drawing/2014/main" id="{15313667-AEF5-8A42-4675-D8B8D41A5D6B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4726228" y="2047777"/>
            <a:ext cx="1854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8">
                <a:solidFill>
                  <a:schemeClr val="dk1"/>
                </a:solidFill>
                <a:latin typeface="Calibri" panose="020F0502020204030204" pitchFamily="34" charset="0"/>
              </a:rPr>
              <a:t>VO ATE Comparisson (Class/Evt)</a:t>
            </a:r>
          </a:p>
        </p:txBody>
      </p:sp>
      <p:sp>
        <p:nvSpPr>
          <p:cNvPr id="115" name="OTLSHAPE_M_be070df236a54e58acb54bac4880bd87_Date">
            <a:extLst>
              <a:ext uri="{FF2B5EF4-FFF2-40B4-BE49-F238E27FC236}">
                <a16:creationId xmlns:a16="http://schemas.microsoft.com/office/drawing/2014/main" id="{44185744-6D98-D8F6-3437-1B66B720DD3A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4726228" y="2218296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Sep 1, 2026</a:t>
            </a:r>
          </a:p>
        </p:txBody>
      </p:sp>
      <p:sp>
        <p:nvSpPr>
          <p:cNvPr id="116" name="OTLSHAPE_M_be070df236a54e58acb54bac4880bd87_Variance" hidden="1">
            <a:extLst>
              <a:ext uri="{FF2B5EF4-FFF2-40B4-BE49-F238E27FC236}">
                <a16:creationId xmlns:a16="http://schemas.microsoft.com/office/drawing/2014/main" id="{3179EB0A-DD19-52B8-AF8F-403AB98119BA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-61824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33" name="OTLSHAPE_M_03cd9bd8ace24b5ab3daa4903049f84d_Title">
            <a:extLst>
              <a:ext uri="{FF2B5EF4-FFF2-40B4-BE49-F238E27FC236}">
                <a16:creationId xmlns:a16="http://schemas.microsoft.com/office/drawing/2014/main" id="{E91C74A9-DAE4-4270-A984-FC42236EB5D1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3927081" y="1319474"/>
            <a:ext cx="584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Check FPS</a:t>
            </a:r>
          </a:p>
        </p:txBody>
      </p:sp>
      <p:sp>
        <p:nvSpPr>
          <p:cNvPr id="134" name="OTLSHAPE_M_03cd9bd8ace24b5ab3daa4903049f84d_Date">
            <a:extLst>
              <a:ext uri="{FF2B5EF4-FFF2-40B4-BE49-F238E27FC236}">
                <a16:creationId xmlns:a16="http://schemas.microsoft.com/office/drawing/2014/main" id="{2FB3FD35-24B5-5659-1338-F3BB1643573F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3927081" y="1489993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Aug 25, 2026</a:t>
            </a:r>
          </a:p>
        </p:txBody>
      </p:sp>
      <p:sp>
        <p:nvSpPr>
          <p:cNvPr id="135" name="OTLSHAPE_M_03cd9bd8ace24b5ab3daa4903049f84d_Variance" hidden="1">
            <a:extLst>
              <a:ext uri="{FF2B5EF4-FFF2-40B4-BE49-F238E27FC236}">
                <a16:creationId xmlns:a16="http://schemas.microsoft.com/office/drawing/2014/main" id="{71C0D9A0-4BE3-8BAB-3D6E-8BDA257B82E2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-31046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+9 days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92811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0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0cnVlLCJXaWR0aCI6MC4wLCJIZWlnaHQiOjAuMCwiQm9yZGVyU3R5bGUiOnsiJGlkIjoiNTUiLCJMaW5lQ29sb3IiOm51bGwsIkxpbmVXZWlnaHQiOjAuMCwiTGluZVR5cGUiOjAsIlBhcmVudFN0eWxlIjpudWxsfSwiUGFyZW50U3R5bGUiOm51bGx9LCJMZWZ0RW5kQ2Fwc1N0eWxlIjp7IiRpZCI6IjU2IiwiRm9udFNldHRpbmdzIjp7IiRpZCI6IjU3IiwiRm9udFNpemUiOjE4LCJGb250TmFtZSI6IkNhbGlicmkiLCJJc0JvbGQiOnRydWUsIklzSXRhbGljIjpmYWxzZSwiSXNVbmRlcmxpbmVkIjpmYWxzZSwiUGFyZW50U3R5bGUiOm51bGx9LCJBdXRvU2l6ZSI6MCwiRm9yZWdyb3VuZCI6eyIkaWQiOiI1OCIsIkNvbG9yIjp7IiRpZCI6IjU5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jAiLCJUb3AiOjAuMCwiTGVmdCI6MjAuMCwiUmlnaHQiOjAuMCwiQm90dG9tIjowLjB9LCJQYWRkaW5nIjp7IiRpZCI6IjYxIiwiVG9wIjowLjAsIkxlZnQiOjAuMCwiUmlnaHQiOjAuMCwiQm90dG9tIjowLjB9LCJCYWNrZ3JvdW5kIjp7IiRpZCI6IjYyIiwiQ29sb3IiOnsiJGlkIjoiNjMiLCJBIjoyNTUsIlIiOjIzNywiRyI6MTI1LCJCIjo0OX19LCJJc1Zpc2libGUiOmZhbHNlLCJXaWR0aCI6MC4wLCJIZWlnaHQiOjAuMCwiQm9yZGVyU3R5bGUiOnsiJGlkIjoiNjQiLCJMaW5lQ29sb3IiOm51bGwsIkxpbmVXZWlnaHQiOjAuMCwiTGluZVR5cGUiOjAsIlBhcmVudFN0eWxlIjpudWxsfSwiUGFyZW50U3R5bGUiOm51bGx9LCJUb2RheVRleHRTdHlsZSI6eyIkaWQiOiI2NSIsIkZvbnRTZXR0aW5ncyI6eyIkaWQiOiI2NiIsIkZvbnRTaXplIjoxMiwiRm9udE5hbWUiOiJDYWxpYnJpIiwiSXNCb2xkIjpmYWxzZSwiSXNJdGFsaWMiOmZhbHNlLCJJc1VuZGVybGluZWQiOmZhbHNlLCJQYXJlbnRTdHlsZSI6bnVsbH0sIkF1dG9TaXplIjowLCJGb3JlZ3JvdW5kIjp7IiRpZCI6IjY3IiwiQ29sb3IiOnsiJGlkIjoiN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kiLCJUb3AiOjAuMCwiTGVmdCI6MC4wLCJSaWdodCI6MC4wLCJCb3R0b20iOjAuMH0sIlBhZGRpbmciOnsiJGlkIjoiNzAiLCJUb3AiOjAuMCwiTGVmdCI6MC4wLCJSaWdodCI6MC4wLCJCb3R0b20iOjAuMH0sIkJhY2tncm91bmQiOnsiJGlkIjoiNzEiLCJDb2xvciI6eyIkaWQiOiI3MiIsIkEiOjI1NSwiUiI6MCwiRyI6MCwiQiI6MH19LCJJc1Zpc2libGUiOnRydWUsIldpZHRoIjowLjAsIkhlaWdodCI6MC4wLCJCb3JkZXJTdHlsZSI6eyIkaWQiOiI3MyIsIkxpbmVDb2xvciI6bnVsbCwiTGluZVdlaWdodCI6MC4wLCJMaW5lVHlwZSI6MCwiUGFyZW50U3R5bGUiOm51bGx9LCJQYXJlbnRTdHlsZSI6bnVsbH0sIlRvZGF5TWFya2VyU3R5bGUiOnsiJGlkIjoiNzQiLCJNYXJnaW4iOnsiJGlkIjoiNzUiLCJUb3AiOjAuMCwiTGVmdCI6MC4wLCJSaWdodCI6MC4wLCJCb3R0b20iOjAuMH0sIlBhZGRpbmciOnsiJGlkIjoiNzYiLCJUb3AiOjAuMCwiTGVmdCI6MC4wLCJSaWdodCI6MC4wLCJCb3R0b20iOjAuMH0sIkJhY2tncm91bmQiOnsiJGlkIjoiNzciLCJDb2xvciI6eyIkaWQiOiI3OCIsIkEiOjI1NSwiUiI6MjU1LCJHIjowLCJCIjowfX0sIklzVmlzaWJsZSI6dHJ1ZSwiV2lkdGgiOjAuMCwiSGVpZ2h0IjowLjAsIkJvcmRlclN0eWxlIjpudWxsLCJQYXJlbnRTdHlsZSI6bnVsbH0sIlNjYWxlU3R5bGUiOnsiJGlkIjoiNzkiLCJTaGFwZSI6MywiU2hvd1NlZ21lbnRTZXBhcmF0b3JzIjp0cnVlLCJTZWdtZW50U2VwYXJhdG9yT3BhY2l0eSI6MzAsIkhhc0JlZW5WaXNpYmxlQmVmb3JlIjpmYWxzZSwiRm9udFNldHRpbmdzIjp7IiRpZCI6IjgwIiwiRm9udFNpemUiOjEyLCJGb250TmFtZSI6IkNhbGlicmkiLCJJc0JvbGQiOmZhbHNlLCJJc0l0YWxpYyI6ZmFsc2UsIklzVW5kZXJsaW5lZCI6ZmFsc2UsIlBhcmVudFN0eWxlIjpudWxsfSwiQXV0b1NpemUiOjAsIkZvcmVncm91bmQiOnsiJGlkIjoiODEiLCJDb2xvciI6eyIkaWQiOiI4Mi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4MyIsIlRvcCI6MC4wLCJMZWZ0Ijo0LjAsIlJpZ2h0Ijo0LjAsIkJvdHRvbSI6MC4wfSwiUGFkZGluZyI6eyIkaWQiOiI4NCIsIlRvcCI6MC4wLCJMZWZ0IjowLjAsIlJpZ2h0IjowLjAsIkJvdHRvbSI6MC4wfSwiQmFja2dyb3VuZCI6eyIkaWQiOiI4NSIsIkNvbG9yIjp7IiRpZCI6Ijg2IiwiQSI6MjU1LCJSIjoxNCwiRyI6NDAsIkIiOjY1fX0sIklzVmlzaWJsZSI6dHJ1ZSwiV2lkdGgiOjAuMCwiSGVpZ2h0IjowLjAsIkJvcmRlclN0eWxlIjp7IiRpZCI6Ijg3IiwiTGluZUNvbG9yIjpudWxsLCJMaW5lV2VpZ2h0IjowLjAsIkxpbmVUeXBlIjowLCJQYXJlbnRTdHlsZSI6bnVsbH0sIlBhcmVudFN0eWxlIjpudWxsfSwiU2luZ2xlU2NhbGVTaGFwZVN0eWxlIjp7IiRpZCI6Ijg4IiwiU2hhcGUiOjAsIkhlaWdodCI6MC4wfSwiTWlkZGxlVGllclNjYWxlU3R5bGUiOnsiJGlkIjoiODkiLCJTaGFwZSI6MywiU2hvd1NlZ21lbnRTZXBhcmF0b3JzIjp0cnVlLCJTZWdtZW50U2VwYXJhdG9yT3BhY2l0eSI6MzAsIkhhc0JlZW5WaXNpYmxlQmVmb3JlIjpmYWxzZSwiRm9udFNldHRpbmdzIjp7IiRpZCI6IjkwIiwiRm9udFNpemUiOjEyLCJGb250TmFtZSI6IkNhbGlicmkiLCJJc0JvbGQiOmZhbHNlLCJJc0l0YWxpYyI6ZmFsc2UsIklzVW5kZXJsaW5lZCI6ZmFsc2UsIlBhcmVudFN0eWxlIjpudWxsfSwiQXV0b1NpemUiOjAsIkZvcmVncm91bmQiOnsiJGlkIjoiOTEiLCJDb2xvciI6eyIkaWQiOiI5Mi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5MyIsIlRvcCI6MC4wLCJMZWZ0Ijo0LjAsIlJpZ2h0Ijo0LjAsIkJvdHRvbSI6MC4wfSwiUGFkZGluZyI6eyIkaWQiOiI5NCIsIlRvcCI6MC4wLCJMZWZ0IjowLjAsIlJpZ2h0IjowLjAsIkJvdHRvbSI6MC4wfSwiQmFja2dyb3VuZCI6eyIkaWQiOiI5NSIsIkNvbG9yIjp7IiRpZCI6Ijk2IiwiQSI6MjU1LCJSIjoxNCwiRyI6NDAsIkIiOjY1fX0sIklzVmlzaWJsZSI6ZmFsc2UsIldpZHRoIjowLjAsIkhlaWdodCI6MC4wLCJCb3JkZXJTdHlsZSI6eyIkaWQiOiI5NyIsIkxpbmVDb2xvciI6bnVsbCwiTGluZVdlaWdodCI6MC4wLCJMaW5lVHlwZSI6MCwiUGFyZW50U3R5bGUiOm51bGx9LCJQYXJlbnRTdHlsZSI6bnVsbH0sIkJvdHRvbVRpZXJTY2FsZVN0eWxlIjp7IiRpZCI6Ijk4IiwiU2hhcGUiOjMsIlNob3dTZWdtZW50U2VwYXJhdG9ycyI6dHJ1ZSwiU2VnbWVudFNlcGFyYXRvck9wYWNpdHkiOjMwLCJIYXNCZWVuVmlzaWJsZUJlZm9yZSI6ZmFsc2UsIkZvbnRTZXR0aW5ncyI6eyIkaWQiOiI5OSIsIkZvbnRTaXplIjoxMiwiRm9udE5hbWUiOiJDYWxpYnJpIiwiSXNCb2xkIjpmYWxzZSwiSXNJdGFsaWMiOmZhbHNlLCJJc1VuZGVybGluZWQiOmZhbHNlLCJQYXJlbnRTdHlsZSI6bnVsbH0sIkF1dG9TaXplIjowLCJGb3JlZ3JvdW5kIjp7IiRpZCI6IjEwMCIsIkNvbG9yIjp7IiRpZCI6IjEwMS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xMDIiLCJUb3AiOjAuMCwiTGVmdCI6NC4wLCJSaWdodCI6NC4wLCJCb3R0b20iOjAuMH0sIlBhZGRpbmciOnsiJGlkIjoiMTAzIiwiVG9wIjowLjAsIkxlZnQiOjAuMCwiUmlnaHQiOjAuMCwiQm90dG9tIjowLjB9LCJCYWNrZ3JvdW5kIjp7IiRpZCI6IjEwNCIsIkNvbG9yIjp7IiRpZCI6IjEwNSIsIkEiOjI1NSwiUiI6MTQsIkciOjQwLCJCIjo2NX19LCJJc1Zpc2libGUiOmZhbHNlLCJXaWR0aCI6MC4wLCJIZWlnaHQiOjAuMCwiQm9yZGVyU3R5bGUiOnsiJGlkIjoiMTA2IiwiTGluZUNvbG9yIjpudWxsLCJMaW5lV2VpZ2h0IjowLjAsIkxpbmVUeXBlIjowLCJQYXJlbnRTdHlsZSI6bnVsbH0sIlBhcmVudFN0eWxlIjpudWxsfSwiRWxhcHNlZFRpbWVCYWNrZ3JvdW5kIjp7IiRpZCI6IjEwNyIsIkNvbG9yIjp7IiRpZCI6IjEwOCIsIkEiOjE5MSwiUiI6MjU1LCJHIjowLCJCIjowfX0sIkFwcGVuZFllYXJPblllYXJDaGFuZ2UiOmZhbHNlLCJFbGFwc2VkVGltZUZvcm1hdCI6MiwiVG9kYXlNYXJrZXJQb3NpdGlvbiI6MywiUXVpY2tQb3NpdGlvbiI6MywiQWJzb2x1dGVQb3NpdGlvbiI6NTkuNTc4OTUsIk1hcmdpbiI6eyIkaWQiOiIxMDkiLCJUb3AiOjAuMCwiTGVmdCI6MTAuMCwiUmlnaHQiOjEwLjAsIkJvdHRvbSI6MC4wfSwiUGFkZGluZyI6eyIkaWQiOiIxMTAiLCJUb3AiOjAuMCwiTGVmdCI6MC4wLCJSaWdodCI6MC4wLCJCb3R0b20iOjAuMH0sIkJhY2tncm91bmQiOnsiJGlkIjoiMTExIiwiQ29sb3IiOnsiJGlkIjoiMTEyIiwiQSI6MjU1LCJSIjo0NywiRyI6NTQsIkIiOjE1M319LCJJc1Zpc2libGUiOmZhbHNlLCJXaWR0aCI6MC4wLCJIZWlnaHQiOjAuMCwiQm9yZGVyU3R5bGUiOm51bGwsIlBhcmVudFN0eWxlIjpudWxsfSwiRGVmYXVsdE1pbGVzdG9uZVN0eWxlIjp7IiRpZCI6IjExMyIsIlNoYXBlIjoyLCJDb25uZWN0b3JNYXJnaW4iOnsiJGlkIjoiMTE0IiwiVG9wIjowLjAsIkxlZnQiOjIuMCwiUmlnaHQiOjIuMCwiQm90dG9tIjowLjB9LCJDb25uZWN0b3JTdHlsZSI6eyIkaWQiOiIxMTUiLCJMaW5lQ29sb3IiOnsiJGlkIjoiMTE2IiwiJHR5cGUiOiJOTFJFLkNvbW1vbi5Eb20uU29saWRDb2xvckJydXNoLCBOTFJFLkNvbW1vbiIsIkNvbG9yIjp7IiRpZCI6IjExNyIsIkEiOjEyNywiUiI6MjMzLCJHIjoxMTMsIkIiOjUwfX0sIkxpbmVXZWlnaHQiOjEuMCwiTGluZVR5cGUiOjAsIlBhcmVudFN0eWxlIjpudWxsfSwiSXNCZWxvd1RpbWViYW5kIjpmYWxzZSwiUG9zaXRpb25PblRhc2siOjAsIkhpZGVEYXRlIjpmYWxzZSwiU2hhcGVTaXplIjoxLCJTcGFjaW5nIjowLjAsIlBhZGRpbmciOnsiJGlkIjoiMTE4IiwiVG9wIjo1LjAsIkxlZnQiOjMuMCwiUmlnaHQiOjAuMCwiQm90dG9tIjoyLjB9LCJTaGFwZVN0eWxlIjp7IiRpZCI6IjExOSIsIk1hcmdpbiI6eyIkaWQiOiIxMjAiLCJUb3AiOjAuMCwiTGVmdCI6MC4wLCJSaWdodCI6MC4wLCJCb3R0b20iOjAuMH0sIlBhZGRpbmciOnsiJGlkIjoiMTIxIiwiVG9wIjowLjAsIkxlZnQiOjAuMCwiUmlnaHQiOjAuMCwiQm90dG9tIjowLjB9LCJCYWNrZ3JvdW5kIjp7IiRpZCI6IjEyMiIsIkNvbG9yIjp7IiRpZCI6IjEyMyIsIkEiOjI1NSwiUiI6MjMzLCJHIjoxMTMsIkIiOjUwfX0sIklzVmlzaWJsZSI6dHJ1ZSwiV2lkdGgiOjE4LjAsIkhlaWdodCI6MjAuMCwiQm9yZGVyU3R5bGUiOnsiJGlkIjoiMTI0IiwiTGluZUNvbG9yIjp7IiRpZCI6IjEyNSIsIiR0eXBlIjoiTkxSRS5Db21tb24uRG9tLlNvbGlkQ29sb3JCcnVzaCwgTkxSRS5Db21tb24iLCJDb2xvciI6eyIkaWQiOiIxMjYiLCJBIjoyNTUsIlIiOjIzNCwiRyI6MjIsIkIiOjMwfX0sIkxpbmVXZWlnaHQiOjAuMCwiTGluZVR5cGUiOjAsIlBhcmVudFN0eWxlIjpudWxsfSwiUGFyZW50U3R5bGUiOm51bGx9LCJUaXRsZVN0eWxlIjp7IiRpZCI6IjEyNyIsIkZvbnRTZXR0aW5ncyI6eyIkaWQiOiIxMjgiLCJGb250U2l6ZSI6MTEsIkZvbnROYW1lIjoiQ2FsaWJyaSIsIklzQm9sZCI6dHJ1ZSwiSXNJdGFsaWMiOmZhbHNlLCJJc1VuZGVybGluZWQiOmZhbHNlLCJQYXJlbnRTdHlsZSI6bnVsbH0sIkF1dG9TaXplIjowLCJGb3JlZ3JvdW5kIjp7IiRpZCI6IjEyOSIsIkNvbG9yIjp7IiRpZCI6IjEz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EiLCJUb3AiOjAuMCwiTGVmdCI6MC4wLCJSaWdodCI6MC4wLCJCb3R0b20iOjAuMH0sIlBhZGRpbmciOnsiJGlkIjoiMTMyIiwiVG9wIjowLjAsIkxlZnQiOjAuMCwiUmlnaHQiOjAuMCwiQm90dG9tIjowLjB9LCJCYWNrZ3JvdW5kIjp7IiRpZCI6IjEzMyIsIkNvbG9yIjp7IiRpZCI6IjEzNCIsIkEiOjI1NSwiUiI6MCwiRyI6MCwiQiI6MH19LCJJc1Zpc2libGUiOnRydWUsIldpZHRoIjowLjAsIkhlaWdodCI6MC4wLCJCb3JkZXJTdHlsZSI6eyIkaWQiOiIxMzUiLCJMaW5lQ29sb3IiOm51bGwsIkxpbmVXZWlnaHQiOjAuMCwiTGluZVR5cGUiOjAsIlBhcmVudFN0eWxlIjpudWxsfSwiUGFyZW50U3R5bGUiOm51bGx9LCJEYXRlU3R5bGUiOnsiJGlkIjoiMTM2IiwiRm9udFNldHRpbmdzIjp7IiRpZCI6IjEzNyIsIkZvbnRTaXplIjoxMCwiRm9udE5hbWUiOiJDYWxpYnJpIiwiSXNCb2xkIjpmYWxzZSwiSXNJdGFsaWMiOmZhbHNlLCJJc1VuZGVybGluZWQiOmZhbHNlLCJQYXJlbnRTdHlsZSI6bnVsbH0sIkF1dG9TaXplIjowLCJGb3JlZ3JvdW5kIjp7IiRpZCI6IjEzOCIsIkNvbG9yIjp7IiRpZCI6IjEzOS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DAiLCJUb3AiOjAuMCwiTGVmdCI6MC4wLCJSaWdodCI6MC4wLCJCb3R0b20iOjAuMH0sIlBhZGRpbmciOnsiJGlkIjoiMTQxIiwiVG9wIjowLjAsIkxlZnQiOjAuMCwiUmlnaHQiOjAuMCwiQm90dG9tIjowLjB9LCJCYWNrZ3JvdW5kIjp7IiRpZCI6IjE0MiIsIkNvbG9yIjp7IiRpZCI6IjE0MyIsIkEiOjI1NSwiUiI6MTQsIkciOjQwLCJCIjo2NX19LCJJc1Zpc2libGUiOnRydWUsIldpZHRoIjowLjAsIkhlaWdodCI6MC4wLCJCb3JkZXJTdHlsZSI6eyIkaWQiOiIxNDQiLCJMaW5lQ29sb3IiOm51bGwsIkxpbmVXZWlnaHQiOjAuMCwiTGluZVR5cGUiOjAsIlBhcmVudFN0eWxlIjpudWxsfSwiUGFyZW50U3R5bGUiOm51bGx9LCJEYXRlRm9ybWF0Ijp7IiRpZCI6IjE0N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YiLCJGb3JtYXQiOjAsIklzVmlzaWJsZSI6ZmFsc2UsIkxhc3RLbm93blZpc2liaWxpdHlTdGF0ZSI6ZmFsc2V9LCJJc1Zpc2libGUiOnRydWUsIlZhcmlhbmNlU3R5bGUiOnsiJGlkIjoiMTQ3IiwiVGV4dFN0eWxlIjp7IiRpZCI6IjE0OCIsIkZvbnRTZXR0aW5ncyI6eyIkaWQiOiIxNDkiLCJGb250U2l6ZSI6MTAsIkZvbnROYW1lIjoiQ2FsaWJyaSIsIklzQm9sZCI6ZmFsc2UsIklzSXRhbGljIjpmYWxzZSwiSXNVbmRlcmxpbmVkIjpmYWxzZSwiUGFyZW50U3R5bGUiOm51bGx9LCJBdXRvU2l6ZSI6MCwiRm9yZWdyb3VuZCI6eyIkaWQiOiIxNTAiLCJDb2xvciI6eyIkaWQiOiIxN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yIiwiVG9wIjowLjAsIkxlZnQiOjAuMCwiUmlnaHQiOjAuMCwiQm90dG9tIjowLjB9LCJQYWRkaW5nIjp7IiRpZCI6IjE1MyIsIlRvcCI6MC4wLCJMZWZ0IjowLjAsIlJpZ2h0IjowLjAsIkJvdHRvbSI6MC4wfSwiQmFja2dyb3VuZCI6eyIkaWQiOiIxNTQiLCJDb2xvciI6eyIkaWQiOiIxNTUiLCJBIjoyNTUsIlIiOjAsIkciOjAsIkIiOjB9fSwiSXNWaXNpYmxlIjp0cnVlLCJXaWR0aCI6MC4wLCJIZWlnaHQiOjAuMCwiQm9yZGVyU3R5bGUiOnsiJGlkIjoiMTU2IiwiTGluZUNvbG9yIjpudWxsLCJMaW5lV2VpZ2h0IjowLjAsIkxpbmVUeXBlIjowLCJQYXJlbnRTdHlsZSI6bnVsbH0sIlBhcmVudFN0eWxlIjpudWxsfSwiUGFyZW50U3R5bGUiOm51bGx9LCJQYXJlbnRTdHlsZSI6bnVsbH0sIkRlZmF1bHRNb3RTdHlsZSI6eyIkaWQiOiIxNTciLCJTaGFwZSI6MiwiQ29ubmVjdG9yTWFyZ2luIjp7IiRpZCI6IjE1OCIsIlRvcCI6MC4wLCJMZWZ0IjoyLjAsIlJpZ2h0IjoyLjAsIkJvdHRvbSI6MC4wfSwiQ29ubmVjdG9yU3R5bGUiOnsiJGlkIjoiMTU5IiwiTGluZUNvbG9yIjp7IiRpZCI6IjE2MCIsIiR0eXBlIjoiTkxSRS5Db21tb24uRG9tLlNvbGlkQ29sb3JCcnVzaCwgTkxSRS5Db21tb24iLCJDb2xvciI6eyIkaWQiOiIxNjEiLCJBIjoxMjcsIlIiOjIzMywiRyI6MTEzLCJCIjo1MH19LCJMaW5lV2VpZ2h0IjoxLjAsIkxpbmVUeXBlIjowLCJQYXJlbnRTdHlsZSI6bnVsbH0sIklzQmVsb3dUaW1lYmFuZCI6ZmFsc2UsIlBvc2l0aW9uT25UYXNrIjoxLCJIaWRlRGF0ZSI6ZmFsc2UsIlNoYXBlU2l6ZSI6MSwiU3BhY2luZyI6MC4wLCJQYWRkaW5nIjp7IiRpZCI6IjE2MiIsIlRvcCI6NS4wLCJMZWZ0IjozLjAsIlJpZ2h0IjowLjAsIkJvdHRvbSI6Mi4wfSwiU2hhcGVTdHlsZSI6eyIkaWQiOiIxNjMiLCJNYXJnaW4iOnsiJGlkIjoiMTY0IiwiVG9wIjowLjAsIkxlZnQiOjAuMCwiUmlnaHQiOjAuMCwiQm90dG9tIjowLjB9LCJQYWRkaW5nIjp7IiRpZCI6IjE2NSIsIlRvcCI6MC4wLCJMZWZ0IjowLjAsIlJpZ2h0IjowLjAsIkJvdHRvbSI6MC4wfSwiQmFja2dyb3VuZCI6eyIkaWQiOiIxNjYiLCJDb2xvciI6eyIkaWQiOiIxNjciLCJBIjoyNTUsIlIiOjIzMywiRyI6MTEzLCJCIjo1MH19LCJJc1Zpc2libGUiOnRydWUsIldpZHRoIjoxMy4wLCJIZWlnaHQiOjEzLjAsIkJvcmRlclN0eWxlIjp7IiRpZCI6IjE2OCIsIkxpbmVDb2xvciI6eyIkaWQiOiIxNjkiLCIkdHlwZSI6Ik5MUkUuQ29tbW9uLkRvbS5Tb2xpZENvbG9yQnJ1c2gsIE5MUkUuQ29tbW9uIiwiQ29sb3IiOnsiJGlkIjoiMTcwIiwiQSI6MjU1LCJSIjoyMzQsIkciOjIyLCJCIjozMH19LCJMaW5lV2VpZ2h0IjowLjAsIkxpbmVUeXBlIjowLCJQYXJlbnRTdHlsZSI6bnVsbH0sIlBhcmVudFN0eWxlIjpudWxsfSwiVGl0bGVTdHlsZSI6eyIkaWQiOiIxNzEiLCJGb250U2V0dGluZ3MiOnsiJGlkIjoiMTcyIiwiRm9udFNpemUiOjExLCJGb250TmFtZSI6IkNhbGlicmkiLCJJc0JvbGQiOnRydWUsIklzSXRhbGljIjpmYWxzZSwiSXNVbmRlcmxpbmVkIjpmYWxzZSwiUGFyZW50U3R5bGUiOm51bGx9LCJBdXRvU2l6ZSI6MCwiRm9yZWdyb3VuZCI6eyIkaWQiOiIxNzMiLCJDb2xvciI6eyIkaWQiOiIxN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1IiwiVG9wIjowLjAsIkxlZnQiOjAuMCwiUmlnaHQiOjAuMCwiQm90dG9tIjowLjB9LCJQYWRkaW5nIjp7IiRpZCI6IjE3NiIsIlRvcCI6MC4wLCJMZWZ0IjowLjAsIlJpZ2h0IjowLjAsIkJvdHRvbSI6MC4wfSwiQmFja2dyb3VuZCI6eyIkaWQiOiIxNzciLCJDb2xvciI6eyIkaWQiOiIxNzgiLCJBIjoyNTUsIlIiOjAsIkciOjAsIkIiOjB9fSwiSXNWaXNpYmxlIjp0cnVlLCJXaWR0aCI6MC4wLCJIZWlnaHQiOjAuMCwiQm9yZGVyU3R5bGUiOnsiJGlkIjoiMTc5IiwiTGluZUNvbG9yIjpudWxsLCJMaW5lV2VpZ2h0IjowLjAsIkxpbmVUeXBlIjowLCJQYXJlbnRTdHlsZSI6bnVsbH0sIlBhcmVudFN0eWxlIjpudWxsfSwiRGF0ZVN0eWxlIjp7IiRpZCI6IjE4MCIsIkZvbnRTZXR0aW5ncyI6eyIkaWQiOiIxODEiLCJGb250U2l6ZSI6MTAsIkZvbnROYW1lIjoiQ2FsaWJyaSIsIklzQm9sZCI6ZmFsc2UsIklzSXRhbGljIjpmYWxzZSwiSXNVbmRlcmxpbmVkIjpmYWxzZSwiUGFyZW50U3R5bGUiOm51bGx9LCJBdXRvU2l6ZSI6MCwiRm9yZWdyb3VuZCI6eyIkaWQiOiIxODIiLCJDb2xvciI6eyIkaWQiOiIxOD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0IiwiVG9wIjowLjAsIkxlZnQiOjAuMCwiUmlnaHQiOjAuMCwiQm90dG9tIjowLjB9LCJQYWRkaW5nIjp7IiRpZCI6IjE4NSIsIlRvcCI6MC4wLCJMZWZ0IjowLjAsIlJpZ2h0IjowLjAsIkJvdHRvbSI6MC4wfSwiQmFja2dyb3VuZCI6eyIkaWQiOiIxODYiLCJDb2xvciI6eyIkaWQiOiIxODciLCJBIjoyNTUsIlIiOjE0LCJHIjo0MCwiQiI6NjV9fSwiSXNWaXNpYmxlIjp0cnVlLCJXaWR0aCI6MC4wLCJIZWlnaHQiOjAuMCwiQm9yZGVyU3R5bGUiOnsiJGlkIjoiMTg4IiwiTGluZUNvbG9yIjpudWxsLCJMaW5lV2VpZ2h0IjowLjAsIkxpbmVUeXBlIjowLCJQYXJlbnRTdHlsZSI6bnVsbH0sIlBhcmVudFN0eWxlIjpudWxsfSwiRGF0ZUZvcm1hdCI6eyIkaWQiOiIxODk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wIiwiRm9ybWF0IjowLCJJc1Zpc2libGUiOmZhbHNlLCJMYXN0S25vd25WaXNpYmlsaXR5U3RhdGUiOmZhbHNlfSwiSXNWaXNpYmxlIjp0cnVlLCJWYXJpYW5jZVN0eWxlIjp7IiRpZCI6IjE5MSIsIlRleHRTdHlsZSI6eyIkaWQiOiIxOTIiLCJGb250U2V0dGluZ3MiOnsiJGlkIjoiMTkzIiwiRm9udFNpemUiOjEwLCJGb250TmFtZSI6IkNhbGlicmkiLCJJc0JvbGQiOmZhbHNlLCJJc0l0YWxpYyI6ZmFsc2UsIklzVW5kZXJsaW5lZCI6ZmFsc2UsIlBhcmVudFN0eWxlIjpudWxsfSwiQXV0b1NpemUiOjAsIkZvcmVncm91bmQiOnsiJGlkIjoiMTk0IiwiQ29sb3IiOnsiJGlkIjoiMT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NiIsIlRvcCI6MC4wLCJMZWZ0IjowLjAsIlJpZ2h0IjowLjAsIkJvdHRvbSI6MC4wfSwiUGFkZGluZyI6eyIkaWQiOiIxOTciLCJUb3AiOjAuMCwiTGVmdCI6MC4wLCJSaWdodCI6MC4wLCJCb3R0b20iOjAuMH0sIkJhY2tncm91bmQiOnsiJGlkIjoiMTk4IiwiQ29sb3IiOnsiJGlkIjoiMTk5IiwiQSI6MjU1LCJSIjowLCJHIjowLCJCIjowfX0sIklzVmlzaWJsZSI6dHJ1ZSwiV2lkdGgiOjAuMCwiSGVpZ2h0IjowLjAsIkJvcmRlclN0eWxlIjp7IiRpZCI6IjIwMCIsIkxpbmVDb2xvciI6bnVsbCwiTGluZVdlaWdodCI6MC4wLCJMaW5lVHlwZSI6MCwiUGFyZW50U3R5bGUiOm51bGx9LCJQYXJlbnRTdHlsZSI6bnVsbH0sIlBhcmVudFN0eWxlIjpudWxsfSwiUGFyZW50U3R5bGUiOm51bGx9LCJEZWZhdWx0VGFza1N0eWxlIjp7IiRpZCI6IjIwMSIsIlNoYXBlIjozLCJTaGFwZVRoaWNrbmVzcyI6MCwiRHVyYXRpb25Gb3JtYXQiOjAsIkluY2x1ZGVOb25Xb3JraW5nRGF5c0luRHVyYXRpb24iOmZhbHNlLCJQZXJjZW50YWdlQ29tcGxldGVTdHlsZSI6eyIkaWQiOiIyMDIiLCJGb250U2V0dGluZ3MiOnsiJGlkIjoiMjAzIiwiRm9udFNpemUiOjEwLCJGb250TmFtZSI6IkNhbGlicmkiLCJJc0JvbGQiOmZhbHNlLCJJc0l0YWxpYyI6ZmFsc2UsIklzVW5kZXJsaW5lZCI6ZmFsc2UsIlBhcmVudFN0eWxlIjpudWxsfSwiQXV0b1NpemUiOjAsIkZvcmVncm91bmQiOnsiJGlkIjoiMjA0IiwiQ29sb3IiOnsiJGlkIjoiMjA1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wNiIsIlRvcCI6MC4wLCJMZWZ0IjowLjAsIlJpZ2h0IjowLjAsIkJvdHRvbSI6MC4wfSwiUGFkZGluZyI6eyIkaWQiOiIyMDciLCJUb3AiOjAuMCwiTGVmdCI6MC4wLCJSaWdodCI6MC4wLCJCb3R0b20iOjAuMH0sIkJhY2tncm91bmQiOnsiJGlkIjoiMjA4IiwiQ29sb3IiOnsiJGlkIjoiMjA5IiwiQSI6ODksIlIiOjAsIkciOjAsIkIiOjB9fSwiSXNWaXNpYmxlIjp0cnVlLCJXaWR0aCI6MC4wLCJIZWlnaHQiOjAuMCwiQm9yZGVyU3R5bGUiOnsiJGlkIjoiMjEwIiwiTGluZUNvbG9yIjpudWxsLCJMaW5lV2VpZ2h0IjowLjAsIkxpbmVUeXBlIjowLCJQYXJlbnRTdHlsZSI6bnVsbH0sIlBhcmVudFN0eWxlIjpudWxsfSwiRHVyYXRpb25TdHlsZSI6eyIkaWQiOiIyMTEiLCJGb250U2V0dGluZ3MiOnsiJGlkIjoiMjEyIiwiRm9udFNpemUiOjEwLCJGb250TmFtZSI6IkNhbGlicmkiLCJJc0JvbGQiOmZhbHNlLCJJc0l0YWxpYyI6ZmFsc2UsIklzVW5kZXJsaW5lZCI6ZmFsc2UsIlBhcmVudFN0eWxlIjpudWxsfSwiQXV0b1NpemUiOjAsIkZvcmVncm91bmQiOnsiJGlkIjoiMjEzIiwiQ29sb3IiOnsiJGlkIjoiMjE0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jE1IiwiVG9wIjowLjAsIkxlZnQiOjAuMCwiUmlnaHQiOjAuMCwiQm90dG9tIjowLjB9LCJQYWRkaW5nIjp7IiRpZCI6IjIxNiIsIlRvcCI6MC4wLCJMZWZ0IjowLjAsIlJpZ2h0IjowLjAsIkJvdHRvbSI6MC4wfSwiQmFja2dyb3VuZCI6eyIkaWQiOiIyMTciLCJDb2xvciI6eyIkaWQiOiIyMTgiLCJBIjoyNTUsIlIiOjIzNywiRyI6MTI1LCJCIjo0OX19LCJJc1Zpc2libGUiOnRydWUsIldpZHRoIjowLjAsIkhlaWdodCI6MC4wLCJCb3JkZXJTdHlsZSI6eyIkaWQiOiIyMTkiLCJMaW5lQ29sb3IiOm51bGwsIkxpbmVXZWlnaHQiOjAuMCwiTGluZVR5cGUiOjAsIlBhcmVudFN0eWxlIjpudWxsfSwiUGFyZW50U3R5bGUiOm51bGx9LCJIb3Jpem9udGFsQ29ubmVjdG9yU3R5bGUiOnsiJGlkIjoiMjIwIiwiTGluZUNvbG9yIjp7IiRpZCI6IjIyMSIsIiR0eXBlIjoiTkxSRS5Db21tb24uRG9tLlNvbGlkQ29sb3JCcnVzaCwgTkxSRS5Db21tb24iLCJDb2xvciI6eyIkaWQiOiIyMjIiLCJBIjo1MSwiUiI6MjEsIkciOjk2LCJCIjoxMzB9fSwiTGluZVdlaWdodCI6MS4wLCJMaW5lVHlwZSI6MCwiUGFyZW50U3R5bGUiOm51bGx9LCJWZXJ0aWNhbENvbm5lY3RvclN0eWxlIjp7IiRpZCI6IjIyMyIsIkxpbmVDb2xvciI6eyIkaWQiOiIyMjQiLCIkdHlwZSI6Ik5MUkUuQ29tbW9uLkRvbS5Tb2xpZENvbG9yQnJ1c2gsIE5MUkUuQ29tbW9uIiwiQ29sb3IiOnsiJGlkIjoiMjI1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IsIlNwYWNpbmciOjMsIklzQmVsb3dUaW1lYmFuZCI6ZmFsc2UsIlBlcmNlbnRhZ2VDb21wbGV0ZVNoYXBlT3BhY2l0eSI6MzUsIkJhc2VsaW5lU3R5bGUiOnsiJGlkIjoiMjI2IiwiU2hhcGVTdHlsZSI6eyIkaWQiOiIyMjciLCJNYXJnaW4iOnsiJGlkIjoiMjI4IiwiVG9wIjowLjAsIkxlZnQiOjAuMCwiUmlnaHQiOjAuMCwiQm90dG9tIjowLjB9LCJQYWRkaW5nIjp7IiRpZCI6IjIyOSIsIlRvcCI6MC4wLCJMZWZ0IjowLjAsIlJpZ2h0IjowLjAsIkJvdHRvbSI6MC4wfSwiQmFja2dyb3VuZCI6eyIkaWQiOiIyMzAiLCJDb2xvciI6eyIkaWQiOiIyMzEiLCJBIjoxNTMsIlIiOjAsIkciOjAsIkIiOjB9fSwiSXNWaXNpYmxlIjp0cnVlLCJXaWR0aCI6MC4wLCJIZWlnaHQiOjAuMCwiQm9yZGVyU3R5bGUiOnsiJGlkIjoiMjMyIiwiTGluZUNvbG9yIjp7IiRpZCI6IjIzMyIsIiR0eXBlIjoiTkxSRS5Db21tb24uRG9tLlNvbGlkQ29sb3JCcnVzaCwgTkxSRS5Db21tb24iLCJDb2xvciI6eyIkaWQiOiIyMzQiLCJBIjoyNTUsIlIiOjI1NSwiRyI6MCwiQiI6MH19LCJMaW5lV2VpZ2h0IjowLjAsIkxpbmVUeXBlIjowLCJQYXJlbnRTdHlsZSI6bnVsbH0sIlBhcmVudFN0eWxlIjpudWxsfSwiTWFyZ2luIjp7IiRpZCI6IjIzNSIsIlRvcCI6MC4wLCJMZWZ0IjowLjAsIlJpZ2h0IjowLjAsIkJvdHRvbSI6MC4wfSwiUGFkZGluZyI6eyIkaWQiOiIyMzYiLCJUb3AiOjAuMCwiTGVmdCI6MC4wLCJSaWdodCI6MC4wLCJCb3R0b20iOjAuMH0sIkJhY2tncm91bmQiOm51bGwsIklzVmlzaWJsZSI6dHJ1ZSwiV2lkdGgiOjAuMCwiSGVpZ2h0IjowLjAsIkJvcmRlclN0eWxlIjpudWxsLCJQYXJlbnRTdHlsZSI6bnVsbH0sIlNoYXBlU3R5bGUiOnsiJGlkIjoiMjM3IiwiTWFyZ2luIjp7IiRpZCI6IjIzOCIsIlRvcCI6MC4wLCJMZWZ0Ijo0LjAsIlJpZ2h0Ijo0LjAsIkJvdHRvbSI6MC4wfSwiUGFkZGluZyI6eyIkaWQiOiIyMzkiLCJUb3AiOjAuMCwiTGVmdCI6MC4wLCJSaWdodCI6MC4wLCJCb3R0b20iOjAuMH0sIkJhY2tncm91bmQiOnsiJGlkIjoiMjQwIiwiQ29sb3IiOnsiJGlkIjoiMjQxIiwiQSI6MjU1LCJSIjoyMSwiRyI6OTYsIkIiOjEzMH19LCJJc1Zpc2libGUiOnRydWUsIldpZHRoIjowLjAsIkhlaWdodCI6MTAuMCwiQm9yZGVyU3R5bGUiOnsiJGlkIjoiMjQyIiwiTGluZUNvbG9yIjp7IiRpZCI6IjI0MyIsIiR0eXBlIjoiTkxSRS5Db21tb24uRG9tLlNvbGlkQ29sb3JCcnVzaCwgTkxSRS5Db21tb24iLCJDb2xvciI6eyIkaWQiOiIyNDQiLCJBIjoyNTUsIlIiOjIzNCwiRyI6MjIsIkIiOjMwfX0sIkxpbmVXZWlnaHQiOjAuMCwiTGluZVR5cGUiOjAsIlBhcmVudFN0eWxlIjpudWxsfSwiUGFyZW50U3R5bGUiOm51bGx9LCJUaXRsZVN0eWxlIjp7IiRpZCI6IjI0NSIsIkZvbnRTZXR0aW5ncyI6eyIkaWQiOiIyNDYiLCJGb250U2l6ZSI6MTEsIkZvbnROYW1lIjoiQ2FsaWJyaSIsIklzQm9sZCI6ZmFsc2UsIklzSXRhbGljIjpmYWxzZSwiSXNVbmRlcmxpbmVkIjpmYWxzZSwiUGFyZW50U3R5bGUiOm51bGx9LCJBdXRvU2l6ZSI6MCwiRm9yZWdyb3VuZCI6eyIkaWQiOiIyNDciLCJDb2xvciI6eyIkaWQiOiIyNDg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jQ5IiwiVG9wIjowLjAsIkxlZnQiOjAuMCwiUmlnaHQiOjAuMCwiQm90dG9tIjowLjB9LCJQYWRkaW5nIjp7IiRpZCI6IjI1MCIsIlRvcCI6MC4wLCJMZWZ0IjowLjAsIlJpZ2h0IjowLjAsIkJvdHRvbSI6MC4wfSwiQmFja2dyb3VuZCI6eyIkaWQiOiIyNTEiLCJDb2xvciI6eyIkaWQiOiIyNTIiLCJBIjoyNTUsIlIiOjAsIkciOjAsIkIiOjB9fSwiSXNWaXNpYmxlIjp0cnVlLCJXaWR0aCI6MC4wLCJIZWlnaHQiOjAuMCwiQm9yZGVyU3R5bGUiOnsiJGlkIjoiMjUzIiwiTGluZUNvbG9yIjpudWxsLCJMaW5lV2VpZ2h0IjowLjAsIkxpbmVUeXBlIjowLCJQYXJlbnRTdHlsZSI6bnVsbH0sIlBhcmVudFN0eWxlIjpudWxsfSwiRGF0ZVN0eWxlIjp7IiRpZCI6IjI1NCIsIkZvbnRTZXR0aW5ncyI6eyIkaWQiOiIyNTUiLCJGb250U2l6ZSI6MTAsIkZvbnROYW1lIjoiQ2FsaWJyaSIsIklzQm9sZCI6ZmFsc2UsIklzSXRhbGljIjpmYWxzZSwiSXNVbmRlcmxpbmVkIjpmYWxzZSwiUGFyZW50U3R5bGUiOm51bGx9LCJBdXRvU2l6ZSI6MCwiRm9yZWdyb3VuZCI6eyIkaWQiOiIyNTYiLCJDb2xvciI6eyIkaWQiOiIyNTc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jU4IiwiVG9wIjowLjAsIkxlZnQiOjAuMCwiUmlnaHQiOjAuMCwiQm90dG9tIjowLjB9LCJQYWRkaW5nIjp7IiRpZCI6IjI1OSIsIlRvcCI6MC4wLCJMZWZ0IjowLjAsIlJpZ2h0IjowLjAsIkJvdHRvbSI6MC4wfSwiQmFja2dyb3VuZCI6eyIkaWQiOiIyNjAiLCJDb2xvciI6eyIkaWQiOiIyNjEiLCJBIjoyNTUsIlIiOjE0LCJHIjo0MCwiQiI6NjV9fSwiSXNWaXNpYmxlIjp0cnVlLCJXaWR0aCI6MC4wLCJIZWlnaHQiOjAuMCwiQm9yZGVyU3R5bGUiOnsiJGlkIjoiMjYyIiwiTGluZUNvbG9yIjpudWxsLCJMaW5lV2VpZ2h0IjowLjAsIkxpbmVUeXBlIjowLCJQYXJlbnRTdHlsZSI6bnVsbH0sIlBhcmVudFN0eWxlIjpudWxsfSwiRGF0ZUZvcm1hdCI6eyIkaWQiOiIyN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0IiwiRm9ybWF0IjowLCJJc1Zpc2libGUiOmZhbHNlLCJMYXN0S25vd25WaXNpYmlsaXR5U3RhdGUiOmZhbHNlfSwiSXNWaXNpYmxlIjp0cnVlLCJWYXJpYW5jZVN0eWxlIjp7IiRpZCI6IjI2NSIsIlRleHRTdHlsZSI6eyIkaWQiOiIyNjYiLCJGb250U2V0dGluZ3MiOnsiJGlkIjoiMjY3IiwiRm9udFNpemUiOjEwLCJGb250TmFtZSI6IkNhbGlicmkiLCJJc0JvbGQiOmZhbHNlLCJJc0l0YWxpYyI6ZmFsc2UsIklzVW5kZXJsaW5lZCI6ZmFsc2UsIlBhcmVudFN0eWxlIjpudWxsfSwiQXV0b1NpemUiOjAsIkZvcmVncm91bmQiOnsiJGlkIjoiMjY4IiwiQ29sb3IiOnsiJGlkIjoiMjY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3MCIsIlRvcCI6MC4wLCJMZWZ0IjowLjAsIlJpZ2h0IjowLjAsIkJvdHRvbSI6MC4wfSwiUGFkZGluZyI6eyIkaWQiOiIyNzEiLCJUb3AiOjAuMCwiTGVmdCI6MC4wLCJSaWdodCI6MC4wLCJCb3R0b20iOjAuMH0sIkJhY2tncm91bmQiOnsiJGlkIjoiMjcyIiwiQ29sb3IiOnsiJGlkIjoiMjczIiwiQSI6MjU1LCJSIjowLCJHIjowLCJCIjowfX0sIklzVmlzaWJsZSI6dHJ1ZSwiV2lkdGgiOjAuMCwiSGVpZ2h0IjowLjAsIkJvcmRlclN0eWxlIjp7IiRpZCI6IjI3NCIsIkxpbmVDb2xvciI6bnVsbCwiTGluZVdlaWdodCI6MC4wLCJMaW5lVHlwZSI6MCwiUGFyZW50U3R5bGUiOm51bGx9LCJQYXJlbnRTdHlsZSI6bnVsbH0sIlBhcmVudFN0eWxlIjpudWxsfSwiUGFyZW50U3R5bGUiOm51bGwsIl9leHBsaWNpdGx5U2V0Ijp7IiRpZCI6IjI3NS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pbGVzdG9uZVN0eWxlIjpudWxsLCJHcmlkbGluZVBhbmVsU3R5bGUiOnsiJGlkIjoiMjc2IiwiR3JpZGxpbmVTdHlsZSI6eyIkaWQiOiIyNzciLCJMaW5lQ29sb3IiOnsiJGlkIjoiMjc4IiwiJHR5cGUiOiJOTFJFLkNvbW1vbi5Eb20uU29saWRDb2xvckJydXNoLCBOTFJFLkNvbW1vbiIsIkNvbG9yIjp7IiRpZCI6IjI3OSIsIkEiOjM4LCJSIjo5MSwiRyI6MTU1LCJCIjoyMTN9fSwiTGluZVdlaWdodCI6MS4wLCJMaW5lVHlwZSI6MCwiUGFyZW50U3R5bGUiOm51bGx9LCJNYXJnaW4iOnsiJGlkIjoiMjgwIiwiVG9wIjowLjAsIkxlZnQiOjAuMCwiUmlnaHQiOjAuMCwiQm90dG9tIjowLjB9LCJQYWRkaW5nIjp7IiRpZCI6IjI4MSIsIlRvcCI6MC4wLCJMZWZ0IjowLjAsIlJpZ2h0IjowLjAsIkJvdHRvbSI6MC4wfSwiQmFja2dyb3VuZCI6bnVsbCwiSXNWaXNpYmxlIjp0cnVlLCJXaWR0aCI6MC4wLCJIZWlnaHQiOjAuMCwiQm9yZGVyU3R5bGUiOnsiJGlkIjoiMjgyIiwiTGluZUNvbG9yIjpudWxsLCJMaW5lV2VpZ2h0IjowLjAsIkxpbmVUeXBlIjowLCJQYXJlbnRTdHlsZSI6bnVsbH0sIlBhcmVudFN0eWxlIjpudWxsfSwiQWN0aXZpdHlMaW5lUGFuZWxTdHlsZSI6eyIkaWQiOiIyODMiLCJBY3Rpdml0eUxpbmVTdHlsZSI6eyIkaWQiOiIyODQiLCJMaW5lQ29sb3IiOnsiJGlkIjoiMjg1IiwiJHR5cGUiOiJOTFJFLkNvbW1vbi5Eb20uU29saWRDb2xvckJydXNoLCBOTFJFLkNvbW1vbiIsIkNvbG9yIjp7IiRpZCI6IjI4NiIsIkEiOjM4LCJSIjo2OCwiRyI6MTE0LCJCIjoxOTZ9fSwiTGluZVdlaWdodCI6MS4wLCJMaW5lVHlwZSI6MCwiUGFyZW50U3R5bGUiOm51bGx9LCJNYXJnaW4iOnsiJGlkIjoiMjg3IiwiVG9wIjowLjAsIkxlZnQiOjAuMCwiUmlnaHQiOjAuMCwiQm90dG9tIjowLjB9LCJQYWRkaW5nIjp7IiRpZCI6IjI4OCIsIlRvcCI6MC4wLCJMZWZ0IjowLjAsIlJpZ2h0IjowLjAsIkJvdHRvbSI6MC4wfSwiQmFja2dyb3VuZCI6bnVsbCwiSXNWaXNpYmxlIjp0cnVlLCJXaWR0aCI6MC4wLCJIZWlnaHQiOjAuMCwiQm9yZGVyU3R5bGUiOnsiJGlkIjoiMjg5IiwiTGluZUNvbG9yIjpudWxsLCJMaW5lV2VpZ2h0IjowLjAsIkxpbmVUeXBlIjowLCJQYXJlbnRTdHlsZSI6bnVsbH0sIlBhcmVudFN0eWxlIjpudWxsfSwiX3NlbGVjdGVkVGhlbWVQcmVzZXRDb2xvcnMiOnsiJGlkIjoiMjkwIiwiVGV4dExpZ2h0Ijp7IiRpZCI6IjI5MSIsIkEiOjI1NSwiUiI6MjU1LCJHIjoyNTUsIkIiOjI1NX0sIlRleHREYXJrIjp7IiRpZCI6IjI5MiIsIkEiOjI1NSwiUiI6MCwiRyI6MCwiQiI6MH0sIkFjY2VudDEiOnsiJGlkIjoiMjkzIiwiQSI6MjU1LCJSIjoyMzIsIkciOjIzMiwiQiI6MjMyfSwiQWNjZW50MiI6eyIkaWQiOiIyOTQiLCJBIjoyNTUsIlIiOjE0LCJHIjo0MCwiQiI6NjV9LCJBY2NlbnQzIjp7IiRpZCI6IjI5NSIsIkEiOjI1NSwiUiI6MjEsIkciOjk2LCJCIjoxMzB9LCJBY2NlbnQ0Ijp7IiRpZCI6IjI5NiIsIkEiOjI1NSwiUiI6MjMzLCJHIjoxMTMsIkIiOjUwfSwiQWNjZW50NSI6eyIkaWQiOiIyOTciLCJBIjoyNTUsIlIiOjI1LCJHIjoxMDcsIkIiOjM2fSwiQWNjZW50NiI6eyIkaWQiOiIyOTgiLCJBIjoyNTUsIlIiOjE1LCJHIjoxNTgsIkIiOjIxM30sIkFjY2VudDciOnsiJGlkIjoiMjk5IiwiQSI6MjU1LCJSIjoxNjAsIkciOjQzLCJCIjoxNDd9LCJBY2NlbnQ4Ijp7IiRpZCI6IjMwMCIsIkEiOjI1NSwiUiI6NzgsIkciOjE2NywiQiI6NDZ9fSwiU2hvd0VsYXBzZWRUaW1lR3JhZGllbnRTdHlsZSI6ZmFsc2UsIlRpbWViYW5kUmVzZXJ2ZWRMZWZ0QXJlYVN0eWxlIjp7IiRpZCI6IjMwMSIsIkFjdGl2aXR5SGVhZGVyV2lkdGgiOjAuMCwiSXNTZXQiOmZhbHNlfSwiRGVmYXVsdFN3aW1sYW5lU3R5bGUiOm51bGwsIkRlZmF1bHRTd2ltbGFuZVYyU3R5bGUiOnsiJGlkIjoiMzAyIiwiU3R5bGVJZCI6IjMzMmNmYjEzLWI0MDEtNGVjMy1iNjU1LTczOTY4ZDA0ZDc0OSIsIkhlYWRlclN0eWxlIjp7IiRpZCI6IjMwMyIsIlRleHRJc1ZlcnRpY2FsIjpmYWxzZSwiVGV4dFN0eWxlIjp7IiRpZCI6IjMwNCIsIkZvbnRTZXR0aW5ncyI6eyIkaWQiOiIzMDUiLCJGb250U2l6ZSI6MTEsIkZvbnROYW1lIjoiQ2FsaWJyaSIsIklzQm9sZCI6ZmFsc2UsIklzSXRhbGljIjpmYWxzZSwiSXNVbmRlcmxpbmVkIjpmYWxzZSwiUGFyZW50U3R5bGUiOm51bGx9LCJBdXRvU2l6ZSI6MiwiRm9yZWdyb3VuZCI6eyIkaWQiOiIzMDYiLCJDb2xvciI6eyIkaWQiOiIzMD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zMDgiLCJUb3AiOjAuMCwiTGVmdCI6MC4wLCJSaWdodCI6MC4wLCJCb3R0b20iOjAuMH0sIlBhZGRpbmciOnsiJGlkIjoiMzA5IiwiVG9wIjowLjAsIkxlZnQiOjAuMCwiUmlnaHQiOjAuMCwiQm90dG9tIjowLjB9LCJCYWNrZ3JvdW5kIjp7IiRpZCI6IjMxMCIsIkNvbG9yIjp7IiRpZCI6IjMxMSIsIkEiOjI1NSwiUiI6MjU1LCJHIjoyNTUsIkIiOjI1NX19LCJJc1Zpc2libGUiOnRydWUsIldpZHRoIjowLjAsIkhlaWdodCI6MC4wLCJCb3JkZXJTdHlsZSI6bnVsbCwiUGFyZW50U3R5bGUiOm51bGx9LCJSZWN0YW5nbGVTdHlsZSI6eyIkaWQiOiIzMTIiLCJNYXJnaW4iOnsiJGlkIjoiMzEzIiwiVG9wIjowLjAsIkxlZnQiOjAuMCwiUmlnaHQiOjAuMCwiQm90dG9tIjowLjB9LCJQYWRkaW5nIjp7IiRpZCI6IjMxNCIsIlRvcCI6MC4wLCJMZWZ0IjowLjAsIlJpZ2h0IjowLjAsIkJvdHRvbSI6MC4wfSwiQmFja2dyb3VuZCI6eyIkaWQiOiIzMTUiLCJDb2xvciI6eyIkaWQiOiIzMTYiLCJBIjoyNTUsIlIiOjIxLCJHIjo5NiwiQiI6MTMwfX0sIklzVmlzaWJsZSI6dHJ1ZSwiV2lkdGgiOjAuMCwiSGVpZ2h0IjowLjAsIkJvcmRlclN0eWxlIjp7IiRpZCI6IjMxNyIsIkxpbmVDb2xvciI6eyIkaWQiOiIzMTgiLCIkdHlwZSI6Ik5MUkUuQ29tbW9uLkRvbS5Tb2xpZENvbG9yQnJ1c2gsIE5MUkUuQ29tbW9uIiwiQ29sb3IiOnsiJGlkIjoiMzE5IiwiQSI6MjU1LCJSIjoyNTUsIkciOjI1NSwiQiI6MjU1fX0sIkxpbmVXZWlnaHQiOjAuMCwiTGluZVR5cGUiOjAsIlBhcmVudFN0eWxlIjpudWxsfSwiUGFyZW50U3R5bGUiOm51bGx9LCJNYXJnaW4iOnsiJGlkIjoiMzIwIiwiVG9wIjowLjAsIkxlZnQiOjAuMCwiUmlnaHQiOjAuMCwiQm90dG9tIjowLjB9LCJQYWRkaW5nIjp7IiRpZCI6IjMyMSIsIlRvcCI6MC4wLCJMZWZ0IjowLjAsIlJpZ2h0IjowLjAsIkJvdHRvbSI6MC4wfSwiQmFja2dyb3VuZCI6bnVsbCwiSXNWaXNpYmxlIjp0cnVlLCJXaWR0aCI6MC4wLCJIZWlnaHQiOjAuMCwiQm9yZGVyU3R5bGUiOm51bGwsIlBhcmVudFN0eWxlIjpudWxsfSwiQmFja2dyb3VuZFN0eWxlIjp7IiRpZCI6IjMyMiIsIk1hcmdpbiI6eyIkaWQiOiIzMjMiLCJUb3AiOjAuMCwiTGVmdCI6MC4wLCJSaWdodCI6MC4wLCJCb3R0b20iOjAuMH0sIlBhZGRpbmciOnsiJGlkIjoiMzI0IiwiVG9wIjowLjAsIkxlZnQiOjAuMCwiUmlnaHQiOjAuMCwiQm90dG9tIjowLjB9LCJCYWNrZ3JvdW5kIjp7IiRpZCI6IjMyNSIsIkNvbG9yIjp7IiRpZCI6IjMyNiIsIkEiOjUxLCJSIjoyMDAsIkciOjIwMCwiQiI6MjAwfX0sIklzVmlzaWJsZSI6dHJ1ZSwiV2lkdGgiOjAuMCwiSGVpZ2h0IjowLjAsIkJvcmRlclN0eWxlIjp7IiRpZCI6IjMyNyIsIkxpbmVDb2xvciI6eyIkaWQiOiIzMjgiLCIkdHlwZSI6Ik5MUkUuQ29tbW9uLkRvbS5Tb2xpZENvbG9yQnJ1c2gsIE5MUkUuQ29tbW9uIiwiQ29sb3IiOnsiJGlkIjoiMzI5IiwiQSI6MjU1LCJSIjoyMzQsIkciOjIyLCJCIjozMH19LCJMaW5lV2VpZ2h0IjowLjAsIkxpbmVUeXBlIjowLCJQYXJlbnRTdHlsZSI6bnVsbH0sIlBhcmVudFN0eWxlIjpudWxsfSwiSXNBYm92ZVRpbWViYW5kIjpmYWxzZSwiU3BhY2luZyI6MywiRGVmYXVsdFN3aW1sYW5lVGFza1N0eWxlIjp7IiRpZCI6IjMzMCIsIiR0eXBlIjoiTkxSRS5Db21tb24uRG9tLlN0eWxlcy5FeHBsaWNpdFNldGFibGVUYXNrU3R5bGUsIE5MUkUuQ29tbW9uIiwiU2hhcGUiOjEsIlNoYXBlVGhpY2tuZXNzIjowLCJEdXJhdGlvbkZvcm1hdCI6MCwiSW5jbHVkZU5vbldvcmtpbmdEYXlzSW5EdXJhdGlvbiI6ZmFsc2UsIlBlcmNlbnRhZ2VDb21wbGV0ZVN0eWxlIjp7IiRpZCI6IjMzMSIsIkZvbnRTZXR0aW5ncyI6eyIkaWQiOiIzMzIiLCJGb250U2l6ZSI6MTAsIkZvbnROYW1lIjoiQ2FsaWJyaSIsIklzQm9sZCI6ZmFsc2UsIklzSXRhbGljIjpmYWxzZSwiSXNVbmRlcmxpbmVkIjpmYWxzZSwiUGFyZW50U3R5bGUiOm51bGx9LCJBdXRvU2l6ZSI6MCwiRm9yZWdyb3VuZCI6eyIkaWQiOiIzMzMiLCJDb2xvciI6eyIkaWQiOiIzM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zM1IiwiVG9wIjowLjAsIkxlZnQiOjAuMCwiUmlnaHQiOjAuMCwiQm90dG9tIjowLjB9LCJQYWRkaW5nIjp7IiRpZCI6IjMzNiIsIlRvcCI6MC4wLCJMZWZ0IjowLjAsIlJpZ2h0IjowLjAsIkJvdHRvbSI6MC4wfSwiQmFja2dyb3VuZCI6eyIkaWQiOiIzMzciLCJDb2xvciI6eyIkaWQiOiIzMzgiLCJBIjo4OSwiUiI6MCwiRyI6MCwiQiI6MH19LCJJc1Zpc2libGUiOnRydWUsIldpZHRoIjowLjAsIkhlaWdodCI6MC4wLCJCb3JkZXJTdHlsZSI6eyIkaWQiOiIzMzkiLCJMaW5lQ29sb3IiOm51bGwsIkxpbmVXZWlnaHQiOjAuMCwiTGluZVR5cGUiOjAsIlBhcmVudFN0eWxlIjpudWxsfSwiUGFyZW50U3R5bGUiOm51bGx9LCJEdXJhdGlvblN0eWxlIjp7IiRpZCI6IjM0MCIsIkZvbnRTZXR0aW5ncyI6eyIkaWQiOiIzNDEiLCJGb250U2l6ZSI6MTAsIkZvbnROYW1lIjoiQ2FsaWJyaSIsIklzQm9sZCI6ZmFsc2UsIklzSXRhbGljIjpmYWxzZSwiSXNVbmRlcmxpbmVkIjpmYWxzZSwiUGFyZW50U3R5bGUiOm51bGx9LCJBdXRvU2l6ZSI6MCwiRm9yZWdyb3VuZCI6eyIkaWQiOiIzNDIiLCJDb2xvciI6eyIkaWQiOiIzN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zNDQiLCJUb3AiOjAuMCwiTGVmdCI6MC4wLCJSaWdodCI6MC4wLCJCb3R0b20iOjAuMH0sIlBhZGRpbmciOnsiJGlkIjoiMzQ1IiwiVG9wIjowLjAsIkxlZnQiOjAuMCwiUmlnaHQiOjAuMCwiQm90dG9tIjowLjB9LCJCYWNrZ3JvdW5kIjp7IiRpZCI6IjM0NiIsIkNvbG9yIjp7IiRpZCI6IjM0NyIsIkEiOjI1NSwiUiI6MjM3LCJHIjoxMjUsIkIiOjQ5fX0sIklzVmlzaWJsZSI6dHJ1ZSwiV2lkdGgiOjAuMCwiSGVpZ2h0IjowLjAsIkJvcmRlclN0eWxlIjp7IiRpZCI6IjM0OCIsIkxpbmVDb2xvciI6bnVsbCwiTGluZVdlaWdodCI6MC4wLCJMaW5lVHlwZSI6MCwiUGFyZW50U3R5bGUiOm51bGx9LCJQYXJlbnRTdHlsZSI6bnVsbH0sIkhvcml6b250YWxDb25uZWN0b3JTdHlsZSI6eyIkaWQiOiIzNDkiLCJMaW5lQ29sb3IiOnsiJGlkIjoiMzUwIiwiJHR5cGUiOiJOTFJFLkNvbW1vbi5Eb20uU29saWRDb2xvckJydXNoLCBOTFJFLkNvbW1vbiIsIkNvbG9yIjp7IiRpZCI6IjM1MSIsIkEiOjI1NSwiUiI6MCwiRyI6MCwiQiI6MH19LCJMaW5lV2VpZ2h0IjowLjAsIkxpbmVUeXBlIjowLCJQYXJlbnRTdHlsZSI6bnVsbH0sIlZlcnRpY2FsQ29ubmVjdG9yU3R5bGUiOnsiJGlkIjoiMzUyIiwiTGluZUNvbG9yIjp7IiRpZCI6IjM1MyIsIiR0eXBlIjoiTkxSRS5Db21tb24uRG9tLlNvbGlkQ29sb3JCcnVzaCwgTkxSRS5Db21tb24iLCJDb2xvciI6eyIkaWQiOiIzNT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zNTUiLCJTaGFwZVN0eWxlIjp7IiRpZCI6IjM1NiIsIk1hcmdpbiI6eyIkaWQiOiIzNTciLCJUb3AiOjAuMCwiTGVmdCI6MC4wLCJSaWdodCI6MC4wLCJCb3R0b20iOjAuMH0sIlBhZGRpbmciOnsiJGlkIjoiMzU4IiwiVG9wIjowLjAsIkxlZnQiOjAuMCwiUmlnaHQiOjAuMCwiQm90dG9tIjowLjB9LCJCYWNrZ3JvdW5kIjp7IiRpZCI6IjM1OSIsIkNvbG9yIjp7IiRpZCI6IjM2MCIsIkEiOjE1MywiUiI6MCwiRyI6MCwiQiI6MH19LCJJc1Zpc2libGUiOnRydWUsIldpZHRoIjowLjAsIkhlaWdodCI6MC4wLCJCb3JkZXJTdHlsZSI6eyIkaWQiOiIzNjEiLCJMaW5lQ29sb3IiOnsiJGlkIjoiMzYyIiwiJHR5cGUiOiJOTFJFLkNvbW1vbi5Eb20uU29saWRDb2xvckJydXNoLCBOTFJFLkNvbW1vbiIsIkNvbG9yIjp7IiRpZCI6IjM2MyIsIkEiOjI1NSwiUiI6MjU1LCJHIjowLCJCIjowfX0sIkxpbmVXZWlnaHQiOjAuMCwiTGluZVR5cGUiOjAsIlBhcmVudFN0eWxlIjpudWxsfSwiUGFyZW50U3R5bGUiOm51bGx9LCJNYXJnaW4iOnsiJGlkIjoiMzY0IiwiVG9wIjowLjAsIkxlZnQiOjAuMCwiUmlnaHQiOjAuMCwiQm90dG9tIjowLjB9LCJQYWRkaW5nIjp7IiRpZCI6IjM2NSIsIlRvcCI6MC4wLCJMZWZ0IjowLjAsIlJpZ2h0IjowLjAsIkJvdHRvbSI6MC4wfSwiQmFja2dyb3VuZCI6bnVsbCwiSXNWaXNpYmxlIjp0cnVlLCJXaWR0aCI6MC4wLCJIZWlnaHQiOjAuMCwiQm9yZGVyU3R5bGUiOm51bGwsIlBhcmVudFN0eWxlIjpudWxsfSwiU2hhcGVTdHlsZSI6eyIkaWQiOiIzNjYiLCJNYXJnaW4iOnsiJGlkIjoiMzY3IiwiVG9wIjowLjAsIkxlZnQiOjQuMCwiUmlnaHQiOjQuMCwiQm90dG9tIjowLjB9LCJQYWRkaW5nIjp7IiRpZCI6IjM2OCIsIlRvcCI6MC4wLCJMZWZ0IjowLjAsIlJpZ2h0IjowLjAsIkJvdHRvbSI6MC4wfSwiQmFja2dyb3VuZCI6eyIkaWQiOiIzNjkiLCJDb2xvciI6eyIkaWQiOiIzNzAiLCJBIjoyNTUsIlIiOjIxLCJHIjo5NiwiQiI6MTMwfX0sIklzVmlzaWJsZSI6dHJ1ZSwiV2lkdGgiOjAuMCwiSGVpZ2h0IjoxMC4wLCJCb3JkZXJTdHlsZSI6eyIkaWQiOiIzNzEiLCJMaW5lQ29sb3IiOnsiJGlkIjoiMzcyIiwiJHR5cGUiOiJOTFJFLkNvbW1vbi5Eb20uU29saWRDb2xvckJydXNoLCBOTFJFLkNvbW1vbiIsIkNvbG9yIjp7IiRpZCI6IjM3MyIsIkEiOjI1NSwiUiI6MjM0LCJHIjoyMiwiQiI6MzB9fSwiTGluZVdlaWdodCI6MC4wLCJMaW5lVHlwZSI6MCwiUGFyZW50U3R5bGUiOm51bGx9LCJQYXJlbnRTdHlsZSI6bnVsbH0sIlRpdGxlU3R5bGUiOnsiJGlkIjoiMzc0IiwiRm9udFNldHRpbmdzIjp7IiRpZCI6IjM3NSIsIkZvbnRTaXplIjoxMSwiRm9udE5hbWUiOiJDYWxpYnJpIiwiSXNCb2xkIjpmYWxzZSwiSXNJdGFsaWMiOmZhbHNlLCJJc1VuZGVybGluZWQiOmZhbHNlLCJQYXJlbnRTdHlsZSI6bnVsbH0sIkF1dG9TaXplIjowLCJGb3JlZ3JvdW5kIjp7IiRpZCI6IjM3NiIsIkNvbG9yIjp7IiRpZCI6IjM3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zgiLCJUb3AiOjAuMCwiTGVmdCI6MC4wLCJSaWdodCI6MC4wLCJCb3R0b20iOjAuMH0sIlBhZGRpbmciOnsiJGlkIjoiMzc5IiwiVG9wIjowLjAsIkxlZnQiOjAuMCwiUmlnaHQiOjAuMCwiQm90dG9tIjowLjB9LCJCYWNrZ3JvdW5kIjp7IiRpZCI6IjM4MCIsIkNvbG9yIjp7IiRpZCI6IjM4MSIsIkEiOjI1NSwiUiI6MCwiRyI6MCwiQiI6MH19LCJJc1Zpc2libGUiOnRydWUsIldpZHRoIjowLjAsIkhlaWdodCI6MC4wLCJCb3JkZXJTdHlsZSI6eyIkaWQiOiIzODIiLCJMaW5lQ29sb3IiOm51bGwsIkxpbmVXZWlnaHQiOjAuMCwiTGluZVR5cGUiOjAsIlBhcmVudFN0eWxlIjpudWxsfSwiUGFyZW50U3R5bGUiOm51bGx9LCJEYXRlU3R5bGUiOnsiJGlkIjoiMzgzIiwiRm9udFNldHRpbmdzIjp7IiRpZCI6IjM4NCIsIkZvbnRTaXplIjoxMCwiRm9udE5hbWUiOiJDYWxpYnJpIiwiSXNCb2xkIjpmYWxzZSwiSXNJdGFsaWMiOmZhbHNlLCJJc1VuZGVybGluZWQiOmZhbHNlLCJQYXJlbnRTdHlsZSI6bnVsbH0sIkF1dG9TaXplIjowLCJGb3JlZ3JvdW5kIjp7IiRpZCI6IjM4NSIsIkNvbG9yIjp7IiRpZCI6IjM4NiIsIkEiOjI1NSwiUiI6MTQsIkciOjQwLCJCIjo2NX19LCJNYXhXaWR0aCI6MjAwLjAsIk1heEhlaWdodCI6IkluZmluaXR5IiwiU21hcnRGb3JlZ3JvdW5kSXNBY3RpdmUiOmZhbHNlLCJIb3Jpem9udGFsQWxpZ25tZW50IjoyLCJWZXJ0aWNhbEFsaWdubWVudCI6MSwiU21hcnRGb3JlZ3JvdW5kIjpudWxsLCJCYWNrZ3JvdW5kRmlsbFR5cGUiOjAsIk1hcmdpbiI6eyIkaWQiOiIzODciLCJUb3AiOjAuMCwiTGVmdCI6MC4wLCJSaWdodCI6MC4wLCJCb3R0b20iOjAuMH0sIlBhZGRpbmciOnsiJGlkIjoiMzg4IiwiVG9wIjowLjAsIkxlZnQiOjAuMCwiUmlnaHQiOjAuMCwiQm90dG9tIjowLjB9LCJCYWNrZ3JvdW5kIjp7IiRpZCI6IjM4OSIsIkNvbG9yIjp7IiRpZCI6IjM5MCIsIkEiOjI1NSwiUiI6MTQsIkciOjQwLCJCIjo2NX19LCJJc1Zpc2libGUiOnRydWUsIldpZHRoIjowLjAsIkhlaWdodCI6MC4wLCJCb3JkZXJTdHlsZSI6eyIkaWQiOiIzOTEiLCJMaW5lQ29sb3IiOm51bGwsIkxpbmVXZWlnaHQiOjAuMCwiTGluZVR5cGUiOjAsIlBhcmVudFN0eWxlIjpudWxsfS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ZhcmlhbmNlU3R5bGUiOnsiJGlkIjoiMzk0IiwiVGV4dFN0eWxlIjp7IiRpZCI6IjM5NSIsIkZvbnRTZXR0aW5ncyI6eyIkaWQiOiIzOTYiLCJGb250U2l6ZSI6MTAsIkZvbnROYW1lIjoiQ2FsaWJyaSIsIklzQm9sZCI6ZmFsc2UsIklzSXRhbGljIjpmYWxzZSwiSXNVbmRlcmxpbmVkIjpmYWxzZSwiUGFyZW50U3R5bGUiOm51bGx9LCJBdXRvU2l6ZSI6MCwiRm9yZWdyb3VuZCI6eyIkaWQiOiIzOTciLCJDb2xvciI6eyIkaWQiOiIzOT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k5IiwiVG9wIjowLjAsIkxlZnQiOjAuMCwiUmlnaHQiOjAuMCwiQm90dG9tIjowLjB9LCJQYWRkaW5nIjp7IiRpZCI6IjQwMCIsIlRvcCI6MC4wLCJMZWZ0IjowLjAsIlJpZ2h0IjowLjAsIkJvdHRvbSI6MC4wfSwiQmFja2dyb3VuZCI6eyIkaWQiOiI0MDEiLCJDb2xvciI6eyIkaWQiOiI0MDIiLCJBIjoyNTUsIlIiOjAsIkciOjAsIkIiOjB9fSwiSXNWaXNpYmxlIjp0cnVlLCJXaWR0aCI6MC4wLCJIZWlnaHQiOjAuMCwiQm9yZGVyU3R5bGUiOnsiJGlkIjoiNDAzIiwiTGluZUNvbG9yIjpudWxsLCJMaW5lV2VpZ2h0IjowLjAsIkxpbmVUeXBlIjowLCJQYXJlbnRTdHlsZSI6bnVsbH0sIlBhcmVudFN0eWxlIjpudWxsfSwiUGFyZW50U3R5bGUiOm51bGx9LCJQYXJlbnRTdHlsZSI6bnVsbCwiX2V4cGxpY2l0bHlTZXQiOnsiJGlkIjoiNDA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DA1IiwiU2hhcGUiOjEsIkNvbm5lY3Rvck1hcmdpbiI6eyIkaWQiOiI0MDYiLCJUb3AiOjAuMCwiTGVmdCI6Mi4wLCJSaWdodCI6Mi4wLCJCb3R0b20iOjAuMH0sIkNvbm5lY3RvclN0eWxlIjp7IiRpZCI6IjQwNyIsIkxpbmVDb2xvciI6eyIkaWQiOiI0MDgiLCIkdHlwZSI6Ik5MUkUuQ29tbW9uLkRvbS5Tb2xpZENvbG9yQnJ1c2gsIE5MUkUuQ29tbW9uIiwiQ29sb3IiOnsiJGlkIjoiNDA5IiwiQSI6MTI3LCJSIjoxMSwiRyI6NDgsIkIiOjY1fX0sIkxpbmVXZWlnaHQiOjEuMCwiTGluZVR5cGUiOjAsIlBhcmVudFN0eWxlIjpudWxsfSwiSXNCZWxvd1RpbWViYW5kIjpmYWxzZSwiUG9zaXRpb25PblRhc2siOjEsIkhpZGVEYXRlIjpmYWxzZSwiU2hhcGVTaXplIjowLCJTcGFjaW5nIjowLjAsIlBhZGRpbmciOnsiJGlkIjoiNDEwIiwiVG9wIjo1LjAsIkxlZnQiOjMuMCwiUmlnaHQiOjAuMCwiQm90dG9tIjoyLjB9LCJTaGFwZVN0eWxlIjp7IiRpZCI6IjQxMSIsIk1hcmdpbiI6eyIkaWQiOiI0MTIiLCJUb3AiOjAuMCwiTGVmdCI6MC4wLCJSaWdodCI6MC4wLCJCb3R0b20iOjAuMH0sIlBhZGRpbmciOnsiJGlkIjoiNDEzIiwiVG9wIjowLjAsIkxlZnQiOjAuMCwiUmlnaHQiOjAuMCwiQm90dG9tIjowLjB9LCJCYWNrZ3JvdW5kIjp7IiRpZCI6IjQxNCIsIkNvbG9yIjp7IiRpZCI6IjQxNSIsIkEiOjI1NSwiUiI6MTEsIkciOjQ4LCJCIjo2NX19LCJJc1Zpc2libGUiOnRydWUsIldpZHRoIjoxMi4wLCJIZWlnaHQiOjE0LjAsIkJvcmRlclN0eWxlIjp7IiRpZCI6IjQxNiIsIkxpbmVDb2xvciI6eyIkaWQiOiI0MTciLCIkdHlwZSI6Ik5MUkUuQ29tbW9uLkRvbS5Tb2xpZENvbG9yQnJ1c2gsIE5MUkUuQ29tbW9uIiwiQ29sb3IiOnsiJGlkIjoiNDE4IiwiQSI6MjU1LCJSIjoyNTUsIkciOjAsIkIiOjB9fSwiTGluZVdlaWdodCI6MC4wLCJMaW5lVHlwZSI6MCwiUGFyZW50U3R5bGUiOm51bGx9LCJQYXJlbnRTdHlsZSI6bnVsbH0sIlRpdGxlU3R5bGUiOnsiJGlkIjoiNDE5IiwiRm9udFNldHRpbmdzIjp7IiRpZCI6IjQyMCIsIkZvbnRTaXplIjoxMSwiRm9udE5hbWUiOiJDYWxpYnJpIiwiSXNCb2xkIjpmYWxzZSwiSXNJdGFsaWMiOmZhbHNlLCJJc1VuZGVybGluZWQiOmZhbHNlLCJQYXJlbnRTdHlsZSI6bnVsbH0sIkF1dG9TaXplIjowLCJGb3JlZ3JvdW5kIjp7IiRpZCI6IjQyMSIsIkNvbG9yIjp7IiRpZCI6IjQy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MjMiLCJUb3AiOjAuMCwiTGVmdCI6MC4wLCJSaWdodCI6MC4wLCJCb3R0b20iOjAuMH0sIlBhZGRpbmciOnsiJGlkIjoiNDI0IiwiVG9wIjowLjAsIkxlZnQiOjAuMCwiUmlnaHQiOjAuMCwiQm90dG9tIjowLjB9LCJCYWNrZ3JvdW5kIjp7IiRpZCI6IjQyNSIsIkNvbG9yIjp7IiRpZCI6IjQyNiIsIkEiOjI1NSwiUiI6MCwiRyI6MCwiQiI6MH19LCJJc1Zpc2libGUiOnRydWUsIldpZHRoIjowLjAsIkhlaWdodCI6MC4wLCJCb3JkZXJTdHlsZSI6eyIkaWQiOiI0MjciLCJMaW5lQ29sb3IiOm51bGwsIkxpbmVXZWlnaHQiOjAuMCwiTGluZVR5cGUiOjAsIlBhcmVudFN0eWxlIjpudWxsfSwiUGFyZW50U3R5bGUiOm51bGx9LCJEYXRlU3R5bGUiOnsiJGlkIjoiNDI4IiwiRm9udFNldHRpbmdzIjp7IiRpZCI6IjQyOSIsIkZvbnRTaXplIjoxMCwiRm9udE5hbWUiOiJDYWxpYnJpIiwiSXNCb2xkIjpmYWxzZSwiSXNJdGFsaWMiOmZhbHNlLCJJc1VuZGVybGluZWQiOmZhbHNlLCJQYXJlbnRTdHlsZSI6bnVsbH0sIkF1dG9TaXplIjowLCJGb3JlZ3JvdW5kIjp7IiRpZCI6IjQzMCIsIkNvbG9yIjp7IiRpZCI6IjQzMSIsIkEiOjI1NSwiUiI6MTQsIkciOjQwLCJCIjo2NX19LCJNYXhXaWR0aCI6MjAwLjAsIk1heEhlaWdodCI6IkluZmluaXR5IiwiU21hcnRGb3JlZ3JvdW5kSXNBY3RpdmUiOmZhbHNlLCJIb3Jpem9udGFsQWxpZ25tZW50IjoxLCJWZXJ0aWNhbEFsaWdubWVudCI6MSwiU21hcnRGb3JlZ3JvdW5kIjpudWxsLCJCYWNrZ3JvdW5kRmlsbFR5cGUiOjAsIk1hcmdpbiI6eyIkaWQiOiI0MzIiLCJUb3AiOjAuMCwiTGVmdCI6MC4wLCJSaWdodCI6MC4wLCJCb3R0b20iOjAuMH0sIlBhZGRpbmciOnsiJGlkIjoiNDMzIiwiVG9wIjowLjAsIkxlZnQiOjAuMCwiUmlnaHQiOjAuMCwiQm90dG9tIjowLjB9LCJCYWNrZ3JvdW5kIjp7IiRpZCI6IjQzNCIsIkNvbG9yIjp7IiRpZCI6IjQzNSIsIkEiOjI1NSwiUiI6MTQsIkciOjQwLCJCIjo2NX19LCJJc1Zpc2libGUiOnRydWUsIldpZHRoIjowLjAsIkhlaWdodCI6MC4wLCJCb3JkZXJTdHlsZSI6eyIkaWQiOiI0MzYiLCJMaW5lQ29sb3IiOm51bGwsIkxpbmVXZWlnaHQiOjAuMCwiTGluZVR5cGUiOjAsIlBhcmVudFN0eWxlIjpudWxsfSwiUGFyZW50U3R5bGUiOm51bGx9LCJEYXRlRm9ybWF0Ijp7IiRpZCI6IjQz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zgiLCJGb3JtYXQiOjAsIklzVmlzaWJsZSI6ZmFsc2UsIkxhc3RLbm93blZpc2liaWxpdHlTdGF0ZSI6ZmFsc2V9LCJJc1Zpc2libGUiOnRydWUsIlZhcmlhbmNlU3R5bGUiOnsiJGlkIjoiNDM5IiwiVGV4dFN0eWxlIjp7IiRpZCI6IjQ0MCIsIkZvbnRTZXR0aW5ncyI6eyIkaWQiOiI0NDEiLCJGb250U2l6ZSI6MTAsIkZvbnROYW1lIjoiQ2FsaWJyaSIsIklzQm9sZCI6ZmFsc2UsIklzSXRhbGljIjpmYWxzZSwiSXNVbmRlcmxpbmVkIjpmYWxzZSwiUGFyZW50U3R5bGUiOm51bGx9LCJBdXRvU2l6ZSI6MCwiRm9yZWdyb3VuZCI6eyIkaWQiOiI0NDIiLCJDb2xvciI6eyIkaWQiOiI0N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Q0IiwiVG9wIjowLjAsIkxlZnQiOjAuMCwiUmlnaHQiOjAuMCwiQm90dG9tIjowLjB9LCJQYWRkaW5nIjp7IiRpZCI6IjQ0NSIsIlRvcCI6MC4wLCJMZWZ0IjowLjAsIlJpZ2h0IjowLjAsIkJvdHRvbSI6MC4wfSwiQmFja2dyb3VuZCI6eyIkaWQiOiI0NDYiLCJDb2xvciI6eyIkaWQiOiI0NDciLCJBIjoyNTUsIlIiOjAsIkciOjAsIkIiOjB9fSwiSXNWaXNpYmxlIjp0cnVlLCJXaWR0aCI6MC4wLCJIZWlnaHQiOjAuMCwiQm9yZGVyU3R5bGUiOnsiJGlkIjoiNDQ4IiwiTGluZUNvbG9yIjpudWxsLCJMaW5lV2VpZ2h0IjowLjAsIkxpbmVUeXBlIjowLCJQYXJlbnRTdHlsZSI6bnVsbH0sIlBhcmVudFN0eWxlIjpudWxsfSwiUGFyZW50U3R5bGUiOm51bGx9LCJQYXJlbnRTdHlsZSI6bnVsbH0sIkRlZmF1bHRTd2ltbGFuZU1pbGVzdG9uZVN0eWxlIjp7IiRpZCI6IjQ0OSIsIlRpdGxlUG9zaXRpb24iOiJMZWZ0IiwiRGF0ZVBvc2l0aW9uIjoiUmlnaHQiLCJWYXJpYW5jZVBvc2l0aW9uIjoiUmlnaHQiLCJTaGFwZVR5cGUiOjEsIlNoYXBlU2l6ZSI6MCwiU3BhY2luZyI6NSwiU2hhcGVTdHlsZSI6eyIkaWQiOiI0NTAiLCJNYXJnaW4iOnsiJGlkIjoiNDUxIiwiVG9wIjowLjAsIkxlZnQiOjAuMCwiUmlnaHQiOjAuMCwiQm90dG9tIjowLjB9LCJQYWRkaW5nIjp7IiRpZCI6IjQ1MiIsIlRvcCI6MC4wLCJMZWZ0IjowLjAsIlJpZ2h0IjowLjAsIkJvdHRvbSI6MC4wfSwiQmFja2dyb3VuZCI6eyIkaWQiOiI0NTMiLCJDb2xvciI6eyIkaWQiOiI0NTQiLCJBIjoyNTUsIlIiOjIxLCJHIjo5NiwiQiI6MTMwfX0sIklzVmlzaWJsZSI6dHJ1ZSwiV2lkdGgiOjEyLjAsIkhlaWdodCI6MTQuMCwiQm9yZGVyU3R5bGUiOnsiJGlkIjoiNDU1IiwiTGluZUNvbG9yIjp7IiRpZCI6IjQ1NiIsIiR0eXBlIjoiTkxSRS5Db21tb24uRG9tLlNvbGlkQ29sb3JCcnVzaCwgTkxSRS5Db21tb24iLCJDb2xvciI6eyIkaWQiOiI0NTciLCJBIjoyNTUsIlIiOjIzNCwiRyI6MjIsIkIiOjMwfX0sIkxpbmVXZWlnaHQiOjAuMCwiTGluZVR5cGUiOjAsIlBhcmVudFN0eWxlIjpudWxsfSwiUGFyZW50U3R5bGUiOm51bGx9LCJUaXRsZVN0eWxlIjp7IiRpZCI6IjQ1OCIsIkZvbnRTZXR0aW5ncyI6eyIkaWQiOiI0NTkiLCJGb250U2l6ZSI6MTEsIkZvbnROYW1lIjoiQ2FsaWJyaSIsIklzQm9sZCI6ZmFsc2UsIklzSXRhbGljIjpmYWxzZSwiSXNVbmRlcmxpbmVkIjpmYWxzZSwiUGFyZW50U3R5bGUiOm51bGx9LCJBdXRvU2l6ZSI6MCwiRm9yZWdyb3VuZCI6eyIkaWQiOiI0NjAiLCJDb2xvciI6eyIkaWQiOiI0Nj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DYyIiwiVG9wIjowLjAsIkxlZnQiOjAuMCwiUmlnaHQiOjAuMCwiQm90dG9tIjowLjB9LCJQYWRkaW5nIjp7IiRpZCI6IjQ2MyIsIlRvcCI6MC4wLCJMZWZ0IjowLjAsIlJpZ2h0IjowLjAsIkJvdHRvbSI6MC4wfSwiQmFja2dyb3VuZCI6eyIkaWQiOiI0NjQiLCJDb2xvciI6eyIkaWQiOiI0NjUiLCJBIjoyNTUsIlIiOjAsIkciOjAsIkIiOjB9fSwiSXNWaXNpYmxlIjp0cnVlLCJXaWR0aCI6MC4wLCJIZWlnaHQiOjAuMCwiQm9yZGVyU3R5bGUiOnsiJGlkIjoiNDY2IiwiTGluZUNvbG9yIjpudWxsLCJMaW5lV2VpZ2h0IjowLjAsIkxpbmVUeXBlIjowLCJQYXJlbnRTdHlsZSI6bnVsbH0sIlBhcmVudFN0eWxlIjpudWxsfSwiRGF0ZVN0eWxlIjp7IiRpZCI6IjQ2NyIsIkZvbnRTZXR0aW5ncyI6eyIkaWQiOiI0NjgiLCJGb250U2l6ZSI6MTAsIkZvbnROYW1lIjoiQ2FsaWJyaSIsIklzQm9sZCI6ZmFsc2UsIklzSXRhbGljIjpmYWxzZSwiSXNVbmRlcmxpbmVkIjpmYWxzZSwiUGFyZW50U3R5bGUiOm51bGx9LCJBdXRvU2l6ZSI6MCwiRm9yZWdyb3VuZCI6eyIkaWQiOiI0NjkiLCJDb2xvciI6eyIkaWQiOiI0Nz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DcxIiwiVG9wIjowLjAsIkxlZnQiOjAuMCwiUmlnaHQiOjAuMCwiQm90dG9tIjowLjB9LCJQYWRkaW5nIjp7IiRpZCI6IjQ3MiIsIlRvcCI6MC4wLCJMZWZ0IjowLjAsIlJpZ2h0IjowLjAsIkJvdHRvbSI6MC4wfSwiQmFja2dyb3VuZCI6eyIkaWQiOiI0NzMiLCJDb2xvciI6eyIkaWQiOiI0NzQiLCJBIjoyNTUsIlIiOjE0LCJHIjo0MCwiQiI6NjV9fSwiSXNWaXNpYmxlIjp0cnVlLCJXaWR0aCI6MC4wLCJIZWlnaHQiOjAuMCwiQm9yZGVyU3R5bGUiOnsiJGlkIjoiNDc1IiwiTGluZUNvbG9yIjpudWxsLCJMaW5lV2VpZ2h0IjowLjAsIkxpbmVUeXBlIjowLCJQYXJlbnRTdHlsZSI6bnVsbH0sIlBhcmVudFN0eWxlIjpudWxsfSwiRGF0ZUZvcm1hdCI6eyIkaWQiOiI0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c3IiwiRm9ybWF0IjowLCJJc1Zpc2libGUiOmZhbHNlLCJMYXN0S25vd25WaXNpYmlsaXR5U3RhdGUiOmZhbHNlfSwiSXNWaXNpYmxlIjp0cnVlLCJWYXJpYW5jZVN0eWxlIjp7IiRpZCI6IjQ3OCIsIlRleHRTdHlsZSI6eyIkaWQiOiI0NzkiLCJGb250U2V0dGluZ3MiOnsiJGlkIjoiNDgwIiwiRm9udFNpemUiOjEwLCJGb250TmFtZSI6IkNhbGlicmkiLCJJc0JvbGQiOmZhbHNlLCJJc0l0YWxpYyI6ZmFsc2UsIklzVW5kZXJsaW5lZCI6ZmFsc2UsIlBhcmVudFN0eWxlIjpudWxsfSwiQXV0b1NpemUiOjAsIkZvcmVncm91bmQiOnsiJGlkIjoiNDgxIiwiQ29sb3IiOnsiJGlkIjoiNDg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MjU1LCJSIjowLCJHIjowLCJCIjowfX0sIklzVmlzaWJsZSI6dHJ1ZSwiV2lkdGgiOjAuMCwiSGVpZ2h0IjowLjAsIkJvcmRlclN0eWxlIjp7IiRpZCI6IjQ4NyIsIkxpbmVDb2xvciI6bnVsbCwiTGluZVdlaWdodCI6MC4wLCJMaW5lVHlwZSI6MCwiUGFyZW50U3R5bGUiOm51bGx9LCJQYXJlbnRTdHlsZSI6bnVsbH0sIlBhcmVudFN0eWxlIjpudWxsfSwiUGFyZW50U3R5bGUiOm51bGx9LCJEZWZhdWx0U3dpbWxhbmVBY3Rpdml0eVN0eWxlIjp7IiRpZCI6IjQ4OCIsIkhlYWRlclN0eWxlIjp7IiRpZCI6IjQ4OSIsIlRleHRTdHlsZSI6eyIkaWQiOiI0OTAiLCJGb250U2V0dGluZ3MiOnsiJGlkIjoiNDkxIiwiRm9udFNpemUiOjExLCJGb250TmFtZSI6IkNhbGlicmkiLCJJc0JvbGQiOmZhbHNlLCJJc0l0YWxpYyI6ZmFsc2UsIklzVW5kZXJsaW5lZCI6ZmFsc2UsIlBhcmVudFN0eWxlIjpudWxsfSwiQXV0b1NpemUiOjIsIkZvcmVncm91bmQiOnsiJGlkIjoiNDkyIiwiQ29sb3IiOnsiJGlkIjoiNDk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Dk0IiwiVG9wIjowLjAsIkxlZnQiOjAuMCwiUmlnaHQiOjAuMCwiQm90dG9tIjowLjB9LCJQYWRkaW5nIjp7IiRpZCI6IjQ5NSIsIlRvcCI6MC4wLCJMZWZ0IjowLjAsIlJpZ2h0IjowLjAsIkJvdHRvbSI6MC4wfSwiQmFja2dyb3VuZCI6eyIkaWQiOiI0OTYiLCJDb2xvciI6eyIkaWQiOiI0OTciLCJBIjoyNTUsIlIiOjAsIkciOjAsIkIiOjB9fSwiSXNWaXNpYmxlIjp0cnVlLCJXaWR0aCI6MC4wLCJIZWlnaHQiOjAuMCwiQm9yZGVyU3R5bGUiOm51bGwsIlBhcmVudFN0eWxlIjpudWxsfSwiUmVjdGFuZ2xlU3R5bGUiOnsiJGlkIjoiNDk4IiwiTWFyZ2luIjp7IiRpZCI6IjQ5OSIsIlRvcCI6MC4wLCJMZWZ0IjowLjAsIlJpZ2h0IjowLjAsIkJvdHRvbSI6MC4wfSwiUGFkZGluZyI6eyIkaWQiOiI1MDAiLCJUb3AiOjAuMCwiTGVmdCI6MC4wLCJSaWdodCI6MC4wLCJCb3R0b20iOjAuMH0sIkJhY2tncm91bmQiOnsiJGlkIjoiNTAxIiwiQ29sb3IiOnsiJGlkIjoiNTAyIiwiQSI6NjMsIlIiOjIxLCJHIjo5NiwiQiI6MTMwfX0sIklzVmlzaWJsZSI6dHJ1ZSwiV2lkdGgiOjAuMCwiSGVpZ2h0IjowLjAsIkJvcmRlclN0eWxlIjp7IiRpZCI6IjUwMyIsIkxpbmVDb2xvciI6eyIkaWQiOiI1MDQiLCIkdHlwZSI6Ik5MUkUuQ29tbW9uLkRvbS5Tb2xpZENvbG9yQnJ1c2gsIE5MUkUuQ29tbW9uIiwiQ29sb3IiOnsiJGlkIjoiNTA1IiwiQSI6MjU1LCJSIjoyNTUsIkciOjAsIkIiOjB9fSwiTGluZVdlaWdodCI6MC4wLCJMaW5lVHlwZSI6MCwiUGFyZW50U3R5bGUiOm51bGx9LCJQYXJlbnRTdHlsZSI6bnVsbH0sIk1hcmdpbiI6eyIkaWQiOiI1MDYiLCJUb3AiOjAuMCwiTGVmdCI6MC4wLCJSaWdodCI6MC4wLCJCb3R0b20iOjAuMH0sIlBhZGRpbmciOnsiJGlkIjoiNTA3IiwiVG9wIjowLjAsIkxlZnQiOjAuMCwiUmlnaHQiOjAuMCwiQm90dG9tIjowLjB9LCJCYWNrZ3JvdW5kIjpudWxsLCJJc1Zpc2libGUiOnRydWUsIldpZHRoIjowLjAsIkhlaWdodCI6MC4wLCJCb3JkZXJTdHlsZSI6bnVsbCwiUGFyZW50U3R5bGUiOm51bGx9LCJCYWNrZ3JvdW5kU3R5bGUiOnsiJGlkIjoiNTA4IiwiTWFyZ2luIjp7IiRpZCI6IjUwOSIsIlRvcCI6MC4wLCJMZWZ0IjowLjAsIlJpZ2h0IjowLjAsIkJvdHRvbSI6MC4wfSwiUGFkZGluZyI6eyIkaWQiOiI1MTAiLCJUb3AiOjAuMCwiTGVmdCI6MC4wLCJSaWdodCI6MC4wLCJCb3R0b20iOjAuMH0sIkJhY2tncm91bmQiOnsiJGlkIjoiNTExIiwiQ29sb3IiOnsiJGlkIjoiNTEyIiwiQSI6NTEsIlIiOjIwMCwiRyI6MjAwLCJCIjoyMDB9fSwiSXNWaXNpYmxlIjp0cnVlLCJXaWR0aCI6MC4wLCJIZWlnaHQiOjAuMCwiQm9yZGVyU3R5bGUiOnsiJGlkIjoiNTEzIiwiTGluZUNvbG9yIjp7IiRpZCI6IjUxNCIsIiR0eXBlIjoiTkxSRS5Db21tb24uRG9tLlNvbGlkQ29sb3JCcnVzaCwgTkxSRS5Db21tb24iLCJDb2xvciI6eyIkaWQiOiI1MTUiLCJBIjoyNTUsIlIiOjIzNCwiRyI6MjIsIkIiOjMwfX0sIkxpbmVXZWlnaHQiOjAuMCwiTGluZVR5cGUiOjAsIlBhcmVudFN0eWxlIjpudWxsfSwiUGFyZW50U3R5bGUiOm51bGx9LCJNYXJnaW4iOnsiJGlkIjoiNTE2IiwiVG9wIjowLjAsIkxlZnQiOjAuMCwiUmlnaHQiOjAuMCwiQm90dG9tIjowLjB9LCJQYWRkaW5nIjp7IiRpZCI6IjUxNyIsIlRvcCI6MC4wLCJMZWZ0IjowLjAsIlJpZ2h0IjowLjAsIkJvdHRvbSI6MC4wfSwiSXNWaXNpYmxlIjp0cnVlLCJXaWR0aCI6MC4wLCJIZWlnaHQiOjAuMCwiQm9yZGVyU3R5bGUiOnsiJGlkIjoiNTE4IiwiTGluZUNvbG9yIjpudWxsLCJMaW5lV2VpZ2h0IjowLjAsIkxpbmVUeXBlIjowLCJQYXJlbnRTdHlsZSI6bnVsbH0sIlBhcmVudFN0eWxlIjpudWxsfSwiTWFyZ2luIjp7IiRpZCI6IjUxOSIsIlRvcCI6MC4wLCJMZWZ0IjowLjAsIlJpZ2h0IjowLjAsIkJvdHRvbSI6MC4wfSwiUGFkZGluZyI6eyIkaWQiOiI1MjAiLCJUb3AiOjAuMCwiTGVmdCI6MC4wLCJSaWdodCI6MC4wLCJCb3R0b20iOjAuMH0sIklzVmlzaWJsZSI6dHJ1ZSwiV2lkdGgiOjAuMCwiSGVpZ2h0IjowLjAsIkJvcmRlclN0eWxlIjp7IiRpZCI6IjUyMSIsIkxpbmVDb2xvciI6bnVsbCwiTGluZVdlaWdodCI6MC4wLCJMaW5lVHlwZSI6MCwiUGFyZW50U3R5bGUiOm51bGx9LCJQYXJlbnRTdHlsZSI6bnVsbH0sIl9hZGRpdGlvbmFsU3dpbWxhbmVWMlN0eWxlcyI6W3siJGlkIjoiNTIyIiwiU3R5bGVJZCI6Ijk4NTEzZTEwLTU1MWMtNGYzMC1hYzExLWEwNjkwZTkwMzEzNCIsIkhlYWRlclN0eWxlIjp7IiRpZCI6IjUyMyIsIlRleHRJc1ZlcnRpY2FsIjpmYWxzZSwiVGV4dFN0eWxlIjp7IiRpZCI6IjUyNCIsIkZvbnRTZXR0aW5ncyI6eyIkaWQiOiI1MjUiLCJGb250U2l6ZSI6MTEsIkZvbnROYW1lIjoiQ2FsaWJyaSIsIklzQm9sZCI6ZmFsc2UsIklzSXRhbGljIjpmYWxzZSwiSXNVbmRlcmxpbmVkIjpmYWxzZSwiUGFyZW50U3R5bGUiOm51bGx9LCJBdXRvU2l6ZSI6MiwiRm9yZWdyb3VuZCI6eyIkaWQiOiI1MjYiLCJDb2xvciI6eyIkaWQiOiI1Mjc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1MjgiLCJUb3AiOjAuMCwiTGVmdCI6MC4wLCJSaWdodCI6MC4wLCJCb3R0b20iOjAuMH0sIlBhZGRpbmciOnsiJGlkIjoiNTI5IiwiVG9wIjowLjAsIkxlZnQiOjAuMCwiUmlnaHQiOjAuMCwiQm90dG9tIjowLjB9LCJCYWNrZ3JvdW5kIjp7IiRpZCI6IjUzMCIsIkNvbG9yIjp7IiRpZCI6IjUzMSIsIkEiOjI1NSwiUiI6MjU1LCJHIjoyNTUsIkIiOjI1NX19LCJJc1Zpc2libGUiOnRydWUsIldpZHRoIjowLjAsIkhlaWdodCI6MC4wLCJCb3JkZXJTdHlsZSI6bnVsbCwiUGFyZW50U3R5bGUiOm51bGx9LCJSZWN0YW5nbGVTdHlsZSI6eyIkaWQiOiI1MzIiLCJNYXJnaW4iOnsiJGlkIjoiNTMzIiwiVG9wIjowLjAsIkxlZnQiOjAuMCwiUmlnaHQiOjAuMCwiQm90dG9tIjowLjB9LCJQYWRkaW5nIjp7IiRpZCI6IjUzNCIsIlRvcCI6MC4wLCJMZWZ0IjowLjAsIlJpZ2h0IjowLjAsIkJvdHRvbSI6MC4wfSwiQmFja2dyb3VuZCI6eyIkaWQiOiI1MzUiLCJDb2xvciI6eyIkaWQiOiI1MzYiLCJBIjoyNTUsIlIiOjIzMywiRyI6MTEzLCJCIjo1MH19LCJJc1Zpc2libGUiOnRydWUsIldpZHRoIjowLjAsIkhlaWdodCI6MC4wLCJCb3JkZXJTdHlsZSI6eyIkaWQiOiI1MzciLCJMaW5lQ29sb3IiOnsiJGlkIjoiNTM4IiwiJHR5cGUiOiJOTFJFLkNvbW1vbi5Eb20uU29saWRDb2xvckJydXNoLCBOTFJFLkNvbW1vbiIsIkNvbG9yIjp7IiRpZCI6IjUzOSIsIkEiOjI1NSwiUiI6MjU1LCJHIjoyNTUsIkIiOjI1NX19LCJMaW5lV2VpZ2h0IjowLjAsIkxpbmVUeXBlIjowLCJQYXJlbnRTdHlsZSI6bnVsbH0sIlBhcmVudFN0eWxlIjpudWxsfSwiTWFyZ2luIjp7IiRpZCI6IjU0MCIsIlRvcCI6MC4wLCJMZWZ0IjowLjAsIlJpZ2h0IjowLjAsIkJvdHRvbSI6MC4wfSwiUGFkZGluZyI6eyIkaWQiOiI1NDEiLCJUb3AiOjAuMCwiTGVmdCI6MC4wLCJSaWdodCI6MC4wLCJCb3R0b20iOjAuMH0sIkJhY2tncm91bmQiOm51bGwsIklzVmlzaWJsZSI6dHJ1ZSwiV2lkdGgiOjAuMCwiSGVpZ2h0IjowLjAsIkJvcmRlclN0eWxlIjpudWxsLCJQYXJlbnRTdHlsZSI6bnVsbH0sIkJhY2tncm91bmRTdHlsZSI6eyIkaWQiOiI1NDIiLCJNYXJnaW4iOnsiJGlkIjoiNTQzIiwiVG9wIjowLjAsIkxlZnQiOjAuMCwiUmlnaHQiOjAuMCwiQm90dG9tIjowLjB9LCJQYWRkaW5nIjp7IiRpZCI6IjU0NCIsIlRvcCI6MC4wLCJMZWZ0IjowLjAsIlJpZ2h0IjowLjAsIkJvdHRvbSI6MC4wfSwiQmFja2dyb3VuZCI6eyIkaWQiOiI1NDUiLCJDb2xvciI6eyIkaWQiOiI1NDYiLCJBIjo1MSwiUiI6MjAwLCJHIjoyMDAsIkIiOjIwMH19LCJJc1Zpc2libGUiOnRydWUsIldpZHRoIjowLjAsIkhlaWdodCI6MC4wLCJCb3JkZXJTdHlsZSI6eyIkaWQiOiI1NDciLCJMaW5lQ29sb3IiOnsiJGlkIjoiNTQ4IiwiJHR5cGUiOiJOTFJFLkNvbW1vbi5Eb20uU29saWRDb2xvckJydXNoLCBOTFJFLkNvbW1vbiIsIkNvbG9yIjp7IiRpZCI6IjU0OSIsIkEiOjI1NSwiUiI6MjM0LCJHIjoyMiwiQiI6MzB9fSwiTGluZVdlaWdodCI6MC4wLCJMaW5lVHlwZSI6MCwiUGFyZW50U3R5bGUiOm51bGx9LCJQYXJlbnRTdHlsZSI6bnVsbH0sIklzQWJvdmVUaW1lYmFuZCI6ZmFsc2UsIlNwYWNpbmciOjMsIkRlZmF1bHRTd2ltbGFuZVRhc2tTdHlsZSI6eyIkaWQiOiI1NTAiLCIkdHlwZSI6Ik5MUkUuQ29tbW9uLkRvbS5TdHlsZXMuRXhwbGljaXRTZXRhYmxlVGFza1N0eWxlLCBOTFJFLkNvbW1vbiIsIlNoYXBlIjoxLCJTaGFwZVRoaWNrbmVzcyI6MCwiRHVyYXRpb25Gb3JtYXQiOjAsIkluY2x1ZGVOb25Xb3JraW5nRGF5c0luRHVyYXRpb24iOmZhbHNlLCJQZXJjZW50YWdlQ29tcGxldGVTdHlsZSI6eyIkaWQiOiI1NTEiLCJGb250U2V0dGluZ3MiOnsiJGlkIjoiNTUyIiwiRm9udFNpemUiOjEwLCJGb250TmFtZSI6IkNhbGlicmkiLCJJc0JvbGQiOmZhbHNlLCJJc0l0YWxpYyI6ZmFsc2UsIklzVW5kZXJsaW5lZCI6ZmFsc2UsIlBhcmVudFN0eWxlIjpudWxsfSwiQXV0b1NpemUiOjAsIkZvcmVncm91bmQiOnsiJGlkIjoiNTUzIiwiQ29sb3IiOnsiJGlkIjoiNTU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U1NSIsIlRvcCI6MC4wLCJMZWZ0IjowLjAsIlJpZ2h0IjowLjAsIkJvdHRvbSI6MC4wfSwiUGFkZGluZyI6eyIkaWQiOiI1NTYiLCJUb3AiOjAuMCwiTGVmdCI6MC4wLCJSaWdodCI6MC4wLCJCb3R0b20iOjAuMH0sIkJhY2tncm91bmQiOnsiJGlkIjoiNTU3IiwiQ29sb3IiOnsiJGlkIjoiNTU4IiwiQSI6ODksIlIiOjAsIkciOjAsIkIiOjB9fSwiSXNWaXNpYmxlIjp0cnVlLCJXaWR0aCI6MC4wLCJIZWlnaHQiOjAuMCwiQm9yZGVyU3R5bGUiOnsiJGlkIjoiNTU5IiwiTGluZUNvbG9yIjpudWxsLCJMaW5lV2VpZ2h0IjowLjAsIkxpbmVUeXBlIjowLCJQYXJlbnRTdHlsZSI6bnVsbH0sIlBhcmVudFN0eWxlIjpudWxsfSwiRHVyYXRpb25TdHlsZSI6eyIkaWQiOiI1NjAiLCJGb250U2V0dGluZ3MiOnsiJGlkIjoiNTYxIiwiRm9udFNpemUiOjEwLCJGb250TmFtZSI6IkNhbGlicmkiLCJJc0JvbGQiOmZhbHNlLCJJc0l0YWxpYyI6ZmFsc2UsIklzVW5kZXJsaW5lZCI6ZmFsc2UsIlBhcmVudFN0eWxlIjpudWxsfSwiQXV0b1NpemUiOjAsIkZvcmVncm91bmQiOnsiJGlkIjoiNTYyIiwiQ29sb3IiOnsiJGlkIjoiNTY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TY0IiwiVG9wIjowLjAsIkxlZnQiOjAuMCwiUmlnaHQiOjAuMCwiQm90dG9tIjowLjB9LCJQYWRkaW5nIjp7IiRpZCI6IjU2NSIsIlRvcCI6MC4wLCJMZWZ0IjowLjAsIlJpZ2h0IjowLjAsIkJvdHRvbSI6MC4wfSwiQmFja2dyb3VuZCI6eyIkaWQiOiI1NjYiLCJDb2xvciI6eyIkaWQiOiI1NjciLCJBIjoyNTUsIlIiOjIzNywiRyI6MTI1LCJCIjo0OX19LCJJc1Zpc2libGUiOnRydWUsIldpZHRoIjowLjAsIkhlaWdodCI6MC4wLCJCb3JkZXJTdHlsZSI6eyIkaWQiOiI1NjgiLCJMaW5lQ29sb3IiOm51bGwsIkxpbmVXZWlnaHQiOjAuMCwiTGluZVR5cGUiOjAsIlBhcmVudFN0eWxlIjpudWxsfSwiUGFyZW50U3R5bGUiOm51bGx9LCJIb3Jpem9udGFsQ29ubmVjdG9yU3R5bGUiOnsiJGlkIjoiNTY5IiwiTGluZUNvbG9yIjp7IiRpZCI6IjU3MCIsIiR0eXBlIjoiTkxSRS5Db21tb24uRG9tLlNvbGlkQ29sb3JCcnVzaCwgTkxSRS5Db21tb24iLCJDb2xvciI6eyIkaWQiOiI1NzEiLCJBIjoyNTUsIlIiOjAsIkciOjAsIkIiOjB9fSwiTGluZVdlaWdodCI6MC4wLCJMaW5lVHlwZSI6MCwiUGFyZW50U3R5bGUiOm51bGx9LCJWZXJ0aWNhbENvbm5lY3RvclN0eWxlIjp7IiRpZCI6IjU3MiIsIkxpbmVDb2xvciI6eyIkaWQiOiI1NzMiLCIkdHlwZSI6Ik5MUkUuQ29tbW9uLkRvbS5Tb2xpZENvbG9yQnJ1c2gsIE5MUkUuQ29tbW9uIiwiQ29sb3IiOnsiJGlkIjoiNTc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Tc1IiwiU2hhcGVTdHlsZSI6eyIkaWQiOiI1NzYiLCJNYXJnaW4iOnsiJGlkIjoiNTc3IiwiVG9wIjowLjAsIkxlZnQiOjAuMCwiUmlnaHQiOjAuMCwiQm90dG9tIjowLjB9LCJQYWRkaW5nIjp7IiRpZCI6IjU3OCIsIlRvcCI6MC4wLCJMZWZ0IjowLjAsIlJpZ2h0IjowLjAsIkJvdHRvbSI6MC4wfSwiQmFja2dyb3VuZCI6eyIkaWQiOiI1NzkiLCJDb2xvciI6eyIkaWQiOiI1ODAiLCJBIjoxNTMsIlIiOjAsIkciOjAsIkIiOjB9fSwiSXNWaXNpYmxlIjp0cnVlLCJXaWR0aCI6MC4wLCJIZWlnaHQiOjAuMCwiQm9yZGVyU3R5bGUiOnsiJGlkIjoiNTgxIiwiTGluZUNvbG9yIjp7IiRpZCI6IjU4MiIsIiR0eXBlIjoiTkxSRS5Db21tb24uRG9tLlNvbGlkQ29sb3JCcnVzaCwgTkxSRS5Db21tb24iLCJDb2xvciI6eyIkaWQiOiI1ODMiLCJBIjoyNTUsIlIiOjI1NSwiRyI6MCwiQiI6MH19LCJMaW5lV2VpZ2h0IjowLjAsIkxpbmVUeXBlIjowLCJQYXJlbnRTdHlsZSI6bnVsbH0sIlBhcmVudFN0eWxlIjpudWxsfSwiTWFyZ2luIjp7IiRpZCI6IjU4NCIsIlRvcCI6MC4wLCJMZWZ0IjowLjAsIlJpZ2h0IjowLjAsIkJvdHRvbSI6MC4wfSwiUGFkZGluZyI6eyIkaWQiOiI1ODUiLCJUb3AiOjAuMCwiTGVmdCI6MC4wLCJSaWdodCI6MC4wLCJCb3R0b20iOjAuMH0sIkJhY2tncm91bmQiOm51bGwsIklzVmlzaWJsZSI6dHJ1ZSwiV2lkdGgiOjAuMCwiSGVpZ2h0IjowLjAsIkJvcmRlclN0eWxlIjpudWxsLCJQYXJlbnRTdHlsZSI6bnVsbH0sIlNoYXBlU3R5bGUiOnsiJGlkIjoiNTg2IiwiTWFyZ2luIjp7IiRpZCI6IjU4NyIsIlRvcCI6MC4wLCJMZWZ0Ijo0LjAsIlJpZ2h0Ijo0LjAsIkJvdHRvbSI6MC4wfSwiUGFkZGluZyI6eyIkaWQiOiI1ODgiLCJUb3AiOjAuMCwiTGVmdCI6MC4wLCJSaWdodCI6MC4wLCJCb3R0b20iOjAuMH0sIkJhY2tncm91bmQiOnsiJGlkIjoiNTg5IiwiQ29sb3IiOnsiJGlkIjoiNTkwIiwiQSI6MjU1LCJSIjoyMzMsIkciOjExMywiQiI6NTB9fSwiSXNWaXNpYmxlIjp0cnVlLCJXaWR0aCI6MC4wLCJIZWlnaHQiOjEwLjAsIkJvcmRlclN0eWxlIjp7IiRpZCI6IjU5MSIsIkxpbmVDb2xvciI6eyIkaWQiOiI1OTIiLCIkdHlwZSI6Ik5MUkUuQ29tbW9uLkRvbS5Tb2xpZENvbG9yQnJ1c2gsIE5MUkUuQ29tbW9uIiwiQ29sb3IiOnsiJGlkIjoiNTkzIiwiQSI6MjU1LCJSIjoyMzQsIkciOjIyLCJCIjozMH19LCJMaW5lV2VpZ2h0IjowLjAsIkxpbmVUeXBlIjowLCJQYXJlbnRTdHlsZSI6bnVsbH0sIlBhcmVudFN0eWxlIjpudWxsfSwiVGl0bGVTdHlsZSI6eyIkaWQiOiI1OTQiLCJGb250U2V0dGluZ3MiOnsiJGlkIjoiNTk1IiwiRm9udFNpemUiOjExLCJGb250TmFtZSI6IkNhbGlicmkiLCJJc0JvbGQiOmZhbHNlLCJJc0l0YWxpYyI6ZmFsc2UsIklzVW5kZXJsaW5lZCI6ZmFsc2UsIlBhcmVudFN0eWxlIjpudWxsfSwiQXV0b1NpemUiOjAsIkZvcmVncm91bmQiOnsiJGlkIjoiNTk2IiwiQ29sb3IiOnsiJGlkIjoiNTk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5OCIsIlRvcCI6MC4wLCJMZWZ0IjowLjAsIlJpZ2h0IjowLjAsIkJvdHRvbSI6MC4wfSwiUGFkZGluZyI6eyIkaWQiOiI1OTkiLCJUb3AiOjAuMCwiTGVmdCI6MC4wLCJSaWdodCI6MC4wLCJCb3R0b20iOjAuMH0sIkJhY2tncm91bmQiOnsiJGlkIjoiNjAwIiwiQ29sb3IiOnsiJGlkIjoiNjAxIiwiQSI6MjU1LCJSIjowLCJHIjowLCJCIjowfX0sIklzVmlzaWJsZSI6dHJ1ZSwiV2lkdGgiOjAuMCwiSGVpZ2h0IjowLjAsIkJvcmRlclN0eWxlIjp7IiRpZCI6IjYwMiIsIkxpbmVDb2xvciI6bnVsbCwiTGluZVdlaWdodCI6MC4wLCJMaW5lVHlwZSI6MCwiUGFyZW50U3R5bGUiOm51bGx9LCJQYXJlbnRTdHlsZSI6bnVsbH0sIkRhdGVTdHlsZSI6eyIkaWQiOiI2MDMiLCJGb250U2V0dGluZ3MiOnsiJGlkIjoiNjA0IiwiRm9udFNpemUiOjEwLCJGb250TmFtZSI6IkNhbGlicmkiLCJJc0JvbGQiOmZhbHNlLCJJc0l0YWxpYyI6ZmFsc2UsIklzVW5kZXJsaW5lZCI6ZmFsc2UsIlBhcmVudFN0eWxlIjpudWxsfSwiQXV0b1NpemUiOjAsIkZvcmVncm91bmQiOnsiJGlkIjoiNjA1IiwiQ29sb3IiOnsiJGlkIjoiNjA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YwNyIsIlRvcCI6MC4wLCJMZWZ0IjowLjAsIlJpZ2h0IjowLjAsIkJvdHRvbSI6MC4wfSwiUGFkZGluZyI6eyIkaWQiOiI2MDgiLCJUb3AiOjAuMCwiTGVmdCI6MC4wLCJSaWdodCI6MC4wLCJCb3R0b20iOjAuMH0sIkJhY2tncm91bmQiOnsiJGlkIjoiNjA5IiwiQ29sb3IiOnsiJGlkIjoiNjEwIiwiQSI6MjU1LCJSIjoxNCwiRyI6NDAsIkIiOjY1fX0sIklzVmlzaWJsZSI6dHJ1ZSwiV2lkdGgiOjAuMCwiSGVpZ2h0IjowLjAsIkJvcmRlclN0eWxlIjp7IiRpZCI6IjYxMSIsIkxpbmVDb2xvciI6bnVsbCwiTGluZVdlaWdodCI6MC4wLCJMaW5lVHlwZSI6MCwiUGFyZW50U3R5bGUiOm51bGx9LCJQYXJlbnRTdHlsZSI6bnVsbH0sIkRhdGVGb3JtYXQiOnsiJGlkIjoiNj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xMyIsIkZvcm1hdCI6MCwiSXNWaXNpYmxlIjpmYWxzZSwiTGFzdEtub3duVmlzaWJpbGl0eVN0YXRlIjpmYWxzZX0sIklzVmlzaWJsZSI6dHJ1ZSwiVmFyaWFuY2VTdHlsZSI6eyIkaWQiOiI2MTQiLCJUZXh0U3R5bGUiOnsiJGlkIjoiNjE1IiwiRm9udFNldHRpbmdzIjp7IiRpZCI6IjYxNiIsIkZvbnRTaXplIjoxMCwiRm9udE5hbWUiOiJDYWxpYnJpIiwiSXNCb2xkIjpmYWxzZSwiSXNJdGFsaWMiOmZhbHNlLCJJc1VuZGVybGluZWQiOmZhbHNlLCJQYXJlbnRTdHlsZSI6bnVsbH0sIkF1dG9TaXplIjowLCJGb3JlZ3JvdW5kIjp7IiRpZCI6IjYxNyIsIkNvbG9yIjp7IiRpZCI6IjY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MTkiLCJUb3AiOjAuMCwiTGVmdCI6MC4wLCJSaWdodCI6MC4wLCJCb3R0b20iOjAuMH0sIlBhZGRpbmciOnsiJGlkIjoiNjIwIiwiVG9wIjowLjAsIkxlZnQiOjAuMCwiUmlnaHQiOjAuMCwiQm90dG9tIjowLjB9LCJCYWNrZ3JvdW5kIjp7IiRpZCI6IjYyMSIsIkNvbG9yIjp7IiRpZCI6IjYyMiIsIkEiOjI1NSwiUiI6MCwiRyI6MCwiQiI6MH19LCJJc1Zpc2libGUiOnRydWUsIldpZHRoIjowLjAsIkhlaWdodCI6MC4wLCJCb3JkZXJTdHlsZSI6eyIkaWQiOiI2MjMiLCJMaW5lQ29sb3IiOm51bGwsIkxpbmVXZWlnaHQiOjAuMCwiTGluZVR5cGUiOjAsIlBhcmVudFN0eWxlIjpudWxsfSwiUGFyZW50U3R5bGUiOm51bGx9LCJQYXJlbnRTdHlsZSI6bnVsbH0sIlBhcmVudFN0eWxlIjpudWxsLCJfZXhwbGljaXRseVNldCI6eyIkaWQiOiI2M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2MjUiLCJTaGFwZSI6MSwiQ29ubmVjdG9yTWFyZ2luIjp7IiRpZCI6IjYyNiIsIlRvcCI6MC4wLCJMZWZ0IjoyLjAsIlJpZ2h0IjoyLjAsIkJvdHRvbSI6MC4wfSwiQ29ubmVjdG9yU3R5bGUiOnsiJGlkIjoiNjI3IiwiTGluZUNvbG9yIjp7IiRpZCI6IjYyOCIsIiR0eXBlIjoiTkxSRS5Db21tb24uRG9tLlNvbGlkQ29sb3JCcnVzaCwgTkxSRS5Db21tb24iLCJDb2xvciI6eyIkaWQiOiI2MjkiLCJBIjoxMjcsIlIiOjEyOCwiRyI6NTMsIkIiOjE0fX0sIkxpbmVXZWlnaHQiOjEuMCwiTGluZVR5cGUiOjAsIlBhcmVudFN0eWxlIjpudWxsfSwiSXNCZWxvd1RpbWViYW5kIjpmYWxzZSwiUG9zaXRpb25PblRhc2siOjEsIkhpZGVEYXRlIjpmYWxzZSwiU2hhcGVTaXplIjowLCJTcGFjaW5nIjowLjAsIlBhZGRpbmciOnsiJGlkIjoiNjMwIiwiVG9wIjo1LjAsIkxlZnQiOjMuMCwiUmlnaHQiOjAuMCwiQm90dG9tIjoyLjB9LCJTaGFwZVN0eWxlIjp7IiRpZCI6IjYzMSIsIk1hcmdpbiI6eyIkaWQiOiI2MzIiLCJUb3AiOjAuMCwiTGVmdCI6MC4wLCJSaWdodCI6MC4wLCJCb3R0b20iOjAuMH0sIlBhZGRpbmciOnsiJGlkIjoiNjMzIiwiVG9wIjowLjAsIkxlZnQiOjAuMCwiUmlnaHQiOjAuMCwiQm90dG9tIjowLjB9LCJCYWNrZ3JvdW5kIjp7IiRpZCI6IjYzNCIsIkNvbG9yIjp7IiRpZCI6IjYzNSIsIkEiOjI1NSwiUiI6MTI4LCJHIjo1MywiQiI6MTR9fSwiSXNWaXNpYmxlIjp0cnVlLCJXaWR0aCI6MTIuMCwiSGVpZ2h0IjoxNC4wLCJCb3JkZXJTdHlsZSI6eyIkaWQiOiI2MzYiLCJMaW5lQ29sb3IiOnsiJGlkIjoiNjM3IiwiJHR5cGUiOiJOTFJFLkNvbW1vbi5Eb20uU29saWRDb2xvckJydXNoLCBOTFJFLkNvbW1vbiIsIkNvbG9yIjp7IiRpZCI6IjYzOCIsIkEiOjI1NSwiUiI6MjU1LCJHIjoyNTUsIkIiOjI1NX19LCJMaW5lV2VpZ2h0IjowLjAsIkxpbmVUeXBlIjowLCJQYXJlbnRTdHlsZSI6bnVsbH0sIlBhcmVudFN0eWxlIjpudWxsfSwiVGl0bGVTdHlsZSI6eyIkaWQiOiI2MzkiLCJGb250U2V0dGluZ3MiOnsiJGlkIjoiNjQwIiwiRm9udFNpemUiOjExLCJGb250TmFtZSI6IkNhbGlicmkiLCJJc0JvbGQiOmZhbHNlLCJJc0l0YWxpYyI6ZmFsc2UsIklzVW5kZXJsaW5lZCI6ZmFsc2UsIlBhcmVudFN0eWxlIjpudWxsfSwiQXV0b1NpemUiOjAsIkZvcmVncm91bmQiOnsiJGlkIjoiNjQxIiwiQ29sb3IiOnsiJGlkIjoiNjQ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Y0MyIsIlRvcCI6MC4wLCJMZWZ0IjowLjAsIlJpZ2h0IjowLjAsIkJvdHRvbSI6MC4wfSwiUGFkZGluZyI6eyIkaWQiOiI2NDQiLCJUb3AiOjAuMCwiTGVmdCI6MC4wLCJSaWdodCI6MC4wLCJCb3R0b20iOjAuMH0sIkJhY2tncm91bmQiOnsiJGlkIjoiNjQ1IiwiQ29sb3IiOnsiJGlkIjoiNjQ2IiwiQSI6MjU1LCJSIjowLCJHIjowLCJCIjowfX0sIklzVmlzaWJsZSI6dHJ1ZSwiV2lkdGgiOjAuMCwiSGVpZ2h0IjowLjAsIkJvcmRlclN0eWxlIjp7IiRpZCI6IjY0NyIsIkxpbmVDb2xvciI6bnVsbCwiTGluZVdlaWdodCI6MC4wLCJMaW5lVHlwZSI6MCwiUGFyZW50U3R5bGUiOm51bGx9LCJQYXJlbnRTdHlsZSI6bnVsbH0sIkRhdGVTdHlsZSI6eyIkaWQiOiI2NDgiLCJGb250U2V0dGluZ3MiOnsiJGlkIjoiNjQ5IiwiRm9udFNpemUiOjEwLCJGb250TmFtZSI6IkNhbGlicmkiLCJJc0JvbGQiOmZhbHNlLCJJc0l0YWxpYyI6ZmFsc2UsIklzVW5kZXJsaW5lZCI6ZmFsc2UsIlBhcmVudFN0eWxlIjpudWxsfSwiQXV0b1NpemUiOjAsIkZvcmVncm91bmQiOnsiJGlkIjoiNjUwIiwiQ29sb3IiOnsiJGlkIjoiNjU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Y1MiIsIlRvcCI6MC4wLCJMZWZ0IjowLjAsIlJpZ2h0IjowLjAsIkJvdHRvbSI6MC4wfSwiUGFkZGluZyI6eyIkaWQiOiI2NTMiLCJUb3AiOjAuMCwiTGVmdCI6MC4wLCJSaWdodCI6MC4wLCJCb3R0b20iOjAuMH0sIkJhY2tncm91bmQiOnsiJGlkIjoiNjU0IiwiQ29sb3IiOnsiJGlkIjoiNjU1IiwiQSI6MjU1LCJSIjoxNCwiRyI6NDAsIkIiOjY1fX0sIklzVmlzaWJsZSI6dHJ1ZSwiV2lkdGgiOjAuMCwiSGVpZ2h0IjowLjAsIkJvcmRlclN0eWxlIjp7IiRpZCI6IjY1NiIsIkxpbmVDb2xvciI6bnVsbCwiTGluZVdlaWdodCI6MC4wLCJMaW5lVHlwZSI6MCwiUGFyZW50U3R5bGUiOm51bGx9LCJQYXJlbnRTdHlsZSI6bnVsbH0sIkRhdGVGb3JtYXQiOnsiJGlkIjoiNjU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1OCIsIkZvcm1hdCI6MCwiSXNWaXNpYmxlIjpmYWxzZSwiTGFzdEtub3duVmlzaWJpbGl0eVN0YXRlIjpmYWxzZX0sIklzVmlzaWJsZSI6ZmFsc2UsIlZhcmlhbmNlU3R5bGUiOnsiJGlkIjoiNjU5IiwiVGV4dFN0eWxlIjp7IiRpZCI6IjY2MCIsIkZvbnRTZXR0aW5ncyI6eyIkaWQiOiI2NjEiLCJGb250U2l6ZSI6MTAsIkZvbnROYW1lIjoiQ2FsaWJyaSIsIklzQm9sZCI6ZmFsc2UsIklzSXRhbGljIjpmYWxzZSwiSXNVbmRlcmxpbmVkIjpmYWxzZSwiUGFyZW50U3R5bGUiOm51bGx9LCJBdXRvU2l6ZSI6MCwiRm9yZWdyb3VuZCI6eyIkaWQiOiI2NjIiLCJDb2xvciI6eyIkaWQiOiI2N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Y0IiwiVG9wIjowLjAsIkxlZnQiOjAuMCwiUmlnaHQiOjAuMCwiQm90dG9tIjowLjB9LCJQYWRkaW5nIjp7IiRpZCI6IjY2NSIsIlRvcCI6MC4wLCJMZWZ0IjowLjAsIlJpZ2h0IjowLjAsIkJvdHRvbSI6MC4wfSwiQmFja2dyb3VuZCI6eyIkaWQiOiI2NjYiLCJDb2xvciI6eyIkaWQiOiI2NjciLCJBIjoyNTUsIlIiOjAsIkciOjAsIkIiOjB9fSwiSXNWaXNpYmxlIjp0cnVlLCJXaWR0aCI6MC4wLCJIZWlnaHQiOjAuMCwiQm9yZGVyU3R5bGUiOnsiJGlkIjoiNjY4IiwiTGluZUNvbG9yIjpudWxsLCJMaW5lV2VpZ2h0IjowLjAsIkxpbmVUeXBlIjowLCJQYXJlbnRTdHlsZSI6bnVsbH0sIlBhcmVudFN0eWxlIjpudWxsfSwiUGFyZW50U3R5bGUiOm51bGx9LCJQYXJlbnRTdHlsZSI6bnVsbH0sIkRlZmF1bHRTd2ltbGFuZU1pbGVzdG9uZVN0eWxlIjp7IiRpZCI6IjY2OSIsIlRpdGxlUG9zaXRpb24iOiJMZWZ0IiwiRGF0ZVBvc2l0aW9uIjoiUmlnaHQiLCJWYXJpYW5jZVBvc2l0aW9uIjoiUmlnaHQiLCJTaGFwZVR5cGUiOjEsIlNoYXBlU2l6ZSI6MCwiU3BhY2luZyI6NSwiU2hhcGVTdHlsZSI6eyIkaWQiOiI2NzAiLCJNYXJnaW4iOnsiJGlkIjoiNjcxIiwiVG9wIjowLjAsIkxlZnQiOjAuMCwiUmlnaHQiOjAuMCwiQm90dG9tIjowLjB9LCJQYWRkaW5nIjp7IiRpZCI6IjY3MiIsIlRvcCI6MC4wLCJMZWZ0IjowLjAsIlJpZ2h0IjowLjAsIkJvdHRvbSI6MC4wfSwiQmFja2dyb3VuZCI6eyIkaWQiOiI2NzMiLCJDb2xvciI6eyIkaWQiOiI2NzQiLCJBIjoyNTUsIlIiOjIzMywiRyI6MTEzLCJCIjo1MH19LCJJc1Zpc2libGUiOnRydWUsIldpZHRoIjoxMi4wLCJIZWlnaHQiOjE0LjAsIkJvcmRlclN0eWxlIjp7IiRpZCI6IjY3NSIsIkxpbmVDb2xvciI6eyIkaWQiOiI2NzYiLCIkdHlwZSI6Ik5MUkUuQ29tbW9uLkRvbS5Tb2xpZENvbG9yQnJ1c2gsIE5MUkUuQ29tbW9uIiwiQ29sb3IiOnsiJGlkIjoiNjc3IiwiQSI6MjU1LCJSIjoyMzQsIkciOjIyLCJCIjozMH19LCJMaW5lV2VpZ2h0IjowLjAsIkxpbmVUeXBlIjowLCJQYXJlbnRTdHlsZSI6bnVsbH0sIlBhcmVudFN0eWxlIjpudWxsfSwiVGl0bGVTdHlsZSI6eyIkaWQiOiI2NzgiLCJGb250U2V0dGluZ3MiOnsiJGlkIjoiNjc5IiwiRm9udFNpemUiOjExLCJGb250TmFtZSI6IkNhbGlicmkiLCJJc0JvbGQiOmZhbHNlLCJJc0l0YWxpYyI6ZmFsc2UsIklzVW5kZXJsaW5lZCI6ZmFsc2UsIlBhcmVudFN0eWxlIjpudWxsfSwiQXV0b1NpemUiOjAsIkZvcmVncm91bmQiOnsiJGlkIjoiNjgwIiwiQ29sb3IiOnsiJGlkIjoiNjg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Y4MiIsIlRvcCI6MC4wLCJMZWZ0IjowLjAsIlJpZ2h0IjowLjAsIkJvdHRvbSI6MC4wfSwiUGFkZGluZyI6eyIkaWQiOiI2ODMiLCJUb3AiOjAuMCwiTGVmdCI6MC4wLCJSaWdodCI6MC4wLCJCb3R0b20iOjAuMH0sIkJhY2tncm91bmQiOnsiJGlkIjoiNjg0IiwiQ29sb3IiOnsiJGlkIjoiNjg1IiwiQSI6MjU1LCJSIjowLCJHIjowLCJCIjowfX0sIklzVmlzaWJsZSI6dHJ1ZSwiV2lkdGgiOjAuMCwiSGVpZ2h0IjowLjAsIkJvcmRlclN0eWxlIjp7IiRpZCI6IjY4NiIsIkxpbmVDb2xvciI6bnVsbCwiTGluZVdlaWdodCI6MC4wLCJMaW5lVHlwZSI6MCwiUGFyZW50U3R5bGUiOm51bGx9LCJQYXJlbnRTdHlsZSI6bnVsbH0sIkRhdGVTdHlsZSI6eyIkaWQiOiI2ODciLCJGb250U2V0dGluZ3MiOnsiJGlkIjoiNjg4IiwiRm9udFNpemUiOjEwLCJGb250TmFtZSI6IkNhbGlicmkiLCJJc0JvbGQiOmZhbHNlLCJJc0l0YWxpYyI6ZmFsc2UsIklzVW5kZXJsaW5lZCI6ZmFsc2UsIlBhcmVudFN0eWxlIjpudWxsfSwiQXV0b1NpemUiOjAsIkZvcmVncm91bmQiOnsiJGlkIjoiNjg5IiwiQ29sb3IiOnsiJGlkIjoiNjk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Y5MSIsIlRvcCI6MC4wLCJMZWZ0IjowLjAsIlJpZ2h0IjowLjAsIkJvdHRvbSI6MC4wfSwiUGFkZGluZyI6eyIkaWQiOiI2OTIiLCJUb3AiOjAuMCwiTGVmdCI6MC4wLCJSaWdodCI6MC4wLCJCb3R0b20iOjAuMH0sIkJhY2tncm91bmQiOnsiJGlkIjoiNjkzIiwiQ29sb3IiOnsiJGlkIjoiNjk0IiwiQSI6MjU1LCJSIjoxNCwiRyI6NDAsIkIiOjY1fX0sIklzVmlzaWJsZSI6dHJ1ZSwiV2lkdGgiOjAuMCwiSGVpZ2h0IjowLjAsIkJvcmRlclN0eWxlIjp7IiRpZCI6IjY5NSIsIkxpbmVDb2xvciI6bnVsbCwiTGluZVdlaWdodCI6MC4wLCJMaW5lVHlwZSI6MCwiUGFyZW50U3R5bGUiOm51bGx9LCJQYXJlbnRTdHlsZSI6bnVsbH0sIkRhdGVGb3JtYXQiOnsiJGlkIjoiNjk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5NyIsIkZvcm1hdCI6MCwiSXNWaXNpYmxlIjpmYWxzZSwiTGFzdEtub3duVmlzaWJpbGl0eVN0YXRlIjpmYWxzZX0sIklzVmlzaWJsZSI6dHJ1ZSwiVmFyaWFuY2VTdHlsZSI6eyIkaWQiOiI2OTgiLCJUZXh0U3R5bGUiOnsiJGlkIjoiNjk5IiwiRm9udFNldHRpbmdzIjp7IiRpZCI6IjcwMCIsIkZvbnRTaXplIjoxMCwiRm9udE5hbWUiOiJDYWxpYnJpIiwiSXNCb2xkIjpmYWxzZSwiSXNJdGFsaWMiOmZhbHNlLCJJc1VuZGVybGluZWQiOmZhbHNlLCJQYXJlbnRTdHlsZSI6bnVsbH0sIkF1dG9TaXplIjowLCJGb3JlZ3JvdW5kIjp7IiRpZCI6IjcwMSIsIkNvbG9yIjp7IiRpZCI6Ijc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MDMiLCJUb3AiOjAuMCwiTGVmdCI6MC4wLCJSaWdodCI6MC4wLCJCb3R0b20iOjAuMH0sIlBhZGRpbmciOnsiJGlkIjoiNzA0IiwiVG9wIjowLjAsIkxlZnQiOjAuMCwiUmlnaHQiOjAuMCwiQm90dG9tIjowLjB9LCJCYWNrZ3JvdW5kIjp7IiRpZCI6IjcwNSIsIkNvbG9yIjp7IiRpZCI6IjcwNiIsIkEiOjI1NSwiUiI6MCwiRyI6MCwiQiI6MH19LCJJc1Zpc2libGUiOnRydWUsIldpZHRoIjowLjAsIkhlaWdodCI6MC4wLCJCb3JkZXJTdHlsZSI6eyIkaWQiOiI3MDciLCJMaW5lQ29sb3IiOm51bGwsIkxpbmVXZWlnaHQiOjAuMCwiTGluZVR5cGUiOjAsIlBhcmVudFN0eWxlIjpudWxsfSwiUGFyZW50U3R5bGUiOm51bGx9LCJQYXJlbnRTdHlsZSI6bnVsbH0sIlBhcmVudFN0eWxlIjpudWxsfSwiRGVmYXVsdFN3aW1sYW5lQWN0aXZpdHlTdHlsZSI6eyIkaWQiOiI3MDgiLCJIZWFkZXJTdHlsZSI6eyIkaWQiOiI3MDkiLCJUZXh0U3R5bGUiOnsiJGlkIjoiNzEwIiwiRm9udFNldHRpbmdzIjp7IiRpZCI6IjcxMSIsIkZvbnRTaXplIjoxMSwiRm9udE5hbWUiOiJDYWxpYnJpIiwiSXNCb2xkIjpmYWxzZSwiSXNJdGFsaWMiOmZhbHNlLCJJc1VuZGVybGluZWQiOmZhbHNlLCJQYXJlbnRTdHlsZSI6bnVsbH0sIkF1dG9TaXplIjoyLCJGb3JlZ3JvdW5kIjp7IiRpZCI6IjcxMiIsIkNvbG9yIjp7IiRpZCI6IjcxMy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cxNCIsIlRvcCI6MC4wLCJMZWZ0IjowLjAsIlJpZ2h0IjowLjAsIkJvdHRvbSI6MC4wfSwiUGFkZGluZyI6eyIkaWQiOiI3MTUiLCJUb3AiOjAuMCwiTGVmdCI6MC4wLCJSaWdodCI6MC4wLCJCb3R0b20iOjAuMH0sIkJhY2tncm91bmQiOnsiJGlkIjoiNzE2IiwiQ29sb3IiOnsiJGlkIjoiNzE3IiwiQSI6MjU1LCJSIjowLCJHIjowLCJCIjowfX0sIklzVmlzaWJsZSI6dHJ1ZSwiV2lkdGgiOjAuMCwiSGVpZ2h0IjowLjAsIkJvcmRlclN0eWxlIjpudWxsLCJQYXJlbnRTdHlsZSI6bnVsbH0sIlJlY3RhbmdsZVN0eWxlIjp7IiRpZCI6IjcxOCIsIk1hcmdpbiI6eyIkaWQiOiI3MTkiLCJUb3AiOjAuMCwiTGVmdCI6MC4wLCJSaWdodCI6MC4wLCJCb3R0b20iOjAuMH0sIlBhZGRpbmciOnsiJGlkIjoiNzIwIiwiVG9wIjowLjAsIkxlZnQiOjAuMCwiUmlnaHQiOjAuMCwiQm90dG9tIjowLjB9LCJCYWNrZ3JvdW5kIjp7IiRpZCI6IjcyMSIsIkNvbG9yIjp7IiRpZCI6IjcyMiIsIkEiOjYzLCJSIjoyMzMsIkciOjExMywiQiI6NTB9fSwiSXNWaXNpYmxlIjp0cnVlLCJXaWR0aCI6MC4wLCJIZWlnaHQiOjAuMCwiQm9yZGVyU3R5bGUiOnsiJGlkIjoiNzIzIiwiTGluZUNvbG9yIjp7IiRpZCI6IjcyNCIsIiR0eXBlIjoiTkxSRS5Db21tb24uRG9tLlNvbGlkQ29sb3JCcnVzaCwgTkxSRS5Db21tb24iLCJDb2xvciI6eyIkaWQiOiI3MjUiLCJBIjoyNTUsIlIiOjI1NSwiRyI6MjU1LCJCIjoyNTV9fSwiTGluZVdlaWdodCI6MC4wLCJMaW5lVHlwZSI6MCwiUGFyZW50U3R5bGUiOm51bGx9LCJQYXJlbnRTdHlsZSI6bnVsbH0sIk1hcmdpbiI6eyIkaWQiOiI3MjYiLCJUb3AiOjAuMCwiTGVmdCI6MC4wLCJSaWdodCI6MC4wLCJCb3R0b20iOjAuMH0sIlBhZGRpbmciOnsiJGlkIjoiNzI3IiwiVG9wIjowLjAsIkxlZnQiOjAuMCwiUmlnaHQiOjAuMCwiQm90dG9tIjowLjB9LCJCYWNrZ3JvdW5kIjpudWxsLCJJc1Zpc2libGUiOnRydWUsIldpZHRoIjowLjAsIkhlaWdodCI6MC4wLCJCb3JkZXJTdHlsZSI6bnVsbCwiUGFyZW50U3R5bGUiOm51bGx9LCJCYWNrZ3JvdW5kU3R5bGUiOnsiJGlkIjoiNzI4IiwiTWFyZ2luIjp7IiRpZCI6IjcyOSIsIlRvcCI6MC4wLCJMZWZ0IjowLjAsIlJpZ2h0IjowLjAsIkJvdHRvbSI6MC4wfSwiUGFkZGluZyI6eyIkaWQiOiI3MzAiLCJUb3AiOjAuMCwiTGVmdCI6MC4wLCJSaWdodCI6MC4wLCJCb3R0b20iOjAuMH0sIkJhY2tncm91bmQiOnsiJGlkIjoiNzMxIiwiQ29sb3IiOnsiJGlkIjoiNzMyIiwiQSI6NTEsIlIiOjIwMCwiRyI6MjAwLCJCIjoyMDB9fSwiSXNWaXNpYmxlIjp0cnVlLCJXaWR0aCI6MC4wLCJIZWlnaHQiOjAuMCwiQm9yZGVyU3R5bGUiOnsiJGlkIjoiNzMzIiwiTGluZUNvbG9yIjp7IiRpZCI6IjczNCIsIiR0eXBlIjoiTkxSRS5Db21tb24uRG9tLlNvbGlkQ29sb3JCcnVzaCwgTkxSRS5Db21tb24iLCJDb2xvciI6eyIkaWQiOiI3MzUiLCJBIjoyNTUsIlIiOjIzNCwiRyI6MjIsIkIiOjMwfX0sIkxpbmVXZWlnaHQiOjAuMCwiTGluZVR5cGUiOjAsIlBhcmVudFN0eWxlIjpudWxsfSwiUGFyZW50U3R5bGUiOm51bGx9LCJNYXJnaW4iOnsiJGlkIjoiNzM2IiwiVG9wIjowLjAsIkxlZnQiOjAuMCwiUmlnaHQiOjAuMCwiQm90dG9tIjowLjB9LCJQYWRkaW5nIjp7IiRpZCI6IjczNyIsIlRvcCI6MC4wLCJMZWZ0IjowLjAsIlJpZ2h0IjowLjAsIkJvdHRvbSI6MC4wfSwiSXNWaXNpYmxlIjp0cnVlLCJXaWR0aCI6MC4wLCJIZWlnaHQiOjAuMCwiQm9yZGVyU3R5bGUiOnsiJGlkIjoiNzM4IiwiTGluZUNvbG9yIjpudWxsLCJMaW5lV2VpZ2h0IjowLjAsIkxpbmVUeXBlIjowLCJQYXJlbnRTdHlsZSI6bnVsbH0sIlBhcmVudFN0eWxlIjpudWxsfSwiTWFyZ2luIjp7IiRpZCI6IjczOSIsIlRvcCI6MC4wLCJMZWZ0IjowLjAsIlJpZ2h0IjowLjAsIkJvdHRvbSI6MC4wfSwiUGFkZGluZyI6eyIkaWQiOiI3NDAiLCJUb3AiOjAuMCwiTGVmdCI6MC4wLCJSaWdodCI6MC4wLCJCb3R0b20iOjAuMH0sIklzVmlzaWJsZSI6dHJ1ZSwiV2lkdGgiOjAuMCwiSGVpZ2h0IjowLjAsIkJvcmRlclN0eWxlIjp7IiRpZCI6Ijc0MSIsIkxpbmVDb2xvciI6bnVsbCwiTGluZVdlaWdodCI6MC4wLCJMaW5lVHlwZSI6MCwiUGFyZW50U3R5bGUiOm51bGx9LCJQYXJlbnRTdHlsZSI6bnVsbH0seyIkaWQiOiI3NDIiLCJTdHlsZUlkIjoiYjI0ZjgwNDUtZjY5Yi00YTQzLTgyOWYtYTU2NTAzZmRjZDY5IiwiSGVhZGVyU3R5bGUiOnsiJGlkIjoiNzQzIiwiVGV4dElzVmVydGljYWwiOmZhbHNlLCJUZXh0U3R5bGUiOnsiJGlkIjoiNzQ0IiwiRm9udFNldHRpbmdzIjp7IiRpZCI6Ijc0NSIsIkZvbnRTaXplIjoxMSwiRm9udE5hbWUiOiJDYWxpYnJpIiwiSXNCb2xkIjpmYWxzZSwiSXNJdGFsaWMiOmZhbHNlLCJJc1VuZGVybGluZWQiOmZhbHNlLCJQYXJlbnRTdHlsZSI6bnVsbH0sIkF1dG9TaXplIjoyLCJGb3JlZ3JvdW5kIjp7IiRpZCI6Ijc0NiIsIkNvbG9yIjp7IiRpZCI6Ijc0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c0OCIsIlRvcCI6MC4wLCJMZWZ0IjowLjAsIlJpZ2h0IjowLjAsIkJvdHRvbSI6MC4wfSwiUGFkZGluZyI6eyIkaWQiOiI3NDkiLCJUb3AiOjAuMCwiTGVmdCI6MC4wLCJSaWdodCI6MC4wLCJCb3R0b20iOjAuMH0sIkJhY2tncm91bmQiOnsiJGlkIjoiNzUwIiwiQ29sb3IiOnsiJGlkIjoiNzUxIiwiQSI6MjU1LCJSIjoyNTUsIkciOjI1NSwiQiI6MjU1fX0sIklzVmlzaWJsZSI6dHJ1ZSwiV2lkdGgiOjAuMCwiSGVpZ2h0IjowLjAsIkJvcmRlclN0eWxlIjpudWxsLCJQYXJlbnRTdHlsZSI6bnVsbH0sIlJlY3RhbmdsZVN0eWxlIjp7IiRpZCI6Ijc1MiIsIk1hcmdpbiI6eyIkaWQiOiI3NTMiLCJUb3AiOjAuMCwiTGVmdCI6MC4wLCJSaWdodCI6MC4wLCJCb3R0b20iOjAuMH0sIlBhZGRpbmciOnsiJGlkIjoiNzU0IiwiVG9wIjowLjAsIkxlZnQiOjAuMCwiUmlnaHQiOjAuMCwiQm90dG9tIjowLjB9LCJCYWNrZ3JvdW5kIjp7IiRpZCI6Ijc1NSIsIkNvbG9yIjp7IiRpZCI6Ijc1NiIsIkEiOjI1NSwiUiI6MjUsIkciOjEwNywiQiI6MzZ9fSwiSXNWaXNpYmxlIjp0cnVlLCJXaWR0aCI6MC4wLCJIZWlnaHQiOjAuMCwiQm9yZGVyU3R5bGUiOnsiJGlkIjoiNzU3IiwiTGluZUNvbG9yIjp7IiRpZCI6Ijc1OCIsIiR0eXBlIjoiTkxSRS5Db21tb24uRG9tLlNvbGlkQ29sb3JCcnVzaCwgTkxSRS5Db21tb24iLCJDb2xvciI6eyIkaWQiOiI3NTkiLCJBIjoyNTUsIlIiOjI1NSwiRyI6MjU1LCJCIjoyNTV9fSwiTGluZVdlaWdodCI6MC4wLCJMaW5lVHlwZSI6MCwiUGFyZW50U3R5bGUiOm51bGx9LCJQYXJlbnRTdHlsZSI6bnVsbH0sIk1hcmdpbiI6eyIkaWQiOiI3NjAiLCJUb3AiOjAuMCwiTGVmdCI6MC4wLCJSaWdodCI6MC4wLCJCb3R0b20iOjAuMH0sIlBhZGRpbmciOnsiJGlkIjoiNzYxIiwiVG9wIjowLjAsIkxlZnQiOjAuMCwiUmlnaHQiOjAuMCwiQm90dG9tIjowLjB9LCJCYWNrZ3JvdW5kIjpudWxsLCJJc1Zpc2libGUiOnRydWUsIldpZHRoIjowLjAsIkhlaWdodCI6MC4wLCJCb3JkZXJTdHlsZSI6bnVsbCwiUGFyZW50U3R5bGUiOm51bGx9LCJCYWNrZ3JvdW5kU3R5bGUiOnsiJGlkIjoiNzYyIiwiTWFyZ2luIjp7IiRpZCI6Ijc2MyIsIlRvcCI6MC4wLCJMZWZ0IjowLjAsIlJpZ2h0IjowLjAsIkJvdHRvbSI6MC4wfSwiUGFkZGluZyI6eyIkaWQiOiI3NjQiLCJUb3AiOjAuMCwiTGVmdCI6MC4wLCJSaWdodCI6MC4wLCJCb3R0b20iOjAuMH0sIkJhY2tncm91bmQiOnsiJGlkIjoiNzY1IiwiQ29sb3IiOnsiJGlkIjoiNzY2IiwiQSI6NTEsIlIiOjIwMCwiRyI6MjAwLCJCIjoyMDB9fSwiSXNWaXNpYmxlIjp0cnVlLCJXaWR0aCI6MC4wLCJIZWlnaHQiOjAuMCwiQm9yZGVyU3R5bGUiOnsiJGlkIjoiNzY3IiwiTGluZUNvbG9yIjp7IiRpZCI6Ijc2OCIsIiR0eXBlIjoiTkxSRS5Db21tb24uRG9tLlNvbGlkQ29sb3JCcnVzaCwgTkxSRS5Db21tb24iLCJDb2xvciI6eyIkaWQiOiI3NjkiLCJBIjoyNTUsIlIiOjIzNCwiRyI6MjIsIkIiOjMwfX0sIkxpbmVXZWlnaHQiOjAuMCwiTGluZVR5cGUiOjAsIlBhcmVudFN0eWxlIjpudWxsfSwiUGFyZW50U3R5bGUiOm51bGx9LCJJc0Fib3ZlVGltZWJhbmQiOmZhbHNlLCJTcGFjaW5nIjozLCJEZWZhdWx0U3dpbWxhbmVUYXNrU3R5bGUiOnsiJGlkIjoiNzcwIiwiJHR5cGUiOiJOTFJFLkNvbW1vbi5Eb20uU3R5bGVzLkV4cGxpY2l0U2V0YWJsZVRhc2tTdHlsZSwgTkxSRS5Db21tb24iLCJTaGFwZSI6MSwiU2hhcGVUaGlja25lc3MiOjAsIkR1cmF0aW9uRm9ybWF0IjowLCJJbmNsdWRlTm9uV29ya2luZ0RheXNJbkR1cmF0aW9uIjpmYWxzZSwiUGVyY2VudGFnZUNvbXBsZXRlU3R5bGUiOnsiJGlkIjoiNzcxIiwiRm9udFNldHRpbmdzIjp7IiRpZCI6Ijc3MiIsIkZvbnRTaXplIjoxMCwiRm9udE5hbWUiOiJDYWxpYnJpIiwiSXNCb2xkIjpmYWxzZSwiSXNJdGFsaWMiOmZhbHNlLCJJc1VuZGVybGluZWQiOmZhbHNlLCJQYXJlbnRTdHlsZSI6bnVsbH0sIkF1dG9TaXplIjowLCJGb3JlZ3JvdW5kIjp7IiRpZCI6Ijc3MyIsIkNvbG9yIjp7IiRpZCI6Ijc3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3NzUiLCJUb3AiOjAuMCwiTGVmdCI6MC4wLCJSaWdodCI6MC4wLCJCb3R0b20iOjAuMH0sIlBhZGRpbmciOnsiJGlkIjoiNzc2IiwiVG9wIjowLjAsIkxlZnQiOjAuMCwiUmlnaHQiOjAuMCwiQm90dG9tIjowLjB9LCJCYWNrZ3JvdW5kIjp7IiRpZCI6Ijc3NyIsIkNvbG9yIjp7IiRpZCI6Ijc3OCIsIkEiOjg5LCJSIjowLCJHIjowLCJCIjowfX0sIklzVmlzaWJsZSI6dHJ1ZSwiV2lkdGgiOjAuMCwiSGVpZ2h0IjowLjAsIkJvcmRlclN0eWxlIjp7IiRpZCI6Ijc3OSIsIkxpbmVDb2xvciI6bnVsbCwiTGluZVdlaWdodCI6MC4wLCJMaW5lVHlwZSI6MCwiUGFyZW50U3R5bGUiOm51bGx9LCJQYXJlbnRTdHlsZSI6bnVsbH0sIkR1cmF0aW9uU3R5bGUiOnsiJGlkIjoiNzgwIiwiRm9udFNldHRpbmdzIjp7IiRpZCI6Ijc4MSIsIkZvbnRTaXplIjoxMCwiRm9udE5hbWUiOiJDYWxpYnJpIiwiSXNCb2xkIjpmYWxzZSwiSXNJdGFsaWMiOmZhbHNlLCJJc1VuZGVybGluZWQiOmZhbHNlLCJQYXJlbnRTdHlsZSI6bnVsbH0sIkF1dG9TaXplIjowLCJGb3JlZ3JvdW5kIjp7IiRpZCI6Ijc4MiIsIkNvbG9yIjp7IiRpZCI6Ijc4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c4NCIsIlRvcCI6MC4wLCJMZWZ0IjowLjAsIlJpZ2h0IjowLjAsIkJvdHRvbSI6MC4wfSwiUGFkZGluZyI6eyIkaWQiOiI3ODUiLCJUb3AiOjAuMCwiTGVmdCI6MC4wLCJSaWdodCI6MC4wLCJCb3R0b20iOjAuMH0sIkJhY2tncm91bmQiOnsiJGlkIjoiNzg2IiwiQ29sb3IiOnsiJGlkIjoiNzg3IiwiQSI6MjU1LCJSIjoyMzcsIkciOjEyNSwiQiI6NDl9fSwiSXNWaXNpYmxlIjp0cnVlLCJXaWR0aCI6MC4wLCJIZWlnaHQiOjAuMCwiQm9yZGVyU3R5bGUiOnsiJGlkIjoiNzg4IiwiTGluZUNvbG9yIjpudWxsLCJMaW5lV2VpZ2h0IjowLjAsIkxpbmVUeXBlIjowLCJQYXJlbnRTdHlsZSI6bnVsbH0sIlBhcmVudFN0eWxlIjpudWxsfSwiSG9yaXpvbnRhbENvbm5lY3RvclN0eWxlIjp7IiRpZCI6Ijc4OSIsIkxpbmVDb2xvciI6eyIkaWQiOiI3OTAiLCIkdHlwZSI6Ik5MUkUuQ29tbW9uLkRvbS5Tb2xpZENvbG9yQnJ1c2gsIE5MUkUuQ29tbW9uIiwiQ29sb3IiOnsiJGlkIjoiNzkxIiwiQSI6MjU1LCJSIjowLCJHIjowLCJCIjowfX0sIkxpbmVXZWlnaHQiOjAuMCwiTGluZVR5cGUiOjAsIlBhcmVudFN0eWxlIjpudWxsfSwiVmVydGljYWxDb25uZWN0b3JTdHlsZSI6eyIkaWQiOiI3OTIiLCJMaW5lQ29sb3IiOnsiJGlkIjoiNzkzIiwiJHR5cGUiOiJOTFJFLkNvbW1vbi5Eb20uU29saWRDb2xvckJydXNoLCBOTFJFLkNvbW1vbiIsIkNvbG9yIjp7IiRpZCI6Ijc5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c5NSIsIlNoYXBlU3R5bGUiOnsiJGlkIjoiNzk2IiwiTWFyZ2luIjp7IiRpZCI6Ijc5NyIsIlRvcCI6MC4wLCJMZWZ0IjowLjAsIlJpZ2h0IjowLjAsIkJvdHRvbSI6MC4wfSwiUGFkZGluZyI6eyIkaWQiOiI3OTgiLCJUb3AiOjAuMCwiTGVmdCI6MC4wLCJSaWdodCI6MC4wLCJCb3R0b20iOjAuMH0sIkJhY2tncm91bmQiOnsiJGlkIjoiNzk5IiwiQ29sb3IiOnsiJGlkIjoiODAwIiwiQSI6MTUzLCJSIjowLCJHIjowLCJCIjowfX0sIklzVmlzaWJsZSI6dHJ1ZSwiV2lkdGgiOjAuMCwiSGVpZ2h0IjowLjAsIkJvcmRlclN0eWxlIjp7IiRpZCI6IjgwMSIsIkxpbmVDb2xvciI6eyIkaWQiOiI4MDIiLCIkdHlwZSI6Ik5MUkUuQ29tbW9uLkRvbS5Tb2xpZENvbG9yQnJ1c2gsIE5MUkUuQ29tbW9uIiwiQ29sb3IiOnsiJGlkIjoiODAzIiwiQSI6MjU1LCJSIjoyNTUsIkciOjAsIkIiOjB9fSwiTGluZVdlaWdodCI6MC4wLCJMaW5lVHlwZSI6MCwiUGFyZW50U3R5bGUiOm51bGx9LCJQYXJlbnRTdHlsZSI6bnVsbH0sIk1hcmdpbiI6eyIkaWQiOiI4MDQiLCJUb3AiOjAuMCwiTGVmdCI6MC4wLCJSaWdodCI6MC4wLCJCb3R0b20iOjAuMH0sIlBhZGRpbmciOnsiJGlkIjoiODA1IiwiVG9wIjowLjAsIkxlZnQiOjAuMCwiUmlnaHQiOjAuMCwiQm90dG9tIjowLjB9LCJCYWNrZ3JvdW5kIjpudWxsLCJJc1Zpc2libGUiOnRydWUsIldpZHRoIjowLjAsIkhlaWdodCI6MC4wLCJCb3JkZXJTdHlsZSI6bnVsbCwiUGFyZW50U3R5bGUiOm51bGx9LCJTaGFwZVN0eWxlIjp7IiRpZCI6IjgwNiIsIk1hcmdpbiI6eyIkaWQiOiI4MDciLCJUb3AiOjAuMCwiTGVmdCI6NC4wLCJSaWdodCI6NC4wLCJCb3R0b20iOjAuMH0sIlBhZGRpbmciOnsiJGlkIjoiODA4IiwiVG9wIjowLjAsIkxlZnQiOjAuMCwiUmlnaHQiOjAuMCwiQm90dG9tIjowLjB9LCJCYWNrZ3JvdW5kIjp7IiRpZCI6IjgwOSIsIkNvbG9yIjp7IiRpZCI6IjgxMCIsIkEiOjI1NSwiUiI6MjUsIkciOjEwNywiQiI6MzZ9fSwiSXNWaXNpYmxlIjp0cnVlLCJXaWR0aCI6MC4wLCJIZWlnaHQiOjEwLjAsIkJvcmRlclN0eWxlIjp7IiRpZCI6IjgxMSIsIkxpbmVDb2xvciI6eyIkaWQiOiI4MTIiLCIkdHlwZSI6Ik5MUkUuQ29tbW9uLkRvbS5Tb2xpZENvbG9yQnJ1c2gsIE5MUkUuQ29tbW9uIiwiQ29sb3IiOnsiJGlkIjoiODEzIiwiQSI6MjU1LCJSIjoyMzQsIkciOjIyLCJCIjozMH19LCJMaW5lV2VpZ2h0IjowLjAsIkxpbmVUeXBlIjowLCJQYXJlbnRTdHlsZSI6bnVsbH0sIlBhcmVudFN0eWxlIjpudWxsfSwiVGl0bGVTdHlsZSI6eyIkaWQiOiI4MTQiLCJGb250U2V0dGluZ3MiOnsiJGlkIjoiODE1IiwiRm9udFNpemUiOjExLCJGb250TmFtZSI6IkNhbGlicmkiLCJJc0JvbGQiOmZhbHNlLCJJc0l0YWxpYyI6ZmFsc2UsIklzVW5kZXJsaW5lZCI6ZmFsc2UsIlBhcmVudFN0eWxlIjpudWxsfSwiQXV0b1NpemUiOjAsIkZvcmVncm91bmQiOnsiJGlkIjoiODE2IiwiQ29sb3IiOnsiJGlkIjoiODE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xOCIsIlRvcCI6MC4wLCJMZWZ0IjowLjAsIlJpZ2h0IjowLjAsIkJvdHRvbSI6MC4wfSwiUGFkZGluZyI6eyIkaWQiOiI4MTkiLCJUb3AiOjAuMCwiTGVmdCI6MC4wLCJSaWdodCI6MC4wLCJCb3R0b20iOjAuMH0sIkJhY2tncm91bmQiOnsiJGlkIjoiODIwIiwiQ29sb3IiOnsiJGlkIjoiODIxIiwiQSI6MjU1LCJSIjowLCJHIjowLCJCIjowfX0sIklzVmlzaWJsZSI6dHJ1ZSwiV2lkdGgiOjAuMCwiSGVpZ2h0IjowLjAsIkJvcmRlclN0eWxlIjp7IiRpZCI6IjgyMiIsIkxpbmVDb2xvciI6bnVsbCwiTGluZVdlaWdodCI6MC4wLCJMaW5lVHlwZSI6MCwiUGFyZW50U3R5bGUiOm51bGx9LCJQYXJlbnRTdHlsZSI6bnVsbH0sIkRhdGVTdHlsZSI6eyIkaWQiOiI4MjMiLCJGb250U2V0dGluZ3MiOnsiJGlkIjoiODI0IiwiRm9udFNpemUiOjEwLCJGb250TmFtZSI6IkNhbGlicmkiLCJJc0JvbGQiOmZhbHNlLCJJc0l0YWxpYyI6ZmFsc2UsIklzVW5kZXJsaW5lZCI6ZmFsc2UsIlBhcmVudFN0eWxlIjpudWxsfSwiQXV0b1NpemUiOjAsIkZvcmVncm91bmQiOnsiJGlkIjoiODI1IiwiQ29sb3IiOnsiJGlkIjoiODI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gyNyIsIlRvcCI6MC4wLCJMZWZ0IjowLjAsIlJpZ2h0IjowLjAsIkJvdHRvbSI6MC4wfSwiUGFkZGluZyI6eyIkaWQiOiI4MjgiLCJUb3AiOjAuMCwiTGVmdCI6MC4wLCJSaWdodCI6MC4wLCJCb3R0b20iOjAuMH0sIkJhY2tncm91bmQiOnsiJGlkIjoiODI5IiwiQ29sb3IiOnsiJGlkIjoiODMwIiwiQSI6MjU1LCJSIjoxNCwiRyI6NDAsIkIiOjY1fX0sIklzVmlzaWJsZSI6dHJ1ZSwiV2lkdGgiOjAuMCwiSGVpZ2h0IjowLjAsIkJvcmRlclN0eWxlIjp7IiRpZCI6IjgzMSIsIkxpbmVDb2xvciI6bnVsbCwiTGluZVdlaWdodCI6MC4wLCJMaW5lVHlwZSI6MCwiUGFyZW50U3R5bGUiOm51bGx9LCJQYXJlbnRTdHlsZSI6bnVsbH0sIkRhdGVGb3JtYXQiOnsiJGlkIjoiOD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zMyIsIkZvcm1hdCI6MCwiSXNWaXNpYmxlIjpmYWxzZSwiTGFzdEtub3duVmlzaWJpbGl0eVN0YXRlIjpmYWxzZX0sIklzVmlzaWJsZSI6dHJ1ZSwiVmFyaWFuY2VTdHlsZSI6eyIkaWQiOiI4MzQiLCJUZXh0U3R5bGUiOnsiJGlkIjoiODM1IiwiRm9udFNldHRpbmdzIjp7IiRpZCI6IjgzNiIsIkZvbnRTaXplIjoxMCwiRm9udE5hbWUiOiJDYWxpYnJpIiwiSXNCb2xkIjpmYWxzZSwiSXNJdGFsaWMiOmZhbHNlLCJJc1VuZGVybGluZWQiOmZhbHNlLCJQYXJlbnRTdHlsZSI6bnVsbH0sIkF1dG9TaXplIjowLCJGb3JlZ3JvdW5kIjp7IiRpZCI6IjgzNyIsIkNvbG9yIjp7IiRpZCI6Ijgz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MzkiLCJUb3AiOjAuMCwiTGVmdCI6MC4wLCJSaWdodCI6MC4wLCJCb3R0b20iOjAuMH0sIlBhZGRpbmciOnsiJGlkIjoiODQwIiwiVG9wIjowLjAsIkxlZnQiOjAuMCwiUmlnaHQiOjAuMCwiQm90dG9tIjowLjB9LCJCYWNrZ3JvdW5kIjp7IiRpZCI6Ijg0MSIsIkNvbG9yIjp7IiRpZCI6Ijg0MiIsIkEiOjI1NSwiUiI6MCwiRyI6MCwiQiI6MH19LCJJc1Zpc2libGUiOnRydWUsIldpZHRoIjowLjAsIkhlaWdodCI6MC4wLCJCb3JkZXJTdHlsZSI6eyIkaWQiOiI4NDMiLCJMaW5lQ29sb3IiOm51bGwsIkxpbmVXZWlnaHQiOjAuMCwiTGluZVR5cGUiOjAsIlBhcmVudFN0eWxlIjpudWxsfSwiUGFyZW50U3R5bGUiOm51bGx9LCJQYXJlbnRTdHlsZSI6bnVsbH0sIlBhcmVudFN0eWxlIjpudWxsLCJfZXhwbGljaXRseVNldCI6eyIkaWQiOiI4N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4NDUiLCJTaGFwZSI6MSwiQ29ubmVjdG9yTWFyZ2luIjp7IiRpZCI6Ijg0NiIsIlRvcCI6MC4wLCJMZWZ0IjoyLjAsIlJpZ2h0IjoyLjAsIkJvdHRvbSI6MC4wfSwiQ29ubmVjdG9yU3R5bGUiOnsiJGlkIjoiODQ3IiwiTGluZUNvbG9yIjp7IiRpZCI6Ijg0OCIsIiR0eXBlIjoiTkxSRS5Db21tb24uRG9tLlNvbGlkQ29sb3JCcnVzaCwgTkxSRS5Db21tb24iLCJDb2xvciI6eyIkaWQiOiI4NDkiLCJBIjoxMjcsIlIiOjEzLCJHIjo1MywiQiI6MTh9fSwiTGluZVdlaWdodCI6MS4wLCJMaW5lVHlwZSI6MCwiUGFyZW50U3R5bGUiOm51bGx9LCJJc0JlbG93VGltZWJhbmQiOmZhbHNlLCJQb3NpdGlvbk9uVGFzayI6MSwiSGlkZURhdGUiOmZhbHNlLCJTaGFwZVNpemUiOjAsIlNwYWNpbmciOjAuMCwiUGFkZGluZyI6eyIkaWQiOiI4NTAiLCJUb3AiOjUuMCwiTGVmdCI6My4wLCJSaWdodCI6MC4wLCJCb3R0b20iOjIuMH0sIlNoYXBlU3R5bGUiOnsiJGlkIjoiODUxIiwiTWFyZ2luIjp7IiRpZCI6Ijg1MiIsIlRvcCI6MC4wLCJMZWZ0IjowLjAsIlJpZ2h0IjowLjAsIkJvdHRvbSI6MC4wfSwiUGFkZGluZyI6eyIkaWQiOiI4NTMiLCJUb3AiOjAuMCwiTGVmdCI6MC4wLCJSaWdodCI6MC4wLCJCb3R0b20iOjAuMH0sIkJhY2tncm91bmQiOnsiJGlkIjoiODU0IiwiQ29sb3IiOnsiJGlkIjoiODU1IiwiQSI6MjU1LCJSIjoxMywiRyI6NTMsIkIiOjE4fX0sIklzVmlzaWJsZSI6dHJ1ZSwiV2lkdGgiOjEyLjAsIkhlaWdodCI6MTQuMCwiQm9yZGVyU3R5bGUiOnsiJGlkIjoiODU2IiwiTGluZUNvbG9yIjp7IiRpZCI6Ijg1NyIsIiR0eXBlIjoiTkxSRS5Db21tb24uRG9tLlNvbGlkQ29sb3JCcnVzaCwgTkxSRS5Db21tb24iLCJDb2xvciI6eyIkaWQiOiI4NTgiLCJBIjoyNTUsIlIiOjI1NSwiRyI6MjU1LCJCIjoyNTV9fSwiTGluZVdlaWdodCI6MC4wLCJMaW5lVHlwZSI6MCwiUGFyZW50U3R5bGUiOm51bGx9LCJQYXJlbnRTdHlsZSI6bnVsbH0sIlRpdGxlU3R5bGUiOnsiJGlkIjoiODU5IiwiRm9udFNldHRpbmdzIjp7IiRpZCI6Ijg2MCIsIkZvbnRTaXplIjoxMSwiRm9udE5hbWUiOiJDYWxpYnJpIiwiSXNCb2xkIjpmYWxzZSwiSXNJdGFsaWMiOmZhbHNlLCJJc1VuZGVybGluZWQiOmZhbHNlLCJQYXJlbnRTdHlsZSI6bnVsbH0sIkF1dG9TaXplIjowLCJGb3JlZ3JvdW5kIjp7IiRpZCI6Ijg2MSIsIkNvbG9yIjp7IiRpZCI6Ijg2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4NjMiLCJUb3AiOjAuMCwiTGVmdCI6MC4wLCJSaWdodCI6MC4wLCJCb3R0b20iOjAuMH0sIlBhZGRpbmciOnsiJGlkIjoiODY0IiwiVG9wIjowLjAsIkxlZnQiOjAuMCwiUmlnaHQiOjAuMCwiQm90dG9tIjowLjB9LCJCYWNrZ3JvdW5kIjp7IiRpZCI6Ijg2NSIsIkNvbG9yIjp7IiRpZCI6Ijg2NiIsIkEiOjI1NSwiUiI6MCwiRyI6MCwiQiI6MH19LCJJc1Zpc2libGUiOnRydWUsIldpZHRoIjowLjAsIkhlaWdodCI6MC4wLCJCb3JkZXJTdHlsZSI6eyIkaWQiOiI4NjciLCJMaW5lQ29sb3IiOm51bGwsIkxpbmVXZWlnaHQiOjAuMCwiTGluZVR5cGUiOjAsIlBhcmVudFN0eWxlIjpudWxsfSwiUGFyZW50U3R5bGUiOm51bGx9LCJEYXRlU3R5bGUiOnsiJGlkIjoiODY4IiwiRm9udFNldHRpbmdzIjp7IiRpZCI6Ijg2OSIsIkZvbnRTaXplIjoxMCwiRm9udE5hbWUiOiJDYWxpYnJpIiwiSXNCb2xkIjpmYWxzZSwiSXNJdGFsaWMiOmZhbHNlLCJJc1VuZGVybGluZWQiOmZhbHNlLCJQYXJlbnRTdHlsZSI6bnVsbH0sIkF1dG9TaXplIjowLCJGb3JlZ3JvdW5kIjp7IiRpZCI6Ijg3MCIsIkNvbG9yIjp7IiRpZCI6Ijg3MSIsIkEiOjI1NSwiUiI6MTQsIkciOjQwLCJCIjo2NX19LCJNYXhXaWR0aCI6MjAwLjAsIk1heEhlaWdodCI6IkluZmluaXR5IiwiU21hcnRGb3JlZ3JvdW5kSXNBY3RpdmUiOmZhbHNlLCJIb3Jpem9udGFsQWxpZ25tZW50IjoxLCJWZXJ0aWNhbEFsaWdubWVudCI6MSwiU21hcnRGb3JlZ3JvdW5kIjpudWxsLCJCYWNrZ3JvdW5kRmlsbFR5cGUiOjAsIk1hcmdpbiI6eyIkaWQiOiI4NzIiLCJUb3AiOjAuMCwiTGVmdCI6MC4wLCJSaWdodCI6MC4wLCJCb3R0b20iOjAuMH0sIlBhZGRpbmciOnsiJGlkIjoiODczIiwiVG9wIjowLjAsIkxlZnQiOjAuMCwiUmlnaHQiOjAuMCwiQm90dG9tIjowLjB9LCJCYWNrZ3JvdW5kIjp7IiRpZCI6Ijg3NCIsIkNvbG9yIjp7IiRpZCI6Ijg3NSIsIkEiOjI1NSwiUiI6MTQsIkciOjQwLCJCIjo2NX19LCJJc1Zpc2libGUiOnRydWUsIldpZHRoIjowLjAsIkhlaWdodCI6MC4wLCJCb3JkZXJTdHlsZSI6eyIkaWQiOiI4NzYiLCJMaW5lQ29sb3IiOm51bGwsIkxpbmVXZWlnaHQiOjAuMCwiTGluZVR5cGUiOjAsIlBhcmVudFN0eWxlIjpudWxsfSwiUGFyZW50U3R5bGUiOm51bGx9LCJEYXRlRm9ybWF0Ijp7IiRpZCI6Ijg3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zgiLCJGb3JtYXQiOjAsIklzVmlzaWJsZSI6ZmFsc2UsIkxhc3RLbm93blZpc2liaWxpdHlTdGF0ZSI6ZmFsc2V9LCJJc1Zpc2libGUiOmZhbHNlLCJWYXJpYW5jZVN0eWxlIjp7IiRpZCI6Ijg3OSIsIlRleHRTdHlsZSI6eyIkaWQiOiI4ODAiLCJGb250U2V0dGluZ3MiOnsiJGlkIjoiODgxIiwiRm9udFNpemUiOjEwLCJGb250TmFtZSI6IkNhbGlicmkiLCJJc0JvbGQiOmZhbHNlLCJJc0l0YWxpYyI6ZmFsc2UsIklzVW5kZXJsaW5lZCI6ZmFsc2UsIlBhcmVudFN0eWxlIjpudWxsfSwiQXV0b1NpemUiOjAsIkZvcmVncm91bmQiOnsiJGlkIjoiODgyIiwiQ29sb3IiOnsiJGlkIjoiOD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4NCIsIlRvcCI6MC4wLCJMZWZ0IjowLjAsIlJpZ2h0IjowLjAsIkJvdHRvbSI6MC4wfSwiUGFkZGluZyI6eyIkaWQiOiI4ODUiLCJUb3AiOjAuMCwiTGVmdCI6MC4wLCJSaWdodCI6MC4wLCJCb3R0b20iOjAuMH0sIkJhY2tncm91bmQiOnsiJGlkIjoiODg2IiwiQ29sb3IiOnsiJGlkIjoiODg3IiwiQSI6MjU1LCJSIjowLCJHIjowLCJCIjowfX0sIklzVmlzaWJsZSI6dHJ1ZSwiV2lkdGgiOjAuMCwiSGVpZ2h0IjowLjAsIkJvcmRlclN0eWxlIjp7IiRpZCI6Ijg4OCIsIkxpbmVDb2xvciI6bnVsbCwiTGluZVdlaWdodCI6MC4wLCJMaW5lVHlwZSI6MCwiUGFyZW50U3R5bGUiOm51bGx9LCJQYXJlbnRTdHlsZSI6bnVsbH0sIlBhcmVudFN0eWxlIjpudWxsfSwiUGFyZW50U3R5bGUiOm51bGx9LCJEZWZhdWx0U3dpbWxhbmVNaWxlc3RvbmVTdHlsZSI6eyIkaWQiOiI4ODkiLCJUaXRsZVBvc2l0aW9uIjoiTGVmdCIsIkRhdGVQb3NpdGlvbiI6IlJpZ2h0IiwiVmFyaWFuY2VQb3NpdGlvbiI6IlJpZ2h0IiwiU2hhcGVUeXBlIjoxLCJTaGFwZVNpemUiOjAsIlNwYWNpbmciOjUsIlNoYXBlU3R5bGUiOnsiJGlkIjoiODkwIiwiTWFyZ2luIjp7IiRpZCI6Ijg5MSIsIlRvcCI6MC4wLCJMZWZ0IjowLjAsIlJpZ2h0IjowLjAsIkJvdHRvbSI6MC4wfSwiUGFkZGluZyI6eyIkaWQiOiI4OTIiLCJUb3AiOjAuMCwiTGVmdCI6MC4wLCJSaWdodCI6MC4wLCJCb3R0b20iOjAuMH0sIkJhY2tncm91bmQiOnsiJGlkIjoiODkzIiwiQ29sb3IiOnsiJGlkIjoiODk0IiwiQSI6MjU1LCJSIjoyNSwiRyI6MTA3LCJCIjozNn19LCJJc1Zpc2libGUiOnRydWUsIldpZHRoIjoxMi4wLCJIZWlnaHQiOjE0LjAsIkJvcmRlclN0eWxlIjp7IiRpZCI6Ijg5NSIsIkxpbmVDb2xvciI6eyIkaWQiOiI4OTYiLCIkdHlwZSI6Ik5MUkUuQ29tbW9uLkRvbS5Tb2xpZENvbG9yQnJ1c2gsIE5MUkUuQ29tbW9uIiwiQ29sb3IiOnsiJGlkIjoiODk3IiwiQSI6MjU1LCJSIjoyMzQsIkciOjIyLCJCIjozMH19LCJMaW5lV2VpZ2h0IjowLjAsIkxpbmVUeXBlIjowLCJQYXJlbnRTdHlsZSI6bnVsbH0sIlBhcmVudFN0eWxlIjpudWxsfSwiVGl0bGVTdHlsZSI6eyIkaWQiOiI4OTgiLCJGb250U2V0dGluZ3MiOnsiJGlkIjoiODk5IiwiRm9udFNpemUiOjExLCJGb250TmFtZSI6IkNhbGlicmkiLCJJc0JvbGQiOmZhbHNlLCJJc0l0YWxpYyI6ZmFsc2UsIklzVW5kZXJsaW5lZCI6ZmFsc2UsIlBhcmVudFN0eWxlIjpudWxsfSwiQXV0b1NpemUiOjAsIkZvcmVncm91bmQiOnsiJGlkIjoiOTAwIiwiQ29sb3IiOnsiJGlkIjoiOTA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kwMiIsIlRvcCI6MC4wLCJMZWZ0IjowLjAsIlJpZ2h0IjowLjAsIkJvdHRvbSI6MC4wfSwiUGFkZGluZyI6eyIkaWQiOiI5MDMiLCJUb3AiOjAuMCwiTGVmdCI6MC4wLCJSaWdodCI6MC4wLCJCb3R0b20iOjAuMH0sIkJhY2tncm91bmQiOnsiJGlkIjoiOTA0IiwiQ29sb3IiOnsiJGlkIjoiOTA1IiwiQSI6MjU1LCJSIjowLCJHIjowLCJCIjowfX0sIklzVmlzaWJsZSI6dHJ1ZSwiV2lkdGgiOjAuMCwiSGVpZ2h0IjowLjAsIkJvcmRlclN0eWxlIjp7IiRpZCI6IjkwNiIsIkxpbmVDb2xvciI6bnVsbCwiTGluZVdlaWdodCI6MC4wLCJMaW5lVHlwZSI6MCwiUGFyZW50U3R5bGUiOm51bGx9LCJQYXJlbnRTdHlsZSI6bnVsbH0sIkRhdGVTdHlsZSI6eyIkaWQiOiI5MDciLCJGb250U2V0dGluZ3MiOnsiJGlkIjoiOTA4IiwiRm9udFNpemUiOjEwLCJGb250TmFtZSI6IkNhbGlicmkiLCJJc0JvbGQiOmZhbHNlLCJJc0l0YWxpYyI6ZmFsc2UsIklzVW5kZXJsaW5lZCI6ZmFsc2UsIlBhcmVudFN0eWxlIjpudWxsfSwiQXV0b1NpemUiOjAsIkZvcmVncm91bmQiOnsiJGlkIjoiOTA5IiwiQ29sb3IiOnsiJGlkIjoiOTE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kxMSIsIlRvcCI6MC4wLCJMZWZ0IjowLjAsIlJpZ2h0IjowLjAsIkJvdHRvbSI6MC4wfSwiUGFkZGluZyI6eyIkaWQiOiI5MTIiLCJUb3AiOjAuMCwiTGVmdCI6MC4wLCJSaWdodCI6MC4wLCJCb3R0b20iOjAuMH0sIkJhY2tncm91bmQiOnsiJGlkIjoiOTEzIiwiQ29sb3IiOnsiJGlkIjoiOTE0IiwiQSI6MjU1LCJSIjoxNCwiRyI6NDAsIkIiOjY1fX0sIklzVmlzaWJsZSI6dHJ1ZSwiV2lkdGgiOjAuMCwiSGVpZ2h0IjowLjAsIkJvcmRlclN0eWxlIjp7IiRpZCI6IjkxNSIsIkxpbmVDb2xvciI6bnVsbCwiTGluZVdlaWdodCI6MC4wLCJMaW5lVHlwZSI6MCwiUGFyZW50U3R5bGUiOm51bGx9LCJQYXJlbnRTdHlsZSI6bnVsbH0sIkRhdGVGb3JtYXQiOnsiJGlkIjoiOTE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xNyIsIkZvcm1hdCI6MCwiSXNWaXNpYmxlIjpmYWxzZSwiTGFzdEtub3duVmlzaWJpbGl0eVN0YXRlIjpmYWxzZX0sIklzVmlzaWJsZSI6dHJ1ZSwiVmFyaWFuY2VTdHlsZSI6eyIkaWQiOiI5MTgiLCJUZXh0U3R5bGUiOnsiJGlkIjoiOTE5IiwiRm9udFNldHRpbmdzIjp7IiRpZCI6IjkyMCIsIkZvbnRTaXplIjoxMCwiRm9udE5hbWUiOiJDYWxpYnJpIiwiSXNCb2xkIjpmYWxzZSwiSXNJdGFsaWMiOmZhbHNlLCJJc1VuZGVybGluZWQiOmZhbHNlLCJQYXJlbnRTdHlsZSI6bnVsbH0sIkF1dG9TaXplIjowLCJGb3JlZ3JvdW5kIjp7IiRpZCI6IjkyMSIsIkNvbG9yIjp7IiRpZCI6Ijky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MjMiLCJUb3AiOjAuMCwiTGVmdCI6MC4wLCJSaWdodCI6MC4wLCJCb3R0b20iOjAuMH0sIlBhZGRpbmciOnsiJGlkIjoiOTI0IiwiVG9wIjowLjAsIkxlZnQiOjAuMCwiUmlnaHQiOjAuMCwiQm90dG9tIjowLjB9LCJCYWNrZ3JvdW5kIjp7IiRpZCI6IjkyNSIsIkNvbG9yIjp7IiRpZCI6IjkyNiIsIkEiOjI1NSwiUiI6MCwiRyI6MCwiQiI6MH19LCJJc1Zpc2libGUiOnRydWUsIldpZHRoIjowLjAsIkhlaWdodCI6MC4wLCJCb3JkZXJTdHlsZSI6eyIkaWQiOiI5MjciLCJMaW5lQ29sb3IiOm51bGwsIkxpbmVXZWlnaHQiOjAuMCwiTGluZVR5cGUiOjAsIlBhcmVudFN0eWxlIjpudWxsfSwiUGFyZW50U3R5bGUiOm51bGx9LCJQYXJlbnRTdHlsZSI6bnVsbH0sIlBhcmVudFN0eWxlIjpudWxsfSwiRGVmYXVsdFN3aW1sYW5lQWN0aXZpdHlTdHlsZSI6eyIkaWQiOiI5MjgiLCJIZWFkZXJTdHlsZSI6eyIkaWQiOiI5MjkiLCJUZXh0U3R5bGUiOnsiJGlkIjoiOTMwIiwiRm9udFNldHRpbmdzIjp7IiRpZCI6IjkzMSIsIkZvbnRTaXplIjoxMSwiRm9udE5hbWUiOiJDYWxpYnJpIiwiSXNCb2xkIjpmYWxzZSwiSXNJdGFsaWMiOmZhbHNlLCJJc1VuZGVybGluZWQiOmZhbHNlLCJQYXJlbnRTdHlsZSI6bnVsbH0sIkF1dG9TaXplIjoyLCJGb3JlZ3JvdW5kIjp7IiRpZCI6IjkzMiIsIkNvbG9yIjp7IiRpZCI6IjkzMy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kzNCIsIlRvcCI6MC4wLCJMZWZ0IjowLjAsIlJpZ2h0IjowLjAsIkJvdHRvbSI6MC4wfSwiUGFkZGluZyI6eyIkaWQiOiI5MzUiLCJUb3AiOjAuMCwiTGVmdCI6MC4wLCJSaWdodCI6MC4wLCJCb3R0b20iOjAuMH0sIkJhY2tncm91bmQiOnsiJGlkIjoiOTM2IiwiQ29sb3IiOnsiJGlkIjoiOTM3IiwiQSI6MjU1LCJSIjowLCJHIjowLCJCIjowfX0sIklzVmlzaWJsZSI6dHJ1ZSwiV2lkdGgiOjAuMCwiSGVpZ2h0IjowLjAsIkJvcmRlclN0eWxlIjpudWxsLCJQYXJlbnRTdHlsZSI6bnVsbH0sIlJlY3RhbmdsZVN0eWxlIjp7IiRpZCI6IjkzOCIsIk1hcmdpbiI6eyIkaWQiOiI5MzkiLCJUb3AiOjAuMCwiTGVmdCI6MC4wLCJSaWdodCI6MC4wLCJCb3R0b20iOjAuMH0sIlBhZGRpbmciOnsiJGlkIjoiOTQwIiwiVG9wIjowLjAsIkxlZnQiOjAuMCwiUmlnaHQiOjAuMCwiQm90dG9tIjowLjB9LCJCYWNrZ3JvdW5kIjp7IiRpZCI6Ijk0MSIsIkNvbG9yIjp7IiRpZCI6Ijk0MiIsIkEiOjYzLCJSIjoyNSwiRyI6MTA3LCJCIjozNn19LCJJc1Zpc2libGUiOnRydWUsIldpZHRoIjowLjAsIkhlaWdodCI6MC4wLCJCb3JkZXJTdHlsZSI6eyIkaWQiOiI5NDMiLCJMaW5lQ29sb3IiOnsiJGlkIjoiOTQ0IiwiJHR5cGUiOiJOTFJFLkNvbW1vbi5Eb20uU29saWRDb2xvckJydXNoLCBOTFJFLkNvbW1vbiIsIkNvbG9yIjp7IiRpZCI6Ijk0NSIsIkEiOjI1NSwiUiI6MjU1LCJHIjoyNTUsIkIiOjI1NX19LCJMaW5lV2VpZ2h0IjowLjAsIkxpbmVUeXBlIjowLCJQYXJlbnRTdHlsZSI6bnVsbH0sIlBhcmVudFN0eWxlIjpudWxsfSwiTWFyZ2luIjp7IiRpZCI6Ijk0NiIsIlRvcCI6MC4wLCJMZWZ0IjowLjAsIlJpZ2h0IjowLjAsIkJvdHRvbSI6MC4wfSwiUGFkZGluZyI6eyIkaWQiOiI5NDciLCJUb3AiOjAuMCwiTGVmdCI6MC4wLCJSaWdodCI6MC4wLCJCb3R0b20iOjAuMH0sIkJhY2tncm91bmQiOm51bGwsIklzVmlzaWJsZSI6dHJ1ZSwiV2lkdGgiOjAuMCwiSGVpZ2h0IjowLjAsIkJvcmRlclN0eWxlIjpudWxsLCJQYXJlbnRTdHlsZSI6bnVsbH0sIkJhY2tncm91bmRTdHlsZSI6eyIkaWQiOiI5NDgiLCJNYXJnaW4iOnsiJGlkIjoiOTQ5IiwiVG9wIjowLjAsIkxlZnQiOjAuMCwiUmlnaHQiOjAuMCwiQm90dG9tIjowLjB9LCJQYWRkaW5nIjp7IiRpZCI6Ijk1MCIsIlRvcCI6MC4wLCJMZWZ0IjowLjAsIlJpZ2h0IjowLjAsIkJvdHRvbSI6MC4wfSwiQmFja2dyb3VuZCI6eyIkaWQiOiI5NTEiLCJDb2xvciI6eyIkaWQiOiI5NTIiLCJBIjo1MSwiUiI6MjAwLCJHIjoyMDAsIkIiOjIwMH19LCJJc1Zpc2libGUiOnRydWUsIldpZHRoIjowLjAsIkhlaWdodCI6MC4wLCJCb3JkZXJTdHlsZSI6eyIkaWQiOiI5NTMiLCJMaW5lQ29sb3IiOnsiJGlkIjoiOTU0IiwiJHR5cGUiOiJOTFJFLkNvbW1vbi5Eb20uU29saWRDb2xvckJydXNoLCBOTFJFLkNvbW1vbiIsIkNvbG9yIjp7IiRpZCI6Ijk1NSIsIkEiOjI1NSwiUiI6MjM0LCJHIjoyMiwiQiI6MzB9fSwiTGluZVdlaWdodCI6MC4wLCJMaW5lVHlwZSI6MCwiUGFyZW50U3R5bGUiOm51bGx9LCJQYXJlbnRTdHlsZSI6bnVsbH0sIk1hcmdpbiI6eyIkaWQiOiI5NTYiLCJUb3AiOjAuMCwiTGVmdCI6MC4wLCJSaWdodCI6MC4wLCJCb3R0b20iOjAuMH0sIlBhZGRpbmciOnsiJGlkIjoiOTU3IiwiVG9wIjowLjAsIkxlZnQiOjAuMCwiUmlnaHQiOjAuMCwiQm90dG9tIjowLjB9LCJJc1Zpc2libGUiOnRydWUsIldpZHRoIjowLjAsIkhlaWdodCI6MC4wLCJCb3JkZXJTdHlsZSI6eyIkaWQiOiI5NTgiLCJMaW5lQ29sb3IiOm51bGwsIkxpbmVXZWlnaHQiOjAuMCwiTGluZVR5cGUiOjAsIlBhcmVudFN0eWxlIjpudWxsfSwiUGFyZW50U3R5bGUiOm51bGx9LCJNYXJnaW4iOnsiJGlkIjoiOTU5IiwiVG9wIjowLjAsIkxlZnQiOjAuMCwiUmlnaHQiOjAuMCwiQm90dG9tIjowLjB9LCJQYWRkaW5nIjp7IiRpZCI6Ijk2MCIsIlRvcCI6MC4wLCJMZWZ0IjowLjAsIlJpZ2h0IjowLjAsIkJvdHRvbSI6MC4wfSwiSXNWaXNpYmxlIjp0cnVlLCJXaWR0aCI6MC4wLCJIZWlnaHQiOjAuMCwiQm9yZGVyU3R5bGUiOnsiJGlkIjoiOTYxIiwiTGluZUNvbG9yIjpudWxsLCJMaW5lV2VpZ2h0IjowLjAsIkxpbmVUeXBlIjowLCJQYXJlbnRTdHlsZSI6bnVsbH0sIlBhcmVudFN0eWxlIjpudWxsfSx7IiRpZCI6Ijk2MiIsIlN0eWxlSWQiOiIwNzAyZGVhOC1jMTE0LTRkNzEtYmU0MC1jZDMwNjJjNDY5NzAiLCJIZWFkZXJTdHlsZSI6eyIkaWQiOiI5NjMiLCJUZXh0SXNWZXJ0aWNhbCI6ZmFsc2UsIlRleHRTdHlsZSI6eyIkaWQiOiI5NjQiLCJGb250U2V0dGluZ3MiOnsiJGlkIjoiOTY1IiwiRm9udFNpemUiOjExLCJGb250TmFtZSI6IkNhbGlicmkiLCJJc0JvbGQiOmZhbHNlLCJJc0l0YWxpYyI6ZmFsc2UsIklzVW5kZXJsaW5lZCI6ZmFsc2UsIlBhcmVudFN0eWxlIjpudWxsfSwiQXV0b1NpemUiOjIsIkZvcmVncm91bmQiOnsiJGlkIjoiOTY2IiwiQ29sb3IiOnsiJGlkIjoiOTY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OTY4IiwiVG9wIjowLjAsIkxlZnQiOjAuMCwiUmlnaHQiOjAuMCwiQm90dG9tIjowLjB9LCJQYWRkaW5nIjp7IiRpZCI6Ijk2OSIsIlRvcCI6MC4wLCJMZWZ0IjowLjAsIlJpZ2h0IjowLjAsIkJvdHRvbSI6MC4wfSwiQmFja2dyb3VuZCI6eyIkaWQiOiI5NzAiLCJDb2xvciI6eyIkaWQiOiI5NzEiLCJBIjoyNTUsIlIiOjI1NSwiRyI6MjU1LCJCIjoyNTV9fSwiSXNWaXNpYmxlIjp0cnVlLCJXaWR0aCI6MC4wLCJIZWlnaHQiOjAuMCwiQm9yZGVyU3R5bGUiOm51bGwsIlBhcmVudFN0eWxlIjpudWxsfSwiUmVjdGFuZ2xlU3R5bGUiOnsiJGlkIjoiOTcyIiwiTWFyZ2luIjp7IiRpZCI6Ijk3MyIsIlRvcCI6MC4wLCJMZWZ0IjowLjAsIlJpZ2h0IjowLjAsIkJvdHRvbSI6MC4wfSwiUGFkZGluZyI6eyIkaWQiOiI5NzQiLCJUb3AiOjAuMCwiTGVmdCI6MC4wLCJSaWdodCI6MC4wLCJCb3R0b20iOjAuMH0sIkJhY2tncm91bmQiOnsiJGlkIjoiOTc1IiwiQ29sb3IiOnsiJGlkIjoiOTc2IiwiQSI6MjU1LCJSIjoxNSwiRyI6MTU4LCJCIjoyMTN9fSwiSXNWaXNpYmxlIjp0cnVlLCJXaWR0aCI6MC4wLCJIZWlnaHQiOjAuMCwiQm9yZGVyU3R5bGUiOnsiJGlkIjoiOTc3IiwiTGluZUNvbG9yIjp7IiRpZCI6Ijk3OCIsIiR0eXBlIjoiTkxSRS5Db21tb24uRG9tLlNvbGlkQ29sb3JCcnVzaCwgTkxSRS5Db21tb24iLCJDb2xvciI6eyIkaWQiOiI5NzkiLCJBIjoyNTUsIlIiOjI1NSwiRyI6MjU1LCJCIjoyNTV9fSwiTGluZVdlaWdodCI6MC4wLCJMaW5lVHlwZSI6MCwiUGFyZW50U3R5bGUiOm51bGx9LCJQYXJlbnRTdHlsZSI6bnVsbH0sIk1hcmdpbiI6eyIkaWQiOiI5ODAiLCJUb3AiOjAuMCwiTGVmdCI6MC4wLCJSaWdodCI6MC4wLCJCb3R0b20iOjAuMH0sIlBhZGRpbmciOnsiJGlkIjoiOTgxIiwiVG9wIjowLjAsIkxlZnQiOjAuMCwiUmlnaHQiOjAuMCwiQm90dG9tIjowLjB9LCJCYWNrZ3JvdW5kIjpudWxsLCJJc1Zpc2libGUiOnRydWUsIldpZHRoIjowLjAsIkhlaWdodCI6MC4wLCJCb3JkZXJTdHlsZSI6bnVsbCwiUGFyZW50U3R5bGUiOm51bGx9LCJCYWNrZ3JvdW5kU3R5bGUiOnsiJGlkIjoiOTgyIiwiTWFyZ2luIjp7IiRpZCI6Ijk4MyIsIlRvcCI6MC4wLCJMZWZ0IjowLjAsIlJpZ2h0IjowLjAsIkJvdHRvbSI6MC4wfSwiUGFkZGluZyI6eyIkaWQiOiI5ODQiLCJUb3AiOjAuMCwiTGVmdCI6MC4wLCJSaWdodCI6MC4wLCJCb3R0b20iOjAuMH0sIkJhY2tncm91bmQiOnsiJGlkIjoiOTg1IiwiQ29sb3IiOnsiJGlkIjoiOTg2IiwiQSI6NTEsIlIiOjIwMCwiRyI6MjAwLCJCIjoyMDB9fSwiSXNWaXNpYmxlIjp0cnVlLCJXaWR0aCI6MC4wLCJIZWlnaHQiOjAuMCwiQm9yZGVyU3R5bGUiOnsiJGlkIjoiOTg3IiwiTGluZUNvbG9yIjp7IiRpZCI6Ijk4OCIsIiR0eXBlIjoiTkxSRS5Db21tb24uRG9tLlNvbGlkQ29sb3JCcnVzaCwgTkxSRS5Db21tb24iLCJDb2xvciI6eyIkaWQiOiI5ODkiLCJBIjoyNTUsIlIiOjIzNCwiRyI6MjIsIkIiOjMwfX0sIkxpbmVXZWlnaHQiOjAuMCwiTGluZVR5cGUiOjAsIlBhcmVudFN0eWxlIjpudWxsfSwiUGFyZW50U3R5bGUiOm51bGx9LCJJc0Fib3ZlVGltZWJhbmQiOmZhbHNlLCJTcGFjaW5nIjozLCJEZWZhdWx0U3dpbWxhbmVUYXNrU3R5bGUiOnsiJGlkIjoiOTkwIiwiJHR5cGUiOiJOTFJFLkNvbW1vbi5Eb20uU3R5bGVzLkV4cGxpY2l0U2V0YWJsZVRhc2tTdHlsZSwgTkxSRS5Db21tb24iLCJTaGFwZSI6MSwiU2hhcGVUaGlja25lc3MiOjAsIkR1cmF0aW9uRm9ybWF0IjowLCJJbmNsdWRlTm9uV29ya2luZ0RheXNJbkR1cmF0aW9uIjpmYWxzZSwiUGVyY2VudGFnZUNvbXBsZXRlU3R5bGUiOnsiJGlkIjoiOTkxIiwiRm9udFNldHRpbmdzIjp7IiRpZCI6Ijk5MiIsIkZvbnRTaXplIjoxMCwiRm9udE5hbWUiOiJDYWxpYnJpIiwiSXNCb2xkIjpmYWxzZSwiSXNJdGFsaWMiOmZhbHNlLCJJc1VuZGVybGluZWQiOmZhbHNlLCJQYXJlbnRTdHlsZSI6bnVsbH0sIkF1dG9TaXplIjowLCJGb3JlZ3JvdW5kIjp7IiRpZCI6Ijk5MyIsIkNvbG9yIjp7IiRpZCI6Ijk5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5OTUiLCJUb3AiOjAuMCwiTGVmdCI6MC4wLCJSaWdodCI6MC4wLCJCb3R0b20iOjAuMH0sIlBhZGRpbmciOnsiJGlkIjoiOTk2IiwiVG9wIjowLjAsIkxlZnQiOjAuMCwiUmlnaHQiOjAuMCwiQm90dG9tIjowLjB9LCJCYWNrZ3JvdW5kIjp7IiRpZCI6Ijk5NyIsIkNvbG9yIjp7IiRpZCI6Ijk5OCIsIkEiOjg5LCJSIjowLCJHIjowLCJCIjowfX0sIklzVmlzaWJsZSI6dHJ1ZSwiV2lkdGgiOjAuMCwiSGVpZ2h0IjowLjAsIkJvcmRlclN0eWxlIjp7IiRpZCI6Ijk5OSIsIkxpbmVDb2xvciI6bnVsbCwiTGluZVdlaWdodCI6MC4wLCJMaW5lVHlwZSI6MCwiUGFyZW50U3R5bGUiOm51bGx9LCJQYXJlbnRTdHlsZSI6bnVsbH0sIkR1cmF0aW9uU3R5bGUiOnsiJGlkIjoiMTAwMCIsIkZvbnRTZXR0aW5ncyI6eyIkaWQiOiIxMDAxIiwiRm9udFNpemUiOjEwLCJGb250TmFtZSI6IkNhbGlicmkiLCJJc0JvbGQiOmZhbHNlLCJJc0l0YWxpYyI6ZmFsc2UsIklzVW5kZXJsaW5lZCI6ZmFsc2UsIlBhcmVudFN0eWxlIjpudWxsfSwiQXV0b1NpemUiOjAsIkZvcmVncm91bmQiOnsiJGlkIjoiMTAwMiIsIkNvbG9yIjp7IiRpZCI6IjEwM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DA0IiwiVG9wIjowLjAsIkxlZnQiOjAuMCwiUmlnaHQiOjAuMCwiQm90dG9tIjowLjB9LCJQYWRkaW5nIjp7IiRpZCI6IjEwMDUiLCJUb3AiOjAuMCwiTGVmdCI6MC4wLCJSaWdodCI6MC4wLCJCb3R0b20iOjAuMH0sIkJhY2tncm91bmQiOnsiJGlkIjoiMTAwNiIsIkNvbG9yIjp7IiRpZCI6IjEwMDciLCJBIjoyNTUsIlIiOjIzNywiRyI6MTI1LCJCIjo0OX19LCJJc1Zpc2libGUiOnRydWUsIldpZHRoIjowLjAsIkhlaWdodCI6MC4wLCJCb3JkZXJTdHlsZSI6eyIkaWQiOiIxMDA4IiwiTGluZUNvbG9yIjpudWxsLCJMaW5lV2VpZ2h0IjowLjAsIkxpbmVUeXBlIjowLCJQYXJlbnRTdHlsZSI6bnVsbH0sIlBhcmVudFN0eWxlIjpudWxsfSwiSG9yaXpvbnRhbENvbm5lY3RvclN0eWxlIjp7IiRpZCI6IjEwMDkiLCJMaW5lQ29sb3IiOnsiJGlkIjoiMTAxMCIsIiR0eXBlIjoiTkxSRS5Db21tb24uRG9tLlNvbGlkQ29sb3JCcnVzaCwgTkxSRS5Db21tb24iLCJDb2xvciI6eyIkaWQiOiIxMDExIiwiQSI6MjU1LCJSIjowLCJHIjowLCJCIjowfX0sIkxpbmVXZWlnaHQiOjAuMCwiTGluZVR5cGUiOjAsIlBhcmVudFN0eWxlIjpudWxsfSwiVmVydGljYWxDb25uZWN0b3JTdHlsZSI6eyIkaWQiOiIxMDEyIiwiTGluZUNvbG9yIjp7IiRpZCI6IjEwMTMiLCIkdHlwZSI6Ik5MUkUuQ29tbW9uLkRvbS5Tb2xpZENvbG9yQnJ1c2gsIE5MUkUuQ29tbW9uIiwiQ29sb3IiOnsiJGlkIjoiMTAx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EwMTUiLCJTaGFwZVN0eWxlIjp7IiRpZCI6IjEwMTYiLCJNYXJnaW4iOnsiJGlkIjoiMTAxNyIsIlRvcCI6MC4wLCJMZWZ0IjowLjAsIlJpZ2h0IjowLjAsIkJvdHRvbSI6MC4wfSwiUGFkZGluZyI6eyIkaWQiOiIxMDE4IiwiVG9wIjowLjAsIkxlZnQiOjAuMCwiUmlnaHQiOjAuMCwiQm90dG9tIjowLjB9LCJCYWNrZ3JvdW5kIjp7IiRpZCI6IjEwMTkiLCJDb2xvciI6eyIkaWQiOiIxMDIwIiwiQSI6MTUzLCJSIjowLCJHIjowLCJCIjowfX0sIklzVmlzaWJsZSI6dHJ1ZSwiV2lkdGgiOjAuMCwiSGVpZ2h0IjowLjAsIkJvcmRlclN0eWxlIjp7IiRpZCI6IjEwMjEiLCJMaW5lQ29sb3IiOnsiJGlkIjoiMTAyMiIsIiR0eXBlIjoiTkxSRS5Db21tb24uRG9tLlNvbGlkQ29sb3JCcnVzaCwgTkxSRS5Db21tb24iLCJDb2xvciI6eyIkaWQiOiIxMDIzIiwiQSI6MjU1LCJSIjoyNTUsIkciOjAsIkIiOjB9fSwiTGluZVdlaWdodCI6MC4wLCJMaW5lVHlwZSI6MCwiUGFyZW50U3R5bGUiOm51bGx9LCJQYXJlbnRTdHlsZSI6bnVsbH0sIk1hcmdpbiI6eyIkaWQiOiIxMDI0IiwiVG9wIjowLjAsIkxlZnQiOjAuMCwiUmlnaHQiOjAuMCwiQm90dG9tIjowLjB9LCJQYWRkaW5nIjp7IiRpZCI6IjEwMjUiLCJUb3AiOjAuMCwiTGVmdCI6MC4wLCJSaWdodCI6MC4wLCJCb3R0b20iOjAuMH0sIkJhY2tncm91bmQiOm51bGwsIklzVmlzaWJsZSI6dHJ1ZSwiV2lkdGgiOjAuMCwiSGVpZ2h0IjowLjAsIkJvcmRlclN0eWxlIjpudWxsLCJQYXJlbnRTdHlsZSI6bnVsbH0sIlNoYXBlU3R5bGUiOnsiJGlkIjoiMTAyNiIsIk1hcmdpbiI6eyIkaWQiOiIxMDI3IiwiVG9wIjowLjAsIkxlZnQiOjQuMCwiUmlnaHQiOjQuMCwiQm90dG9tIjowLjB9LCJQYWRkaW5nIjp7IiRpZCI6IjEwMjgiLCJUb3AiOjAuMCwiTGVmdCI6MC4wLCJSaWdodCI6MC4wLCJCb3R0b20iOjAuMH0sIkJhY2tncm91bmQiOnsiJGlkIjoiMTAyOSIsIkNvbG9yIjp7IiRpZCI6IjEwMzAiLCJBIjoyNTUsIlIiOjE1LCJHIjoxNTgsIkIiOjIxM319LCJJc1Zpc2libGUiOnRydWUsIldpZHRoIjowLjAsIkhlaWdodCI6MTAuMCwiQm9yZGVyU3R5bGUiOnsiJGlkIjoiMTAzMSIsIkxpbmVDb2xvciI6eyIkaWQiOiIxMDMyIiwiJHR5cGUiOiJOTFJFLkNvbW1vbi5Eb20uU29saWRDb2xvckJydXNoLCBOTFJFLkNvbW1vbiIsIkNvbG9yIjp7IiRpZCI6IjEwMzMiLCJBIjoyNTUsIlIiOjIzNCwiRyI6MjIsIkIiOjMwfX0sIkxpbmVXZWlnaHQiOjAuMCwiTGluZVR5cGUiOjAsIlBhcmVudFN0eWxlIjpudWxsfSwiUGFyZW50U3R5bGUiOm51bGx9LCJUaXRsZVN0eWxlIjp7IiRpZCI6IjEwMzQiLCJGb250U2V0dGluZ3MiOnsiJGlkIjoiMTAzNSIsIkZvbnRTaXplIjoxMSwiRm9udE5hbWUiOiJDYWxpYnJpIiwiSXNCb2xkIjpmYWxzZSwiSXNJdGFsaWMiOmZhbHNlLCJJc1VuZGVybGluZWQiOmZhbHNlLCJQYXJlbnRTdHlsZSI6bnVsbH0sIkF1dG9TaXplIjowLCJGb3JlZ3JvdW5kIjp7IiRpZCI6IjEwMzYiLCJDb2xvciI6eyIkaWQiOiIxMDM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MzgiLCJUb3AiOjAuMCwiTGVmdCI6MC4wLCJSaWdodCI6MC4wLCJCb3R0b20iOjAuMH0sIlBhZGRpbmciOnsiJGlkIjoiMTAzOSIsIlRvcCI6MC4wLCJMZWZ0IjowLjAsIlJpZ2h0IjowLjAsIkJvdHRvbSI6MC4wfSwiQmFja2dyb3VuZCI6eyIkaWQiOiIxMDQwIiwiQ29sb3IiOnsiJGlkIjoiMTA0MSIsIkEiOjI1NSwiUiI6MCwiRyI6MCwiQiI6MH19LCJJc1Zpc2libGUiOnRydWUsIldpZHRoIjowLjAsIkhlaWdodCI6MC4wLCJCb3JkZXJTdHlsZSI6eyIkaWQiOiIxMDQyIiwiTGluZUNvbG9yIjpudWxsLCJMaW5lV2VpZ2h0IjowLjAsIkxpbmVUeXBlIjowLCJQYXJlbnRTdHlsZSI6bnVsbH0sIlBhcmVudFN0eWxlIjpudWxsfSwiRGF0ZVN0eWxlIjp7IiRpZCI6IjEwNDMiLCJGb250U2V0dGluZ3MiOnsiJGlkIjoiMTA0NCIsIkZvbnRTaXplIjoxMCwiRm9udE5hbWUiOiJDYWxpYnJpIiwiSXNCb2xkIjpmYWxzZSwiSXNJdGFsaWMiOmZhbHNlLCJJc1VuZGVybGluZWQiOmZhbHNlLCJQYXJlbnRTdHlsZSI6bnVsbH0sIkF1dG9TaXplIjowLCJGb3JlZ3JvdW5kIjp7IiRpZCI6IjEwNDUiLCJDb2xvciI6eyIkaWQiOiIxMDQ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EwNDciLCJUb3AiOjAuMCwiTGVmdCI6MC4wLCJSaWdodCI6MC4wLCJCb3R0b20iOjAuMH0sIlBhZGRpbmciOnsiJGlkIjoiMTA0OCIsIlRvcCI6MC4wLCJMZWZ0IjowLjAsIlJpZ2h0IjowLjAsIkJvdHRvbSI6MC4wfSwiQmFja2dyb3VuZCI6eyIkaWQiOiIxMDQ5IiwiQ29sb3IiOnsiJGlkIjoiMTA1MCIsIkEiOjI1NSwiUiI6MTQsIkciOjQwLCJCIjo2NX19LCJJc1Zpc2libGUiOnRydWUsIldpZHRoIjowLjAsIkhlaWdodCI6MC4wLCJCb3JkZXJTdHlsZSI6eyIkaWQiOiIxMDUxIiwiTGluZUNvbG9yIjpudWxsLCJMaW5lV2VpZ2h0IjowLjAsIkxpbmVUeXBlIjowLCJQYXJlbnRTdHlsZSI6bnVsbH0sIlBhcmVudFN0eWxlIjpudWxsfSwiRGF0ZUZvcm1hdCI6eyIkaWQiOiIxMD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TMiLCJGb3JtYXQiOjAsIklzVmlzaWJsZSI6ZmFsc2UsIkxhc3RLbm93blZpc2liaWxpdHlTdGF0ZSI6ZmFsc2V9LCJJc1Zpc2libGUiOnRydWUsIlZhcmlhbmNlU3R5bGUiOnsiJGlkIjoiMTA1NCIsIlRleHRTdHlsZSI6eyIkaWQiOiIxMDU1IiwiRm9udFNldHRpbmdzIjp7IiRpZCI6IjEwNTYiLCJGb250U2l6ZSI6MTAsIkZvbnROYW1lIjoiQ2FsaWJyaSIsIklzQm9sZCI6ZmFsc2UsIklzSXRhbGljIjpmYWxzZSwiSXNVbmRlcmxpbmVkIjpmYWxzZSwiUGFyZW50U3R5bGUiOm51bGx9LCJBdXRvU2l6ZSI6MCwiRm9yZWdyb3VuZCI6eyIkaWQiOiIxMDU3IiwiQ29sb3IiOnsiJGlkIjoiMTA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U5IiwiVG9wIjowLjAsIkxlZnQiOjAuMCwiUmlnaHQiOjAuMCwiQm90dG9tIjowLjB9LCJQYWRkaW5nIjp7IiRpZCI6IjEwNjAiLCJUb3AiOjAuMCwiTGVmdCI6MC4wLCJSaWdodCI6MC4wLCJCb3R0b20iOjAuMH0sIkJhY2tncm91bmQiOnsiJGlkIjoiMTA2MSIsIkNvbG9yIjp7IiRpZCI6IjEwNjIiLCJBIjoyNTUsIlIiOjAsIkciOjAsIkIiOjB9fSwiSXNWaXNpYmxlIjp0cnVlLCJXaWR0aCI6MC4wLCJIZWlnaHQiOjAuMCwiQm9yZGVyU3R5bGUiOnsiJGlkIjoiMTA2MyIsIkxpbmVDb2xvciI6bnVsbCwiTGluZVdlaWdodCI6MC4wLCJMaW5lVHlwZSI6MCwiUGFyZW50U3R5bGUiOm51bGx9LCJQYXJlbnRTdHlsZSI6bnVsbH0sIlBhcmVudFN0eWxlIjpudWxsfSwiUGFyZW50U3R5bGUiOm51bGwsIl9leHBsaWNpdGx5U2V0Ijp7IiRpZCI6IjEwN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MDY1IiwiU2hhcGUiOjEsIkNvbm5lY3Rvck1hcmdpbiI6eyIkaWQiOiIxMDY2IiwiVG9wIjowLjAsIkxlZnQiOjIuMCwiUmlnaHQiOjIuMCwiQm90dG9tIjowLjB9LCJDb25uZWN0b3JTdHlsZSI6eyIkaWQiOiIxMDY3IiwiTGluZUNvbG9yIjp7IiRpZCI6IjEwNjgiLCIkdHlwZSI6Ik5MUkUuQ29tbW9uLkRvbS5Tb2xpZENvbG9yQnJ1c2gsIE5MUkUuQ29tbW9uIiwiQ29sb3IiOnsiJGlkIjoiMTA2OSIsIkEiOjEyNywiUiI6MTEsIkciOjExOCwiQiI6MTU5fX0sIkxpbmVXZWlnaHQiOjEuMCwiTGluZVR5cGUiOjAsIlBhcmVudFN0eWxlIjpudWxsfSwiSXNCZWxvd1RpbWViYW5kIjpmYWxzZSwiUG9zaXRpb25PblRhc2siOjEsIkhpZGVEYXRlIjpmYWxzZSwiU2hhcGVTaXplIjowLCJTcGFjaW5nIjowLjAsIlBhZGRpbmciOnsiJGlkIjoiMTA3MCIsIlRvcCI6NS4wLCJMZWZ0IjozLjAsIlJpZ2h0IjowLjAsIkJvdHRvbSI6Mi4wfSwiU2hhcGVTdHlsZSI6eyIkaWQiOiIxMDcxIiwiTWFyZ2luIjp7IiRpZCI6IjEwNzIiLCJUb3AiOjAuMCwiTGVmdCI6MC4wLCJSaWdodCI6MC4wLCJCb3R0b20iOjAuMH0sIlBhZGRpbmciOnsiJGlkIjoiMTA3MyIsIlRvcCI6MC4wLCJMZWZ0IjowLjAsIlJpZ2h0IjowLjAsIkJvdHRvbSI6MC4wfSwiQmFja2dyb3VuZCI6eyIkaWQiOiIxMDc0IiwiQ29sb3IiOnsiJGlkIjoiMTA3NSIsIkEiOjI1NSwiUiI6MTEsIkciOjExOCwiQiI6MTU5fX0sIklzVmlzaWJsZSI6dHJ1ZSwiV2lkdGgiOjEyLjAsIkhlaWdodCI6MTQuMCwiQm9yZGVyU3R5bGUiOnsiJGlkIjoiMTA3NiIsIkxpbmVDb2xvciI6eyIkaWQiOiIxMDc3IiwiJHR5cGUiOiJOTFJFLkNvbW1vbi5Eb20uU29saWRDb2xvckJydXNoLCBOTFJFLkNvbW1vbiIsIkNvbG9yIjp7IiRpZCI6IjEwNzgiLCJBIjoyNTUsIlIiOjI1NSwiRyI6MCwiQiI6MH19LCJMaW5lV2VpZ2h0IjowLjAsIkxpbmVUeXBlIjowLCJQYXJlbnRTdHlsZSI6bnVsbH0sIlBhcmVudFN0eWxlIjpudWxsfSwiVGl0bGVTdHlsZSI6eyIkaWQiOiIxMDc5IiwiRm9udFNldHRpbmdzIjp7IiRpZCI6IjEwODAiLCJGb250U2l6ZSI6MTEsIkZvbnROYW1lIjoiQ2FsaWJyaSIsIklzQm9sZCI6ZmFsc2UsIklzSXRhbGljIjpmYWxzZSwiSXNVbmRlcmxpbmVkIjpmYWxzZSwiUGFyZW50U3R5bGUiOm51bGx9LCJBdXRvU2l6ZSI6MCwiRm9yZWdyb3VuZCI6eyIkaWQiOiIxMDgxIiwiQ29sb3IiOnsiJGlkIjoiMTA4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DgzIiwiVG9wIjowLjAsIkxlZnQiOjAuMCwiUmlnaHQiOjAuMCwiQm90dG9tIjowLjB9LCJQYWRkaW5nIjp7IiRpZCI6IjEwODQiLCJUb3AiOjAuMCwiTGVmdCI6MC4wLCJSaWdodCI6MC4wLCJCb3R0b20iOjAuMH0sIkJhY2tncm91bmQiOnsiJGlkIjoiMTA4NSIsIkNvbG9yIjp7IiRpZCI6IjEwODYiLCJBIjoyNTUsIlIiOjAsIkciOjAsIkIiOjB9fSwiSXNWaXNpYmxlIjp0cnVlLCJXaWR0aCI6MC4wLCJIZWlnaHQiOjAuMCwiQm9yZGVyU3R5bGUiOnsiJGlkIjoiMTA4NyIsIkxpbmVDb2xvciI6bnVsbCwiTGluZVdlaWdodCI6MC4wLCJMaW5lVHlwZSI6MCwiUGFyZW50U3R5bGUiOm51bGx9LCJQYXJlbnRTdHlsZSI6bnVsbH0sIkRhdGVTdHlsZSI6eyIkaWQiOiIxMDg4IiwiRm9udFNldHRpbmdzIjp7IiRpZCI6IjEwODkiLCJGb250U2l6ZSI6MTAsIkZvbnROYW1lIjoiQ2FsaWJyaSIsIklzQm9sZCI6ZmFsc2UsIklzSXRhbGljIjpmYWxzZSwiSXNVbmRlcmxpbmVkIjpmYWxzZSwiUGFyZW50U3R5bGUiOm51bGx9LCJBdXRvU2l6ZSI6MCwiRm9yZWdyb3VuZCI6eyIkaWQiOiIxMDkwIiwiQ29sb3IiOnsiJGlkIjoiMTA5MSIsIkEiOjI1NSwiUiI6MTQsIkciOjQwLCJCIjo2NX19LCJNYXhXaWR0aCI6MjAwLjAsIk1heEhlaWdodCI6IkluZmluaXR5IiwiU21hcnRGb3JlZ3JvdW5kSXNBY3RpdmUiOmZhbHNlLCJIb3Jpem9udGFsQWxpZ25tZW50IjoxLCJWZXJ0aWNhbEFsaWdubWVudCI6MSwiU21hcnRGb3JlZ3JvdW5kIjpudWxsLCJCYWNrZ3JvdW5kRmlsbFR5cGUiOjAsIk1hcmdpbiI6eyIkaWQiOiIxMDkyIiwiVG9wIjowLjAsIkxlZnQiOjAuMCwiUmlnaHQiOjAuMCwiQm90dG9tIjowLjB9LCJQYWRkaW5nIjp7IiRpZCI6IjEwOTMiLCJUb3AiOjAuMCwiTGVmdCI6MC4wLCJSaWdodCI6MC4wLCJCb3R0b20iOjAuMH0sIkJhY2tncm91bmQiOnsiJGlkIjoiMTA5NCIsIkNvbG9yIjp7IiRpZCI6IjEwOTUiLCJBIjoyNTUsIlIiOjE0LCJHIjo0MCwiQiI6NjV9fSwiSXNWaXNpYmxlIjp0cnVlLCJXaWR0aCI6MC4wLCJIZWlnaHQiOjAuMCwiQm9yZGVyU3R5bGUiOnsiJGlkIjoiMTA5NiIsIkxpbmVDb2xvciI6bnVsbCwiTGluZVdlaWdodCI6MC4wLCJMaW5lVHlwZSI6MCwiUGFyZW50U3R5bGUiOm51bGx9LCJQYXJlbnRTdHlsZSI6bnVsbH0sIkRhdGVGb3JtYXQiOnsiJGlkIjoiMTA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k4IiwiRm9ybWF0IjowLCJJc1Zpc2libGUiOmZhbHNlLCJMYXN0S25vd25WaXNpYmlsaXR5U3RhdGUiOmZhbHNlfSwiSXNWaXNpYmxlIjpmYWxzZSwiVmFyaWFuY2VTdHlsZSI6eyIkaWQiOiIxMDk5IiwiVGV4dFN0eWxlIjp7IiRpZCI6IjExMDAiLCJGb250U2V0dGluZ3MiOnsiJGlkIjoiMTEwMSIsIkZvbnRTaXplIjoxMCwiRm9udE5hbWUiOiJDYWxpYnJpIiwiSXNCb2xkIjpmYWxzZSwiSXNJdGFsaWMiOmZhbHNlLCJJc1VuZGVybGluZWQiOmZhbHNlLCJQYXJlbnRTdHlsZSI6bnVsbH0sIkF1dG9TaXplIjowLCJGb3JlZ3JvdW5kIjp7IiRpZCI6IjExMDIiLCJDb2xvciI6eyIkaWQiOiIxMTA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xMDQiLCJUb3AiOjAuMCwiTGVmdCI6MC4wLCJSaWdodCI6MC4wLCJCb3R0b20iOjAuMH0sIlBhZGRpbmciOnsiJGlkIjoiMTEwNSIsIlRvcCI6MC4wLCJMZWZ0IjowLjAsIlJpZ2h0IjowLjAsIkJvdHRvbSI6MC4wfSwiQmFja2dyb3VuZCI6eyIkaWQiOiIxMTA2IiwiQ29sb3IiOnsiJGlkIjoiMTEwNyIsIkEiOjI1NSwiUiI6MCwiRyI6MCwiQiI6MH19LCJJc1Zpc2libGUiOnRydWUsIldpZHRoIjowLjAsIkhlaWdodCI6MC4wLCJCb3JkZXJTdHlsZSI6eyIkaWQiOiIxMTA4IiwiTGluZUNvbG9yIjpudWxsLCJMaW5lV2VpZ2h0IjowLjAsIkxpbmVUeXBlIjowLCJQYXJlbnRTdHlsZSI6bnVsbH0sIlBhcmVudFN0eWxlIjpudWxsfSwiUGFyZW50U3R5bGUiOm51bGx9LCJQYXJlbnRTdHlsZSI6bnVsbH0sIkRlZmF1bHRTd2ltbGFuZU1pbGVzdG9uZVN0eWxlIjp7IiRpZCI6IjExMDkiLCJUaXRsZVBvc2l0aW9uIjoiTGVmdCIsIkRhdGVQb3NpdGlvbiI6IlJpZ2h0IiwiVmFyaWFuY2VQb3NpdGlvbiI6IlJpZ2h0IiwiU2hhcGVUeXBlIjoxLCJTaGFwZVNpemUiOjAsIlNwYWNpbmciOjUsIlNoYXBlU3R5bGUiOnsiJGlkIjoiMTExMCIsIk1hcmdpbiI6eyIkaWQiOiIxMTExIiwiVG9wIjowLjAsIkxlZnQiOjAuMCwiUmlnaHQiOjAuMCwiQm90dG9tIjowLjB9LCJQYWRkaW5nIjp7IiRpZCI6IjExMTIiLCJUb3AiOjAuMCwiTGVmdCI6MC4wLCJSaWdodCI6MC4wLCJCb3R0b20iOjAuMH0sIkJhY2tncm91bmQiOnsiJGlkIjoiMTExMyIsIkNvbG9yIjp7IiRpZCI6IjExMTQiLCJBIjoyNTUsIlIiOjE1LCJHIjoxNTgsIkIiOjIxM319LCJJc1Zpc2libGUiOnRydWUsIldpZHRoIjoxMi4wLCJIZWlnaHQiOjE0LjAsIkJvcmRlclN0eWxlIjp7IiRpZCI6IjExMTUiLCJMaW5lQ29sb3IiOnsiJGlkIjoiMTExNiIsIiR0eXBlIjoiTkxSRS5Db21tb24uRG9tLlNvbGlkQ29sb3JCcnVzaCwgTkxSRS5Db21tb24iLCJDb2xvciI6eyIkaWQiOiIxMTE3IiwiQSI6MjU1LCJSIjoyMzQsIkciOjIyLCJCIjozMH19LCJMaW5lV2VpZ2h0IjowLjAsIkxpbmVUeXBlIjowLCJQYXJlbnRTdHlsZSI6bnVsbH0sIlBhcmVudFN0eWxlIjpudWxsfSwiVGl0bGVTdHlsZSI6eyIkaWQiOiIxMTE4IiwiRm9udFNldHRpbmdzIjp7IiRpZCI6IjExMTkiLCJGb250U2l6ZSI6MTEsIkZvbnROYW1lIjoiQ2FsaWJyaSIsIklzQm9sZCI6ZmFsc2UsIklzSXRhbGljIjpmYWxzZSwiSXNVbmRlcmxpbmVkIjpmYWxzZSwiUGFyZW50U3R5bGUiOm51bGx9LCJBdXRvU2l6ZSI6MCwiRm9yZWdyb3VuZCI6eyIkaWQiOiIxMTIwIiwiQ29sb3IiOnsiJGlkIjoiMTEy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MTIyIiwiVG9wIjowLjAsIkxlZnQiOjAuMCwiUmlnaHQiOjAuMCwiQm90dG9tIjowLjB9LCJQYWRkaW5nIjp7IiRpZCI6IjExMjMiLCJUb3AiOjAuMCwiTGVmdCI6MC4wLCJSaWdodCI6MC4wLCJCb3R0b20iOjAuMH0sIkJhY2tncm91bmQiOnsiJGlkIjoiMTEyNCIsIkNvbG9yIjp7IiRpZCI6IjExMjUiLCJBIjoyNTUsIlIiOjAsIkciOjAsIkIiOjB9fSwiSXNWaXNpYmxlIjp0cnVlLCJXaWR0aCI6MC4wLCJIZWlnaHQiOjAuMCwiQm9yZGVyU3R5bGUiOnsiJGlkIjoiMTEyNiIsIkxpbmVDb2xvciI6bnVsbCwiTGluZVdlaWdodCI6MC4wLCJMaW5lVHlwZSI6MCwiUGFyZW50U3R5bGUiOm51bGx9LCJQYXJlbnRTdHlsZSI6bnVsbH0sIkRhdGVTdHlsZSI6eyIkaWQiOiIxMTI3IiwiRm9udFNldHRpbmdzIjp7IiRpZCI6IjExMjgiLCJGb250U2l6ZSI6MTAsIkZvbnROYW1lIjoiQ2FsaWJyaSIsIklzQm9sZCI6ZmFsc2UsIklzSXRhbGljIjpmYWxzZSwiSXNVbmRlcmxpbmVkIjpmYWxzZSwiUGFyZW50U3R5bGUiOm51bGx9LCJBdXRvU2l6ZSI6MCwiRm9yZWdyb3VuZCI6eyIkaWQiOiIxMTI5IiwiQ29sb3IiOnsiJGlkIjoiMTEz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MTMxIiwiVG9wIjowLjAsIkxlZnQiOjAuMCwiUmlnaHQiOjAuMCwiQm90dG9tIjowLjB9LCJQYWRkaW5nIjp7IiRpZCI6IjExMzIiLCJUb3AiOjAuMCwiTGVmdCI6MC4wLCJSaWdodCI6MC4wLCJCb3R0b20iOjAuMH0sIkJhY2tncm91bmQiOnsiJGlkIjoiMTEzMyIsIkNvbG9yIjp7IiRpZCI6IjExMzQiLCJBIjoyNTUsIlIiOjE0LCJHIjo0MCwiQiI6NjV9fSwiSXNWaXNpYmxlIjp0cnVlLCJXaWR0aCI6MC4wLCJIZWlnaHQiOjAuMCwiQm9yZGVyU3R5bGUiOnsiJGlkIjoiMTEzNSIsIkxpbmVDb2xvciI6bnVsbCwiTGluZVdlaWdodCI6MC4wLCJMaW5lVHlwZSI6MCwiUGFyZW50U3R5bGUiOm51bGx9LCJQYXJlbnRTdHlsZSI6bnVsbH0sIkRhdGVGb3JtYXQiOnsiJGlkIjoiMTEz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M3IiwiRm9ybWF0IjowLCJJc1Zpc2libGUiOmZhbHNlLCJMYXN0S25vd25WaXNpYmlsaXR5U3RhdGUiOmZhbHNlfSwiSXNWaXNpYmxlIjp0cnVlLCJWYXJpYW5jZVN0eWxlIjp7IiRpZCI6IjExMzgiLCJUZXh0U3R5bGUiOnsiJGlkIjoiMTEzOSIsIkZvbnRTZXR0aW5ncyI6eyIkaWQiOiIxMTQwIiwiRm9udFNpemUiOjEwLCJGb250TmFtZSI6IkNhbGlicmkiLCJJc0JvbGQiOmZhbHNlLCJJc0l0YWxpYyI6ZmFsc2UsIklzVW5kZXJsaW5lZCI6ZmFsc2UsIlBhcmVudFN0eWxlIjpudWxsfSwiQXV0b1NpemUiOjAsIkZvcmVncm91bmQiOnsiJGlkIjoiMTE0MSIsIkNvbG9yIjp7IiRpZCI6IjExN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0MyIsIlRvcCI6MC4wLCJMZWZ0IjowLjAsIlJpZ2h0IjowLjAsIkJvdHRvbSI6MC4wfSwiUGFkZGluZyI6eyIkaWQiOiIxMTQ0IiwiVG9wIjowLjAsIkxlZnQiOjAuMCwiUmlnaHQiOjAuMCwiQm90dG9tIjowLjB9LCJCYWNrZ3JvdW5kIjp7IiRpZCI6IjExNDUiLCJDb2xvciI6eyIkaWQiOiIxMTQ2IiwiQSI6MjU1LCJSIjowLCJHIjowLCJCIjowfX0sIklzVmlzaWJsZSI6dHJ1ZSwiV2lkdGgiOjAuMCwiSGVpZ2h0IjowLjAsIkJvcmRlclN0eWxlIjp7IiRpZCI6IjExNDciLCJMaW5lQ29sb3IiOm51bGwsIkxpbmVXZWlnaHQiOjAuMCwiTGluZVR5cGUiOjAsIlBhcmVudFN0eWxlIjpudWxsfSwiUGFyZW50U3R5bGUiOm51bGx9LCJQYXJlbnRTdHlsZSI6bnVsbH0sIlBhcmVudFN0eWxlIjpudWxsfSwiRGVmYXVsdFN3aW1sYW5lQWN0aXZpdHlTdHlsZSI6eyIkaWQiOiIxMTQ4IiwiSGVhZGVyU3R5bGUiOnsiJGlkIjoiMTE0OSIsIlRleHRTdHlsZSI6eyIkaWQiOiIxMTUwIiwiRm9udFNldHRpbmdzIjp7IiRpZCI6IjExNTEiLCJGb250U2l6ZSI6MTEsIkZvbnROYW1lIjoiQ2FsaWJyaSIsIklzQm9sZCI6ZmFsc2UsIklzSXRhbGljIjpmYWxzZSwiSXNVbmRlcmxpbmVkIjpmYWxzZSwiUGFyZW50U3R5bGUiOm51bGx9LCJBdXRvU2l6ZSI6MiwiRm9yZWdyb3VuZCI6eyIkaWQiOiIxMTUyIiwiQ29sb3IiOnsiJGlkIjoiMTE1My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ExNTQiLCJUb3AiOjAuMCwiTGVmdCI6MC4wLCJSaWdodCI6MC4wLCJCb3R0b20iOjAuMH0sIlBhZGRpbmciOnsiJGlkIjoiMTE1NSIsIlRvcCI6MC4wLCJMZWZ0IjowLjAsIlJpZ2h0IjowLjAsIkJvdHRvbSI6MC4wfSwiQmFja2dyb3VuZCI6eyIkaWQiOiIxMTU2IiwiQ29sb3IiOnsiJGlkIjoiMTE1NyIsIkEiOjI1NSwiUiI6MCwiRyI6MCwiQiI6MH19LCJJc1Zpc2libGUiOnRydWUsIldpZHRoIjowLjAsIkhlaWdodCI6MC4wLCJCb3JkZXJTdHlsZSI6bnVsbCwiUGFyZW50U3R5bGUiOm51bGx9LCJSZWN0YW5nbGVTdHlsZSI6eyIkaWQiOiIxMTU4IiwiTWFyZ2luIjp7IiRpZCI6IjExNTkiLCJUb3AiOjAuMCwiTGVmdCI6MC4wLCJSaWdodCI6MC4wLCJCb3R0b20iOjAuMH0sIlBhZGRpbmciOnsiJGlkIjoiMTE2MCIsIlRvcCI6MC4wLCJMZWZ0IjowLjAsIlJpZ2h0IjowLjAsIkJvdHRvbSI6MC4wfSwiQmFja2dyb3VuZCI6eyIkaWQiOiIxMTYxIiwiQ29sb3IiOnsiJGlkIjoiMTE2MiIsIkEiOjEyNywiUiI6MTUsIkciOjE1OCwiQiI6MjEzfX0sIklzVmlzaWJsZSI6dHJ1ZSwiV2lkdGgiOjAuMCwiSGVpZ2h0IjowLjAsIkJvcmRlclN0eWxlIjp7IiRpZCI6IjExNjMiLCJMaW5lQ29sb3IiOnsiJGlkIjoiMTE2NCIsIiR0eXBlIjoiTkxSRS5Db21tb24uRG9tLlNvbGlkQ29sb3JCcnVzaCwgTkxSRS5Db21tb24iLCJDb2xvciI6eyIkaWQiOiIxMTY1IiwiQSI6MjU1LCJSIjoyNTUsIkciOjAsIkIiOjB9fSwiTGluZVdlaWdodCI6MC4wLCJMaW5lVHlwZSI6MCwiUGFyZW50U3R5bGUiOm51bGx9LCJQYXJlbnRTdHlsZSI6bnVsbH0sIk1hcmdpbiI6eyIkaWQiOiIxMTY2IiwiVG9wIjowLjAsIkxlZnQiOjAuMCwiUmlnaHQiOjAuMCwiQm90dG9tIjowLjB9LCJQYWRkaW5nIjp7IiRpZCI6IjExNjciLCJUb3AiOjAuMCwiTGVmdCI6MC4wLCJSaWdodCI6MC4wLCJCb3R0b20iOjAuMH0sIkJhY2tncm91bmQiOm51bGwsIklzVmlzaWJsZSI6dHJ1ZSwiV2lkdGgiOjAuMCwiSGVpZ2h0IjowLjAsIkJvcmRlclN0eWxlIjpudWxsLCJQYXJlbnRTdHlsZSI6bnVsbH0sIkJhY2tncm91bmRTdHlsZSI6eyIkaWQiOiIxMTY4IiwiTWFyZ2luIjp7IiRpZCI6IjExNjkiLCJUb3AiOjAuMCwiTGVmdCI6MC4wLCJSaWdodCI6MC4wLCJCb3R0b20iOjAuMH0sIlBhZGRpbmciOnsiJGlkIjoiMTE3MCIsIlRvcCI6MC4wLCJMZWZ0IjowLjAsIlJpZ2h0IjowLjAsIkJvdHRvbSI6MC4wfSwiQmFja2dyb3VuZCI6eyIkaWQiOiIxMTcxIiwiQ29sb3IiOnsiJGlkIjoiMTE3MiIsIkEiOjUxLCJSIjoyMDAsIkciOjIwMCwiQiI6MjAwfX0sIklzVmlzaWJsZSI6dHJ1ZSwiV2lkdGgiOjAuMCwiSGVpZ2h0IjowLjAsIkJvcmRlclN0eWxlIjp7IiRpZCI6IjExNzMiLCJMaW5lQ29sb3IiOnsiJGlkIjoiMTE3NCIsIiR0eXBlIjoiTkxSRS5Db21tb24uRG9tLlNvbGlkQ29sb3JCcnVzaCwgTkxSRS5Db21tb24iLCJDb2xvciI6eyIkaWQiOiIxMTc1IiwiQSI6MjU1LCJSIjoyMzQsIkciOjIyLCJCIjozMH19LCJMaW5lV2VpZ2h0IjowLjAsIkxpbmVUeXBlIjowLCJQYXJlbnRTdHlsZSI6bnVsbH0sIlBhcmVudFN0eWxlIjpudWxsfSwiTWFyZ2luIjp7IiRpZCI6IjExNzYiLCJUb3AiOjAuMCwiTGVmdCI6MC4wLCJSaWdodCI6MC4wLCJCb3R0b20iOjAuMH0sIlBhZGRpbmciOnsiJGlkIjoiMTE3NyIsIlRvcCI6MC4wLCJMZWZ0IjowLjAsIlJpZ2h0IjowLjAsIkJvdHRvbSI6MC4wfSwiSXNWaXNpYmxlIjp0cnVlLCJXaWR0aCI6MC4wLCJIZWlnaHQiOjAuMCwiQm9yZGVyU3R5bGUiOnsiJGlkIjoiMTE3OCIsIkxpbmVDb2xvciI6bnVsbCwiTGluZVdlaWdodCI6MC4wLCJMaW5lVHlwZSI6MCwiUGFyZW50U3R5bGUiOm51bGx9LCJQYXJlbnRTdHlsZSI6bnVsbH0sIk1hcmdpbiI6eyIkaWQiOiIxMTc5IiwiVG9wIjowLjAsIkxlZnQiOjAuMCwiUmlnaHQiOjAuMCwiQm90dG9tIjowLjB9LCJQYWRkaW5nIjp7IiRpZCI6IjExODAiLCJUb3AiOjAuMCwiTGVmdCI6MC4wLCJSaWdodCI6MC4wLCJCb3R0b20iOjAuMH0sIklzVmlzaWJsZSI6dHJ1ZSwiV2lkdGgiOjAuMCwiSGVpZ2h0IjowLjAsIkJvcmRlclN0eWxlIjp7IiRpZCI6IjExODEiLCJMaW5lQ29sb3IiOm51bGwsIkxpbmVXZWlnaHQiOjAuMCwiTGluZVR5cGUiOjAsIlBhcmVudFN0eWxlIjpudWxsfSwiUGFyZW50U3R5bGUiOm51bGx9XSwiQ29uZGl0aW9uYWxGb3JtYXR0aW5nIjp7IiRpZCI6IjExODIiLCJQdkFGb3JtYXR0aW5nIjp7IiRpZCI6IjExODMiLCJEZWxheVRhc2tTdHlsZSI6eyIkaWQiOiIxMTg0IiwiU3R5bGVPcHRpb25zIjoyNCwiVGl0bGVGb3JlZ3JvdW5kIjp7IiRpZCI6IjExODUiLCJDb2xvciI6eyIkaWQiOiIxMTg2IiwiQSI6MjU1LCJSIjoxNzUsIkciOjAsIkIiOjB9fSwiQWN0dWFsU2hhcGVzQmFja2dyb3VuZCI6eyIkaWQiOiIxMTg3IiwiQ29sb3IiOnsiJGlkIjoiMTE4OCIsIkEiOjYyLCJSIjoyNTUsIkciOjAsIkIiOjB9fSwiQWN0dWFsU2hhcGVzQm9yZGVyU3R5bGUiOnsiJGlkIjoiMTE4OSIsIkxpbmVDb2xvciI6eyIkaWQiOiIxMTkwIiwiJHR5cGUiOiJOTFJFLkNvbW1vbi5Eb20uU29saWRDb2xvckJydXNoLCBOTFJFLkNvbW1vbiIsIkNvbG9yIjp7IiRpZCI6IjExOTEiLCJBIjoxNjMsIlIiOjI1NSwiRyI6MCwiQiI6MH19LCJMaW5lV2VpZ2h0IjozLjAsIkxpbmVUeXBlIjowLCJQYXJlbnRTdHlsZSI6bnVsbH0sIkJhc2VsaW5lU2hhcGVzQmFja2dyb3VuZCI6eyIkaWQiOiIxMTkyIiwiQ29sb3IiOnsiJGlkIjoiMTE5MyIsIkEiOjE4NCwiUiI6MjU1LCJHIjowLCJCIjowfX0sIlZhcmlhbmNlRm9yZWdyb3VuZCI6eyIkaWQiOiIxMTk0IiwiQ29sb3IiOnsiJGlkIjoiMTE5NSIsIkEiOjI1NSwiUiI6MTc1LCJHIjowLCJCIjowfX0sIklzVmlzaWJsZSI6dHJ1ZX0sIkRlbGF5TWlsZXN0b25lU3R5bGUiOnsiJGlkIjoiMTE5NiIsIlN0eWxlT3B0aW9ucyI6MTgsIlRpdGxlRm9yZWdyb3VuZCI6eyIkaWQiOiIxMTk3IiwiQ29sb3IiOnsiJGlkIjoiMTE5OCIsIkEiOjI1NSwiUiI6MTc1LCJHIjowLCJCIjowfX0sIkFjdHVhbFNoYXBlc0JhY2tncm91bmQiOnsiJGlkIjoiMTE5OSIsIkNvbG9yIjp7IiRpZCI6IjEyMDAiLCJBIjoyNTUsIlIiOjIyMiwiRyI6ODAsIkIiOjUwfX0sIkFjdHVhbFNoYXBlc0JvcmRlclN0eWxlIjp7IiRpZCI6IjEyMDEiLCJMaW5lQ29sb3IiOnsiJGlkIjoiMTIwMiIsIiR0eXBlIjoiTkxSRS5Db21tb24uRG9tLlNvbGlkQ29sb3JCcnVzaCwgTkxSRS5Db21tb24iLCJDb2xvciI6eyIkaWQiOiIxMjAzIiwiQSI6MTYzLCJSIjoyNTUsIkciOjAsIkIiOjB9fSwiTGluZVdlaWdodCI6My4wLCJMaW5lVHlwZSI6MCwiUGFyZW50U3R5bGUiOm51bGx9LCJCYXNlbGluZVNoYXBlc0JhY2tncm91bmQiOnsiJGlkIjoiMTIwNCIsIkNvbG9yIjp7IiRpZCI6IjEyMDUiLCJBIjoxODQsIlIiOjI1NSwiRyI6MCwiQiI6MH19LCJWYXJpYW5jZUZvcmVncm91bmQiOnsiJGlkIjoiMTIwNiIsIkNvbG9yIjp7IiRpZCI6IjEyMDciLCJBIjoyNTUsIlIiOjE3NSwiRyI6MCwiQiI6MH19LCJJc1Zpc2libGUiOnRydWV9LCJBZHZhbmNlVGFza1N0eWxlIjp7IiRpZCI6IjEyMDgiLCJTdHlsZU9wdGlvbnMiOjI0LCJUaXRsZUZvcmVncm91bmQiOnsiJGlkIjoiMTIwOSIsIkNvbG9yIjp7IiRpZCI6IjEyMTAiLCJBIjoyNTUsIlIiOjAsIkciOjExMCwiQiI6MH19LCJBY3R1YWxTaGFwZXNCYWNrZ3JvdW5kIjp7IiRpZCI6IjEyMTEiLCJDb2xvciI6eyIkaWQiOiIxMjEyIiwiQSI6NjEsIlIiOjAsIkciOjEyOCwiQiI6MH19LCJBY3R1YWxTaGFwZXNCb3JkZXJTdHlsZSI6eyIkaWQiOiIxMjEzIiwiTGluZUNvbG9yIjp7IiRpZCI6IjEyMTQiLCIkdHlwZSI6Ik5MUkUuQ29tbW9uLkRvbS5Tb2xpZENvbG9yQnJ1c2gsIE5MUkUuQ29tbW9uIiwiQ29sb3IiOnsiJGlkIjoiMTIxNSIsIkEiOjE2MywiUiI6MCwiRyI6MTI4LCJCIjowfX0sIkxpbmVXZWlnaHQiOjMuMCwiTGluZVR5cGUiOjAsIlBhcmVudFN0eWxlIjpudWxsfSwiQmFzZWxpbmVTaGFwZXNCYWNrZ3JvdW5kIjp7IiRpZCI6IjEyMTYiLCJDb2xvciI6eyIkaWQiOiIxMjE3IiwiQSI6MTg0LCJSIjowLCJHIjoxMjgsIkIiOjB9fSwiVmFyaWFuY2VGb3JlZ3JvdW5kIjp7IiRpZCI6IjEyMTgiLCJDb2xvciI6eyIkaWQiOiIxMjE5IiwiQSI6MjU1LCJSIjowLCJHIjoxMTAsIkIiOjB9fSwiSXNWaXNpYmxlIjp0cnVlfSwiQWR2YW5jZU1pbGVzdG9uZVN0eWxlIjp7IiRpZCI6IjEyMjAiLCJTdHlsZU9wdGlvbnMiOjE4LCJUaXRsZUZvcmVncm91bmQiOnsiJGlkIjoiMTIyMSIsIkNvbG9yIjp7IiRpZCI6IjEyMjIiLCJBIjoyNTUsIlIiOjAsIkciOjExMCwiQiI6MH19LCJBY3R1YWxTaGFwZXNCYWNrZ3JvdW5kIjp7IiRpZCI6IjEyMjMiLCJDb2xvciI6eyIkaWQiOiIxMjI0IiwiQSI6MjU1LCJSIjoyMCwiRyI6MTAwLCJCIjowfX0sIkFjdHVhbFNoYXBlc0JvcmRlclN0eWxlIjp7IiRpZCI6IjEyMjUiLCJMaW5lQ29sb3IiOnsiJGlkIjoiMTIyNiIsIiR0eXBlIjoiTkxSRS5Db21tb24uRG9tLlNvbGlkQ29sb3JCcnVzaCwgTkxSRS5Db21tb24iLCJDb2xvciI6eyIkaWQiOiIxMjI3IiwiQSI6MTYzLCJSIjowLCJHIjoxMjgsIkIiOjB9fSwiTGluZVdlaWdodCI6My4wLCJMaW5lVHlwZSI6MCwiUGFyZW50U3R5bGUiOm51bGx9LCJCYXNlbGluZVNoYXBlc0JhY2tncm91bmQiOnsiJGlkIjoiMTIyOCIsIkNvbG9yIjp7IiRpZCI6IjEyMjkiLCJBIjoxODQsIlIiOjAsIkciOjEyOCwiQiI6MH19LCJWYXJpYW5jZUZvcmVncm91bmQiOnsiJGlkIjoiMTIzMCIsIkNvbG9yIjp7IiRpZCI6IjEyMzEiLCJBIjoyNTUsIlIiOjAsIkciOjExMCwiQiI6MH19LCJJc1Zpc2libGUiOnRydWV9fSwiVmFyaWFuY2VEaXNwbGF5U2V0dGluZ3MiOnsiJGlkIjoiMTIzMiIsIlRhc2tWYXJpYW5jZURpc3BsYXlPcHRpb25zIjp7IiRpZCI6IjEyMzMiLCJTaG93RGVsYXlWYXJpYW5jZSI6dHJ1ZSwiU2hvd0FkdmFuY2VWYXJpYW5jZSI6dHJ1ZSwiU2hvd18wX1ZhcmlhbmNlIjpmYWxzZX0sIk1pbGVzdG9uZVZhcmlhbmNlRGlzcGxheU9wdGlvbnMiOnsiJGlkIjoiMTIzNCIsIlNob3dEZWxheVZhcmlhbmNlIjp0cnVlLCJTaG93QWR2YW5jZVZhcmlhbmNlIjp0cnVlLCJTaG93XzBfVmFyaWFuY2UiOmZhbHNlfX19fSwiU2NhbGUiOm51bGwsIlNjYWxlVjIiOnsiJGlkIjoiMTIzNSIsIlN0YXJ0RGF0ZSI6IjAwMDEtMDEtMDFUMDA6MDA6MDAiLCJFbmREYXRlIjoiMjAyNi0xMC0wNlQyMzo1OTowMCIsIkF1dG9EYXRlUmFuZ2UiOnRydWUsIldvcmtpbmdEYXlzIjozMSwiRmlzY2FsWWVhciI6eyIkaWQiOiIxMjM2IiwiU3RhcnRNb250aCI6MSwiVXNlU3RhcnRpbmdZZWFyRm9yTnVtYmVyaW5nIjp0cnVlLCJTaG93RmlzY2FsWWVhckxhYmVsIjp0cnVlfSwiVG9kYXlNYXJrZXJUZXh0IjoiVG9kYXkiLCJBdXRvU2NhbGVUeXBlIjp0cnVlLCJUaW1lYmFuZFNjYWxlcyI6eyIkaWQiOiIxMjM3IiwiVG9wU2NhbGVMYXllciI6eyIkaWQiOiIxMjM4IiwiRm9ybWF0IjoiTU1NIiwiVHlwZSI6MiwiR3JvdXBpbmdJbnRlcnZhbHMiOnsiJGlkIjoiMTIzOSIsIklzU2V0IjpmYWxzZSwiR3JvdXBpbmdTdGVwQ291bnQiOjF9fSwiTWlkZGxlU2NhbGVMYXllciI6eyIkaWQiOiIxMjQwIiwiRm9ybWF0IjpudWxsLCJUeXBlIjowLCJHcm91cGluZ0ludGVydmFscyI6eyIkaWQiOiIxMjQxIiwiSXNTZXQiOmZhbHNlLCJHcm91cGluZ1N0ZXBDb3VudCI6MX19LCJCb3R0b21TY2FsZUxheWVyIjp7IiRpZCI6IjEyNDIiLCJGb3JtYXQiOm51bGwsIlR5cGUiOjAsIkdyb3VwaW5nSW50ZXJ2YWxzIjp7IiRpZCI6IjEyNDMiLCJJc1NldCI6ZmFsc2UsIkdyb3VwaW5nU3RlcENvdW50IjoxfX19fSwiTWlsZXN0b25lcyI6W3siJGlkIjoiMTI0NCIsIkRhdGUiOiIyMDI2LTA4LTI1VDIzOjU5OjAwIiwiU3R5bGUiOnsiJGlkIjoiMTI0NSIsIlNoYXBlIjoyLCJDb25uZWN0b3JNYXJnaW4iOnsiJGlkIjoiMTI0NiIsIlRvcCI6MC4wLCJMZWZ0IjoyLjAsIlJpZ2h0IjoyLjAsIkJvdHRvbSI6MC4wfSwiQ29ubmVjdG9yU3R5bGUiOnsiJGlkIjoiMTI0NyIsIkxpbmVDb2xvciI6eyIkaWQiOiIxMjQ4IiwiJHR5cGUiOiJOTFJFLkNvbW1vbi5Eb20uU29saWRDb2xvckJydXNoLCBOTFJFLkNvbW1vbiIsIkNvbG9yIjp7IiRpZCI6IjEyNDkiLCJBIjoxMjcsIlIiOjIzMywiRyI6MTEzLCJCIjo1MH19LCJMaW5lV2VpZ2h0IjoxLjAsIkxpbmVUeXBlIjowLCJQYXJlbnRTdHlsZSI6bnVsbH0sIklzQmVsb3dUaW1lYmFuZCI6dHJ1ZSwiUG9zaXRpb25PblRhc2siOjEsIkhpZGVEYXRlIjpmYWxzZSwiU2hhcGVTaXplIjoxLCJTcGFjaW5nIjowLjAsIlBhZGRpbmciOnsiJGlkIjoiMTI1MCIsIlRvcCI6NS4wLCJMZWZ0IjozLjAsIlJpZ2h0IjowLjAsIkJvdHRvbSI6Mi4wfSwiU2hhcGVTdHlsZSI6eyIkaWQiOiIxMjUxIiwiTWFyZ2luIjp7IiRpZCI6IjEyNTIiLCJUb3AiOjAuMCwiTGVmdCI6MC4wLCJSaWdodCI6MC4wLCJCb3R0b20iOjAuMH0sIlBhZGRpbmciOnsiJGlkIjoiMTI1MyIsIlRvcCI6MC4wLCJMZWZ0IjowLjAsIlJpZ2h0IjowLjAsIkJvdHRvbSI6MC4wfSwiQmFja2dyb3VuZCI6eyIkaWQiOiIxMjU0IiwiQ29sb3IiOnsiJGlkIjoiMTI1NSIsIkEiOjI1NSwiUiI6MiwiRyI6MTc4LCJCIjoyMzh9fSwiSXNWaXNpYmxlIjp0cnVlLCJXaWR0aCI6MTMuMCwiSGVpZ2h0IjoxMy4wLCJCb3JkZXJTdHlsZSI6eyIkaWQiOiIxMjU2IiwiTGluZUNvbG9yIjp7IiRpZCI6IjEyNTciLCIkdHlwZSI6Ik5MUkUuQ29tbW9uLkRvbS5Tb2xpZENvbG9yQnJ1c2gsIE5MUkUuQ29tbW9uIiwiQ29sb3IiOnsiJGlkIjoiMTI1OCIsIkEiOjI1NSwiUiI6MjM0LCJHIjoyMiwiQiI6MzB9fSwiTGluZVdlaWdodCI6MC4wLCJMaW5lVHlwZSI6MCwiUGFyZW50U3R5bGUiOm51bGx9LCJQYXJlbnRTdHlsZSI6bnVsbH0sIlRpdGxlU3R5bGUiOnsiJGlkIjoiMTI1OSIsIkZvbnRTZXR0aW5ncyI6eyIkaWQiOiIxMjYwIiwiRm9udFNpemUiOjExLCJGb250TmFtZSI6IkNhbGlicmkiLCJJc0JvbGQiOnRydWUsIklzSXRhbGljIjpmYWxzZSwiSXNVbmRlcmxpbmVkIjpmYWxzZSwiUGFyZW50U3R5bGUiOm51bGx9LCJBdXRvU2l6ZSI6MCwiRm9yZWdyb3VuZCI6eyIkaWQiOiIxMjYxIiwiQ29sb3IiOnsiJGlkIjoiMTI2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YzIiwiVG9wIjowLjAsIkxlZnQiOjAuMCwiUmlnaHQiOjAuMCwiQm90dG9tIjowLjB9LCJQYWRkaW5nIjp7IiRpZCI6IjEyNjQiLCJUb3AiOjAuMCwiTGVmdCI6MC4wLCJSaWdodCI6MC4wLCJCb3R0b20iOjAuMH0sIkJhY2tncm91bmQiOnsiJGlkIjoiMTI2NSIsIkNvbG9yIjp7IiRpZCI6IjEyNjYiLCJBIjowLCJSIjoyNTUsIkciOjI1NSwiQiI6MjU1fX0sIklzVmlzaWJsZSI6dHJ1ZSwiV2lkdGgiOjAuMCwiSGVpZ2h0IjowLjAsIkJvcmRlclN0eWxlIjp7IiRpZCI6IjEyNjciLCJMaW5lQ29sb3IiOm51bGwsIkxpbmVXZWlnaHQiOjAuMCwiTGluZVR5cGUiOjAsIlBhcmVudFN0eWxlIjpudWxsfSwiUGFyZW50U3R5bGUiOm51bGx9LCJEYXRlU3R5bGUiOnsiJGlkIjoiMTI2OCIsIkZvbnRTZXR0aW5ncyI6eyIkaWQiOiIxMjY5IiwiRm9udFNpemUiOjEwLCJGb250TmFtZSI6IkNhbGlicmkiLCJJc0JvbGQiOmZhbHNlLCJJc0l0YWxpYyI6ZmFsc2UsIklzVW5kZXJsaW5lZCI6ZmFsc2UsIlBhcmVudFN0eWxlIjpudWxsfSwiQXV0b1NpemUiOjAsIkZvcmVncm91bmQiOnsiJGlkIjoiMTI3MCIsIkNvbG9yIjp7IiRpZCI6IjEyNzE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3MiIsIlRvcCI6MC4wLCJMZWZ0IjowLjAsIlJpZ2h0IjowLjAsIkJvdHRvbSI6MC4wfSwiUGFkZGluZyI6eyIkaWQiOiIxMjczIiwiVG9wIjowLjAsIkxlZnQiOjAuMCwiUmlnaHQiOjAuMCwiQm90dG9tIjowLjB9LCJCYWNrZ3JvdW5kIjp7IiRpZCI6IjEyNzQiLCJDb2xvciI6eyIkaWQiOiIxMjc1IiwiQSI6MCwiUiI6MjU1LCJHIjoyNTUsIkIiOjI1NX19LCJJc1Zpc2libGUiOnRydWUsIldpZHRoIjowLjAsIkhlaWdodCI6MC4wLCJCb3JkZXJTdHlsZSI6eyIkaWQiOiIxMjc2IiwiTGluZUNvbG9yIjpudWxsLCJMaW5lV2VpZ2h0IjowLjAsIkxpbmVUeXBlIjowLCJQYXJlbnRTdHlsZSI6bnVsbH0sIlBhcmVudFN0eWxlIjpudWxsfSwiRGF0ZUZvcm1hdCI6eyIkaWQiOiIxMjc3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zgiLCJGb3JtYXQiOjAsIklzVmlzaWJsZSI6ZmFsc2UsIkxhc3RLbm93blZpc2liaWxpdHlTdGF0ZSI6ZmFsc2V9LCJJc1Zpc2libGUiOnRydWUsIlZhcmlhbmNlU3R5bGUiOnsiJGlkIjoiMTI3OSIsIlRleHRTdHlsZSI6eyIkaWQiOiIxMjgwIiwiRm9udFNldHRpbmdzIjp7IiRpZCI6IjEyODEiLCJGb250U2l6ZSI6MTAsIkZvbnROYW1lIjoiQ2FsaWJyaSIsIklzQm9sZCI6ZmFsc2UsIklzSXRhbGljIjpmYWxzZSwiSXNVbmRlcmxpbmVkIjpmYWxzZSwiUGFyZW50U3R5bGUiOm51bGx9LCJBdXRvU2l6ZSI6MCwiRm9yZWdyb3VuZCI6eyIkaWQiOiIxMjgyIiwiQ29sb3IiOnsiJGlkIjoiMTI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g0IiwiVG9wIjowLjAsIkxlZnQiOjAuMCwiUmlnaHQiOjAuMCwiQm90dG9tIjowLjB9LCJQYWRkaW5nIjp7IiRpZCI6IjEyODUiLCJUb3AiOjAuMCwiTGVmdCI6MC4wLCJSaWdodCI6MC4wLCJCb3R0b20iOjAuMH0sIkJhY2tncm91bmQiOnsiJGlkIjoiMTI4NiIsIkNvbG9yIjp7IiRpZCI6IjEyODciLCJBIjoyNTUsIlIiOjAsIkciOjAsIkIiOjB9fSwiSXNWaXNpYmxlIjp0cnVlLCJXaWR0aCI6MC4wLCJIZWlnaHQiOjAuMCwiQm9yZGVyU3R5bGUiOnsiJGlkIjoiMTI4OCIsIkxpbmVDb2xvciI6bnVsbCwiTGluZVdlaWdodCI6MC4wLCJMaW5lVHlwZSI6MCwiUGFyZW50U3R5bGUiOm51bGx9LCJQYXJlbnRTdHlsZSI6bnVsbH0sIlBhcmVudFN0eWxlIjpudWxsfSwiUGFyZW50U3R5bGUiOm51bGx9LCJJbmRleCI6MCwiUGVyY2VudGFnZUNvbXBsZXRlIjpudWxsLCJQb3NpdGlvbiI6eyJSYXRpbyI6MC4wLCJJc0N1c3RvbSI6ZmFsc2V9LCJEYXRlRm9ybWF0Ijp7IiRyZWYiOiIxMjc3In0sIldlZWtOdW1iZXJpbmciOnsiJGlkIjoiMTI4OSIsIkZvcm1hdCI6MCwiSXNWaXNpYmxlIjpmYWxzZSwiTGFzdEtub3duVmlzaWJpbGl0eVN0YXRlIjpmYWxzZX0sIkJhc2VsaW5lRGF0YSI6eyIkaWQiOiIxMjkwIiwiRGF0ZSI6IjIwMjYtMDgtMTJUMjM6NTk6MDAifSwiUmVsYXRlZFRhc2tJZCI6ImZhMjk5YmY1LTIwOWUtNGQzMy05MGVkLTNhODdkMzA5NGQ5OSIsIklkIjoiMDNjZDliZDgtYWNlMi00YjVhLWIzZGEtYTQ5MDMwNDlmODRkIiwiSW1wb3J0SWQiOm51bGwsIlRpdGxlIjoiQ2hlY2sgRlBTIiwiTm90ZSI6bnVsbCwiSHlwZXJsaW5rIjp7IiRpZCI6IjEyOTEiLCJBZGRyZXNzIjoiIiwiU3ViQWRkcmVzcyI6IiJ9LCJJc0NoYW5nZWQiOmZhbHNlLCJJc05ldyI6ZmFsc2V9LHsiJGlkIjoiMTI5MiIsIkRhdGUiOiIyMDI2LTA5LTAxVDIzOjU5OjAwIiwiU3R5bGUiOnsiJGlkIjoiMTI5MyIsIlNoYXBlIjoyLCJDb25uZWN0b3JNYXJnaW4iOnsiJGlkIjoiMTI5NCIsIlRvcCI6MC4wLCJMZWZ0IjoyLjAsIlJpZ2h0IjoyLjAsIkJvdHRvbSI6MC4wfSwiQ29ubmVjdG9yU3R5bGUiOnsiJGlkIjoiMTI5NSIsIkxpbmVDb2xvciI6eyIkaWQiOiIxMjk2IiwiJHR5cGUiOiJOTFJFLkNvbW1vbi5Eb20uU29saWRDb2xvckJydXNoLCBOTFJFLkNvbW1vbiIsIkNvbG9yIjp7IiRpZCI6IjEyOTciLCJBIjoxMjcsIlIiOjIzMywiRyI6MTEzLCJCIjo1MH19LCJMaW5lV2VpZ2h0IjoxLjAsIkxpbmVUeXBlIjowLCJQYXJlbnRTdHlsZSI6bnVsbH0sIklzQmVsb3dUaW1lYmFuZCI6dHJ1ZSwiUG9zaXRpb25PblRhc2siOjEsIkhpZGVEYXRlIjpmYWxzZSwiU2hhcGVTaXplIjoxLCJTcGFjaW5nIjowLjAsIlBhZGRpbmciOnsiJGlkIjoiMTI5OCIsIlRvcCI6NS4wLCJMZWZ0IjozLjAsIlJpZ2h0IjowLjAsIkJvdHRvbSI6Mi4wfSwiU2hhcGVTdHlsZSI6eyIkaWQiOiIxMjk5IiwiTWFyZ2luIjp7IiRpZCI6IjEzMDAiLCJUb3AiOjAuMCwiTGVmdCI6MC4wLCJSaWdodCI6MC4wLCJCb3R0b20iOjAuMH0sIlBhZGRpbmciOnsiJGlkIjoiMTMwMSIsIlRvcCI6MC4wLCJMZWZ0IjowLjAsIlJpZ2h0IjowLjAsIkJvdHRvbSI6MC4wfSwiQmFja2dyb3VuZCI6eyIkaWQiOiIxMzAyIiwiQ29sb3IiOnsiJGlkIjoiMTMwMyIsIkEiOjI1NSwiUiI6MiwiRyI6MTc4LCJCIjoyMzh9fSwiSXNWaXNpYmxlIjp0cnVlLCJXaWR0aCI6MTMuMCwiSGVpZ2h0IjoxMy4wLCJCb3JkZXJTdHlsZSI6eyIkaWQiOiIxMzA0IiwiTGluZUNvbG9yIjp7IiRpZCI6IjEzMDUiLCIkdHlwZSI6Ik5MUkUuQ29tbW9uLkRvbS5Tb2xpZENvbG9yQnJ1c2gsIE5MUkUuQ29tbW9uIiwiQ29sb3IiOnsiJGlkIjoiMTMwNiIsIkEiOjI1NSwiUiI6MjM0LCJHIjoyMiwiQiI6MzB9fSwiTGluZVdlaWdodCI6MC4wLCJMaW5lVHlwZSI6MCwiUGFyZW50U3R5bGUiOm51bGx9LCJQYXJlbnRTdHlsZSI6bnVsbH0sIlRpdGxlU3R5bGUiOnsiJGlkIjoiMTMwNyIsIkZvbnRTZXR0aW5ncyI6eyIkaWQiOiIxMzA4IiwiRm9udFNpemUiOjExLCJGb250TmFtZSI6IkNhbGlicmkiLCJJc0JvbGQiOnRydWUsIklzSXRhbGljIjpmYWxzZSwiSXNVbmRlcmxpbmVkIjpmYWxzZSwiUGFyZW50U3R5bGUiOm51bGx9LCJBdXRvU2l6ZSI6MCwiRm9yZWdyb3VuZCI6eyIkaWQiOiIxMzA5IiwiQ29sb3IiOnsiJGlkIjoiMTM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ExIiwiVG9wIjowLjAsIkxlZnQiOjAuMCwiUmlnaHQiOjAuMCwiQm90dG9tIjowLjB9LCJQYWRkaW5nIjp7IiRpZCI6IjEzMTIiLCJUb3AiOjAuMCwiTGVmdCI6MC4wLCJSaWdodCI6MC4wLCJCb3R0b20iOjAuMH0sIkJhY2tncm91bmQiOnsiJGlkIjoiMTMxMyIsIkNvbG9yIjp7IiRpZCI6IjEzMTQiLCJBIjowLCJSIjoyNTUsIkciOjI1NSwiQiI6MjU1fX0sIklzVmlzaWJsZSI6dHJ1ZSwiV2lkdGgiOjAuMCwiSGVpZ2h0IjowLjAsIkJvcmRlclN0eWxlIjp7IiRpZCI6IjEzMTUiLCJMaW5lQ29sb3IiOm51bGwsIkxpbmVXZWlnaHQiOjAuMCwiTGluZVR5cGUiOjAsIlBhcmVudFN0eWxlIjpudWxsfSwiUGFyZW50U3R5bGUiOm51bGx9LCJEYXRlU3R5bGUiOnsiJGlkIjoiMTMxNiIsIkZvbnRTZXR0aW5ncyI6eyIkaWQiOiIxMzE3IiwiRm9udFNpemUiOjEwLCJGb250TmFtZSI6IkNhbGlicmkiLCJJc0JvbGQiOmZhbHNlLCJJc0l0YWxpYyI6ZmFsc2UsIklzVW5kZXJsaW5lZCI6ZmFsc2UsIlBhcmVudFN0eWxlIjpudWxsfSwiQXV0b1NpemUiOjAsIkZvcmVncm91bmQiOnsiJGlkIjoiMTMxOCIsIkNvbG9yIjp7IiRpZCI6IjEzMTk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yMCIsIlRvcCI6MC4wLCJMZWZ0IjowLjAsIlJpZ2h0IjowLjAsIkJvdHRvbSI6MC4wfSwiUGFkZGluZyI6eyIkaWQiOiIxMzIxIiwiVG9wIjowLjAsIkxlZnQiOjAuMCwiUmlnaHQiOjAuMCwiQm90dG9tIjowLjB9LCJCYWNrZ3JvdW5kIjp7IiRpZCI6IjEzMjIiLCJDb2xvciI6eyIkaWQiOiIxMzIzIiwiQSI6MCwiUiI6MjU1LCJHIjoyNTUsIkIiOjI1NX19LCJJc1Zpc2libGUiOnRydWUsIldpZHRoIjowLjAsIkhlaWdodCI6MC4wLCJCb3JkZXJTdHlsZSI6eyIkaWQiOiIxMzI0IiwiTGluZUNvbG9yIjpudWxsLCJMaW5lV2VpZ2h0IjowLjAsIkxpbmVUeXBlIjowLCJQYXJlbnRTdHlsZSI6bnVsbH0sIlBhcmVudFN0eWxlIjpudWxsfSwiRGF0ZUZvcm1hdCI6eyIkaWQiOiIxMzI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jYiLCJGb3JtYXQiOjAsIklzVmlzaWJsZSI6ZmFsc2UsIkxhc3RLbm93blZpc2liaWxpdHlTdGF0ZSI6ZmFsc2V9LCJJc1Zpc2libGUiOnRydWUsIlZhcmlhbmNlU3R5bGUiOnsiJGlkIjoiMTMyNyIsIlRleHRTdHlsZSI6eyIkaWQiOiIxMzI4IiwiRm9udFNldHRpbmdzIjp7IiRpZCI6IjEzMjkiLCJGb250U2l6ZSI6MTAsIkZvbnROYW1lIjoiQ2FsaWJyaSIsIklzQm9sZCI6ZmFsc2UsIklzSXRhbGljIjpmYWxzZSwiSXNVbmRlcmxpbmVkIjpmYWxzZSwiUGFyZW50U3R5bGUiOm51bGx9LCJBdXRvU2l6ZSI6MCwiRm9yZWdyb3VuZCI6eyIkaWQiOiIxMzMwIiwiQ29sb3IiOnsiJGlkIjoiMTMz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MyIiwiVG9wIjowLjAsIkxlZnQiOjAuMCwiUmlnaHQiOjAuMCwiQm90dG9tIjowLjB9LCJQYWRkaW5nIjp7IiRpZCI6IjEzMzMiLCJUb3AiOjAuMCwiTGVmdCI6MC4wLCJSaWdodCI6MC4wLCJCb3R0b20iOjAuMH0sIkJhY2tncm91bmQiOnsiJGlkIjoiMTMzNCIsIkNvbG9yIjp7IiRpZCI6IjEzMzUiLCJBIjoyNTUsIlIiOjAsIkciOjAsIkIiOjB9fSwiSXNWaXNpYmxlIjp0cnVlLCJXaWR0aCI6MC4wLCJIZWlnaHQiOjAuMCwiQm9yZGVyU3R5bGUiOnsiJGlkIjoiMTMzNiIsIkxpbmVDb2xvciI6bnVsbCwiTGluZVdlaWdodCI6MC4wLCJMaW5lVHlwZSI6MCwiUGFyZW50U3R5bGUiOm51bGx9LCJQYXJlbnRTdHlsZSI6bnVsbH0sIlBhcmVudFN0eWxlIjpudWxsfSwiUGFyZW50U3R5bGUiOm51bGx9LCJJbmRleCI6MCwiUGVyY2VudGFnZUNvbXBsZXRlIjpudWxsLCJQb3NpdGlvbiI6eyJSYXRpbyI6MC4wLCJJc0N1c3RvbSI6ZmFsc2V9LCJEYXRlRm9ybWF0Ijp7IiRyZWYiOiIxMzI1In0sIldlZWtOdW1iZXJpbmciOnsiJGlkIjoiMTMzNyIsIkZvcm1hdCI6MCwiSXNWaXNpYmxlIjpmYWxzZSwiTGFzdEtub3duVmlzaWJpbGl0eVN0YXRlIjpmYWxzZX0sIkJhc2VsaW5lRGF0YSI6eyIkaWQiOiIxMzM4IiwiRGF0ZSI6IjIwMjYtMDktMDFUMjM6NTk6MDAifSwiUmVsYXRlZFRhc2tJZCI6ImFiMGU5N2NhLWM5ZjctNDllOS1iYWYyLTU0MDMxODBiOTc5NCIsIklkIjoiYmUwNzBkZjItMzZhNS00ZTU4LWFjYjUtNGJhYzQ4ODBiZDg3IiwiSW1wb3J0SWQiOm51bGwsIlRpdGxlIjoiVk8gQVRFIENvbXBhcmlzc29uIChDbGFzcy9FdnQpIiwiTm90ZSI6bnVsbCwiSHlwZXJsaW5rIjp7IiRpZCI6IjEzMzkiLCJBZGRyZXNzIjoiIiwiU3ViQWRkcmVzcyI6IiJ9LCJJc0NoYW5nZWQiOmZhbHNlLCJJc05ldyI6ZmFsc2V9LHsiJGlkIjoiMTM0MCIsIkRhdGUiOiIyMDI2LTEwLTA2VDIzOjU5OjAwIiwiU3R5bGUiOnsiJGlkIjoiMTM0MSIsIlNoYXBlIjoyLCJDb25uZWN0b3JNYXJnaW4iOnsiJGlkIjoiMTM0MiIsIlRvcCI6MC4wLCJMZWZ0IjoyLjAsIlJpZ2h0IjoyLjAsIkJvdHRvbSI6MC4wfSwiQ29ubmVjdG9yU3R5bGUiOnsiJGlkIjoiMTM0MyIsIkxpbmVDb2xvciI6eyIkaWQiOiIxMzQ0IiwiJHR5cGUiOiJOTFJFLkNvbW1vbi5Eb20uU29saWRDb2xvckJydXNoLCBOTFJFLkNvbW1vbiIsIkNvbG9yIjp7IiRpZCI6IjEzNDUiLCJBIjoxMjcsIlIiOjIzMywiRyI6MTEzLCJCIjo1MH19LCJMaW5lV2VpZ2h0IjoxLjAsIkxpbmVUeXBlIjowLCJQYXJlbnRTdHlsZSI6bnVsbH0sIklzQmVsb3dUaW1lYmFuZCI6dHJ1ZSwiUG9zaXRpb25PblRhc2siOjEsIkhpZGVEYXRlIjpmYWxzZSwiU2hhcGVTaXplIjoxLCJTcGFjaW5nIjowLjAsIlBhZGRpbmciOnsiJGlkIjoiMTM0NiIsIlRvcCI6NS4wLCJMZWZ0IjozLjAsIlJpZ2h0IjowLjAsIkJvdHRvbSI6Mi4wfSwiU2hhcGVTdHlsZSI6eyIkaWQiOiIxMzQ3IiwiTWFyZ2luIjp7IiRpZCI6IjEzNDgiLCJUb3AiOjAuMCwiTGVmdCI6MC4wLCJSaWdodCI6MC4wLCJCb3R0b20iOjAuMH0sIlBhZGRpbmciOnsiJGlkIjoiMTM0OSIsIlRvcCI6MC4wLCJMZWZ0IjowLjAsIlJpZ2h0IjowLjAsIkJvdHRvbSI6MC4wfSwiQmFja2dyb3VuZCI6eyIkaWQiOiIxMzUwIiwiQ29sb3IiOnsiJGlkIjoiMTM1MSIsIkEiOjI1NSwiUiI6NzgsIkciOjE2NywiQiI6NDZ9fSwiSXNWaXNpYmxlIjp0cnVlLCJXaWR0aCI6MTMuMCwiSGVpZ2h0IjoxMy4wLCJCb3JkZXJTdHlsZSI6eyIkaWQiOiIxMzUyIiwiTGluZUNvbG9yIjp7IiRpZCI6IjEzNTMiLCIkdHlwZSI6Ik5MUkUuQ29tbW9uLkRvbS5Tb2xpZENvbG9yQnJ1c2gsIE5MUkUuQ29tbW9uIiwiQ29sb3IiOnsiJGlkIjoiMTM1NCIsIkEiOjI1NSwiUiI6MjM0LCJHIjoyMiwiQiI6MzB9fSwiTGluZVdlaWdodCI6MC4wLCJMaW5lVHlwZSI6MCwiUGFyZW50U3R5bGUiOm51bGx9LCJQYXJlbnRTdHlsZSI6bnVsbH0sIlRpdGxlU3R5bGUiOnsiJGlkIjoiMTM1NSIsIkZvbnRTZXR0aW5ncyI6eyIkaWQiOiIxMzU2IiwiRm9udFNpemUiOjExLCJGb250TmFtZSI6IkNhbGlicmkiLCJJc0JvbGQiOnRydWUsIklzSXRhbGljIjpmYWxzZSwiSXNVbmRlcmxpbmVkIjpmYWxzZSwiUGFyZW50U3R5bGUiOm51bGx9LCJBdXRvU2l6ZSI6MCwiRm9yZWdyb3VuZCI6eyIkaWQiOiIxMzU3IiwiQ29sb3IiOnsiJGlkIjoiMTM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U5IiwiVG9wIjowLjAsIkxlZnQiOjAuMCwiUmlnaHQiOjAuMCwiQm90dG9tIjowLjB9LCJQYWRkaW5nIjp7IiRpZCI6IjEzNjAiLCJUb3AiOjAuMCwiTGVmdCI6MC4wLCJSaWdodCI6MC4wLCJCb3R0b20iOjAuMH0sIkJhY2tncm91bmQiOnsiJGlkIjoiMTM2MSIsIkNvbG9yIjp7IiRpZCI6IjEzNjIiLCJBIjowLCJSIjoyNTUsIkciOjI1NSwiQiI6MjU1fX0sIklzVmlzaWJsZSI6dHJ1ZSwiV2lkdGgiOjAuMCwiSGVpZ2h0IjowLjAsIkJvcmRlclN0eWxlIjp7IiRpZCI6IjEzNjMiLCJMaW5lQ29sb3IiOm51bGwsIkxpbmVXZWlnaHQiOjAuMCwiTGluZVR5cGUiOjAsIlBhcmVudFN0eWxlIjpudWxsfSwiUGFyZW50U3R5bGUiOm51bGx9LCJEYXRlU3R5bGUiOnsiJGlkIjoiMTM2NCIsIkZvbnRTZXR0aW5ncyI6eyIkaWQiOiIxMzY1IiwiRm9udFNpemUiOjEwLCJGb250TmFtZSI6IkNhbGlicmkiLCJJc0JvbGQiOmZhbHNlLCJJc0l0YWxpYyI6ZmFsc2UsIklzVW5kZXJsaW5lZCI6ZmFsc2UsIlBhcmVudFN0eWxlIjpudWxsfSwiQXV0b1NpemUiOjAsIkZvcmVncm91bmQiOnsiJGlkIjoiMTM2NiIsIkNvbG9yIjp7IiRpZCI6IjEzNjc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2OCIsIlRvcCI6MC4wLCJMZWZ0IjowLjAsIlJpZ2h0IjowLjAsIkJvdHRvbSI6MC4wfSwiUGFkZGluZyI6eyIkaWQiOiIxMzY5IiwiVG9wIjowLjAsIkxlZnQiOjAuMCwiUmlnaHQiOjAuMCwiQm90dG9tIjowLjB9LCJCYWNrZ3JvdW5kIjp7IiRpZCI6IjEzNzAiLCJDb2xvciI6eyIkaWQiOiIxMzcxIiwiQSI6MCwiUiI6MjU1LCJHIjoyNTUsIkIiOjI1NX19LCJJc1Zpc2libGUiOnRydWUsIldpZHRoIjowLjAsIkhlaWdodCI6MC4wLCJCb3JkZXJTdHlsZSI6eyIkaWQiOiIxMzcyIiwiTGluZUNvbG9yIjpudWxsLCJMaW5lV2VpZ2h0IjowLjAsIkxpbmVUeXBlIjowLCJQYXJlbnRTdHlsZSI6bnVsbH0sIlBhcmVudFN0eWxlIjpudWxsfSwiRGF0ZUZvcm1hdCI6eyIkaWQiOiIxMzcz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zQiLCJGb3JtYXQiOjAsIklzVmlzaWJsZSI6ZmFsc2UsIkxhc3RLbm93blZpc2liaWxpdHlTdGF0ZSI6ZmFsc2V9LCJJc1Zpc2libGUiOnRydWUsIlZhcmlhbmNlU3R5bGUiOnsiJGlkIjoiMTM3NSIsIlRleHRTdHlsZSI6eyIkaWQiOiIxMzc2IiwiRm9udFNldHRpbmdzIjp7IiRpZCI6IjEzNzciLCJGb250U2l6ZSI6MTAsIkZvbnROYW1lIjoiQ2FsaWJyaSIsIklzQm9sZCI6ZmFsc2UsIklzSXRhbGljIjpmYWxzZSwiSXNVbmRlcmxpbmVkIjpmYWxzZSwiUGFyZW50U3R5bGUiOm51bGx9LCJBdXRvU2l6ZSI6MCwiRm9yZWdyb3VuZCI6eyIkaWQiOiIxMzc4IiwiQ29sb3IiOnsiJGlkIjoiMTM3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gwIiwiVG9wIjowLjAsIkxlZnQiOjAuMCwiUmlnaHQiOjAuMCwiQm90dG9tIjowLjB9LCJQYWRkaW5nIjp7IiRpZCI6IjEzODEiLCJUb3AiOjAuMCwiTGVmdCI6MC4wLCJSaWdodCI6MC4wLCJCb3R0b20iOjAuMH0sIkJhY2tncm91bmQiOnsiJGlkIjoiMTM4MiIsIkNvbG9yIjp7IiRpZCI6IjEzODMiLCJBIjoyNTUsIlIiOjAsIkciOjAsIkIiOjB9fSwiSXNWaXNpYmxlIjp0cnVlLCJXaWR0aCI6MC4wLCJIZWlnaHQiOjAuMCwiQm9yZGVyU3R5bGUiOnsiJGlkIjoiMTM4NCIsIkxpbmVDb2xvciI6bnVsbCwiTGluZVdlaWdodCI6MC4wLCJMaW5lVHlwZSI6MCwiUGFyZW50U3R5bGUiOm51bGx9LCJQYXJlbnRTdHlsZSI6bnVsbH0sIlBhcmVudFN0eWxlIjpudWxsfSwiUGFyZW50U3R5bGUiOm51bGx9LCJJbmRleCI6MSwiUGVyY2VudGFnZUNvbXBsZXRlIjpudWxsLCJQb3NpdGlvbiI6eyJSYXRpbyI6MC4wLCJJc0N1c3RvbSI6ZmFsc2V9LCJEYXRlRm9ybWF0Ijp7IiRyZWYiOiIxMzczIn0sIldlZWtOdW1iZXJpbmciOnsiJGlkIjoiMTM4NSIsIkZvcm1hdCI6MCwiSXNWaXNpYmxlIjpmYWxzZSwiTGFzdEtub3duVmlzaWJpbGl0eVN0YXRlIjpmYWxzZX0sIkJhc2VsaW5lRGF0YSI6eyIkaWQiOiIxMzg2IiwiRGF0ZSI6IjIwMjYtMTAtMDZUMjM6NTk6MDAifSwiUmVsYXRlZFRhc2tJZCI6IjFjZmM3ZTg0LTA4NTktNDYyZS04N2RjLTM3MWQ1Mjk3ZmViOCIsIklkIjoiZWMxMmRiOGEtMTA5Ny00YTk5LTk1MTMtYTgwYzY1NjkwZjAyIiwiSW1wb3J0SWQiOm51bGwsIlRpdGxlIjoiRW52aWFyIENvbnZvY2F0b3JpYSBwYXJhIGVsIERSIiwiTm90ZSI6bnVsbCwiSHlwZXJsaW5rIjp7IiRpZCI6IjEzODciLCJBZGRyZXNzIjoiIiwiU3ViQWRkcmVzcyI6IiJ9LCJJc0NoYW5nZWQiOmZhbHNlLCJJc05ldyI6ZmFsc2V9LHsiJGlkIjoiMTM4OCIsIkRhdGUiOiIyMDI2LTA5LTA4VDIzOjU5OjAwIiwiU3R5bGUiOnsiJGlkIjoiMTM4OSIsIlNoYXBlIjoyLCJDb25uZWN0b3JNYXJnaW4iOnsiJGlkIjoiMTM5MCIsIlRvcCI6MC4wLCJMZWZ0IjoyLjAsIlJpZ2h0IjoyLjAsIkJvdHRvbSI6MC4wfSwiQ29ubmVjdG9yU3R5bGUiOnsiJGlkIjoiMTM5MSIsIkxpbmVDb2xvciI6eyIkaWQiOiIxMzkyIiwiJHR5cGUiOiJOTFJFLkNvbW1vbi5Eb20uU29saWRDb2xvckJydXNoLCBOTFJFLkNvbW1vbiIsIkNvbG9yIjp7IiRpZCI6IjEzOTMiLCJBIjoxMjcsIlIiOjIzMywiRyI6MTEzLCJCIjo1MH19LCJMaW5lV2VpZ2h0IjoxLjAsIkxpbmVUeXBlIjowLCJQYXJlbnRTdHlsZSI6bnVsbH0sIklzQmVsb3dUaW1lYmFuZCI6dHJ1ZSwiUG9zaXRpb25PblRhc2siOjEsIkhpZGVEYXRlIjpmYWxzZSwiU2hhcGVTaXplIjoxLCJTcGFjaW5nIjowLjAsIlBhZGRpbmciOnsiJGlkIjoiMTM5NCIsIlRvcCI6NS4wLCJMZWZ0IjozLjAsIlJpZ2h0IjowLjAsIkJvdHRvbSI6Mi4wfSwiU2hhcGVTdHlsZSI6eyIkaWQiOiIxMzk1IiwiTWFyZ2luIjp7IiRpZCI6IjEzOTYiLCJUb3AiOjAuMCwiTGVmdCI6MC4wLCJSaWdodCI6MC4wLCJCb3R0b20iOjAuMH0sIlBhZGRpbmciOnsiJGlkIjoiMTM5NyIsIlRvcCI6MC4wLCJMZWZ0IjowLjAsIlJpZ2h0IjowLjAsIkJvdHRvbSI6MC4wfSwiQmFja2dyb3VuZCI6eyIkaWQiOiIxMzk4IiwiQ29sb3IiOnsiJGlkIjoiMTM5OSIsIkEiOjI1NSwiUiI6MjEsIkciOjk2LCJCIjoxMzB9fSwiSXNWaXNpYmxlIjp0cnVlLCJXaWR0aCI6MTMuMCwiSGVpZ2h0IjoxMy4wLCJCb3JkZXJTdHlsZSI6eyIkaWQiOiIxNDAwIiwiTGluZUNvbG9yIjp7IiRpZCI6IjE0MDEiLCIkdHlwZSI6Ik5MUkUuQ29tbW9uLkRvbS5Tb2xpZENvbG9yQnJ1c2gsIE5MUkUuQ29tbW9uIiwiQ29sb3IiOnsiJGlkIjoiMTQwMiIsIkEiOjI1NSwiUiI6MjM0LCJHIjoyMiwiQiI6MzB9fSwiTGluZVdlaWdodCI6MC4wLCJMaW5lVHlwZSI6MCwiUGFyZW50U3R5bGUiOm51bGx9LCJQYXJlbnRTdHlsZSI6bnVsbH0sIlRpdGxlU3R5bGUiOnsiJGlkIjoiMTQwMyIsIkZvbnRTZXR0aW5ncyI6eyIkaWQiOiIxNDA0IiwiRm9udFNpemUiOjExLCJGb250TmFtZSI6IkNhbGlicmkiLCJJc0JvbGQiOnRydWUsIklzSXRhbGljIjpmYWxzZSwiSXNVbmRlcmxpbmVkIjpmYWxzZSwiUGFyZW50U3R5bGUiOm51bGx9LCJBdXRvU2l6ZSI6MCwiRm9yZWdyb3VuZCI6eyIkaWQiOiIxNDA1IiwiQ29sb3IiOnsiJGlkIjoiMTQw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A3IiwiVG9wIjowLjAsIkxlZnQiOjAuMCwiUmlnaHQiOjAuMCwiQm90dG9tIjowLjB9LCJQYWRkaW5nIjp7IiRpZCI6IjE0MDgiLCJUb3AiOjAuMCwiTGVmdCI6MC4wLCJSaWdodCI6MC4wLCJCb3R0b20iOjAuMH0sIkJhY2tncm91bmQiOnsiJGlkIjoiMTQwOSIsIkNvbG9yIjp7IiRpZCI6IjE0MTAiLCJBIjowLCJSIjoyNTUsIkciOjI1NSwiQiI6MjU1fX0sIklzVmlzaWJsZSI6dHJ1ZSwiV2lkdGgiOjAuMCwiSGVpZ2h0IjowLjAsIkJvcmRlclN0eWxlIjp7IiRpZCI6IjE0MTEiLCJMaW5lQ29sb3IiOm51bGwsIkxpbmVXZWlnaHQiOjAuMCwiTGluZVR5cGUiOjAsIlBhcmVudFN0eWxlIjpudWxsfSwiUGFyZW50U3R5bGUiOm51bGx9LCJEYXRlU3R5bGUiOnsiJGlkIjoiMTQxMiIsIkZvbnRTZXR0aW5ncyI6eyIkaWQiOiIxNDEzIiwiRm9udFNpemUiOjEwLCJGb250TmFtZSI6IkNhbGlicmkiLCJJc0JvbGQiOmZhbHNlLCJJc0l0YWxpYyI6ZmFsc2UsIklzVW5kZXJsaW5lZCI6ZmFsc2UsIlBhcmVudFN0eWxlIjpudWxsfSwiQXV0b1NpemUiOjAsIkZvcmVncm91bmQiOnsiJGlkIjoiMTQxNCIsIkNvbG9yIjp7IiRpZCI6IjE0MTU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QxNiIsIlRvcCI6MC4wLCJMZWZ0IjowLjAsIlJpZ2h0IjowLjAsIkJvdHRvbSI6MC4wfSwiUGFkZGluZyI6eyIkaWQiOiIxNDE3IiwiVG9wIjowLjAsIkxlZnQiOjAuMCwiUmlnaHQiOjAuMCwiQm90dG9tIjowLjB9LCJCYWNrZ3JvdW5kIjp7IiRpZCI6IjE0MTgiLCJDb2xvciI6eyIkaWQiOiIxNDE5IiwiQSI6MCwiUiI6MjU1LCJHIjoyNTUsIkIiOjI1NX19LCJJc1Zpc2libGUiOnRydWUsIldpZHRoIjowLjAsIkhlaWdodCI6MC4wLCJCb3JkZXJTdHlsZSI6eyIkaWQiOiIxNDIwIiwiTGluZUNvbG9yIjpudWxsLCJMaW5lV2VpZ2h0IjowLjAsIkxpbmVUeXBlIjowLCJQYXJlbnRTdHlsZSI6bnVsbH0sIlBhcmVudFN0eWxlIjpudWxsfSwiRGF0ZUZvcm1hdCI6eyIkaWQiOiIxNDIx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MjIiLCJGb3JtYXQiOjAsIklzVmlzaWJsZSI6ZmFsc2UsIkxhc3RLbm93blZpc2liaWxpdHlTdGF0ZSI6ZmFsc2V9LCJJc1Zpc2libGUiOnRydWUsIlZhcmlhbmNlU3R5bGUiOnsiJGlkIjoiMTQyMyIsIlRleHRTdHlsZSI6eyIkaWQiOiIxNDI0IiwiRm9udFNldHRpbmdzIjp7IiRpZCI6IjE0MjUiLCJGb250U2l6ZSI6MTAsIkZvbnROYW1lIjoiQ2FsaWJyaSIsIklzQm9sZCI6ZmFsc2UsIklzSXRhbGljIjpmYWxzZSwiSXNVbmRlcmxpbmVkIjpmYWxzZSwiUGFyZW50U3R5bGUiOm51bGx9LCJBdXRvU2l6ZSI6MCwiRm9yZWdyb3VuZCI6eyIkaWQiOiIxNDI2IiwiQ29sb3IiOnsiJGlkIjoiMTQy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I4IiwiVG9wIjowLjAsIkxlZnQiOjAuMCwiUmlnaHQiOjAuMCwiQm90dG9tIjowLjB9LCJQYWRkaW5nIjp7IiRpZCI6IjE0MjkiLCJUb3AiOjAuMCwiTGVmdCI6MC4wLCJSaWdodCI6MC4wLCJCb3R0b20iOjAuMH0sIkJhY2tncm91bmQiOnsiJGlkIjoiMTQzMCIsIkNvbG9yIjp7IiRpZCI6IjE0MzEiLCJBIjoyNTUsIlIiOjAsIkciOjAsIkIiOjB9fSwiSXNWaXNpYmxlIjp0cnVlLCJXaWR0aCI6MC4wLCJIZWlnaHQiOjAuMCwiQm9yZGVyU3R5bGUiOnsiJGlkIjoiMTQzMiIsIkxpbmVDb2xvciI6bnVsbCwiTGluZVdlaWdodCI6MC4wLCJMaW5lVHlwZSI6MCwiUGFyZW50U3R5bGUiOm51bGx9LCJQYXJlbnRTdHlsZSI6bnVsbH0sIlBhcmVudFN0eWxlIjpudWxsfSwiUGFyZW50U3R5bGUiOm51bGx9LCJJbmRleCI6MiwiUGVyY2VudGFnZUNvbXBsZXRlIjpudWxsLCJQb3NpdGlvbiI6eyJSYXRpbyI6MC4wLCJJc0N1c3RvbSI6ZmFsc2V9LCJEYXRlRm9ybWF0Ijp7IiRyZWYiOiIxNDIxIn0sIldlZWtOdW1iZXJpbmciOnsiJGlkIjoiMTQzMyIsIkZvcm1hdCI6MCwiSXNWaXNpYmxlIjpmYWxzZSwiTGFzdEtub3duVmlzaWJpbGl0eVN0YXRlIjpmYWxzZX0sIkJhc2VsaW5lRGF0YSI6eyIkaWQiOiIxNDM0IiwiRGF0ZSI6IjIwMjYtMDktMDhUMjM6NTk6MDAifSwiUmVsYXRlZFRhc2tJZCI6IjUzYzYyZmE0LWIxY2UtNDczZi1iZmNjLWE4ODgwZWIzYTI0ZSIsIklkIjoiOTViNzM4ZDYtMTA1Ni00MDgyLThiZGYtZDhiMmNlMDFkYjUxIiwiSW1wb3J0SWQiOm51bGwsIlRpdGxlIjoiVklPIEFURSBDb21wYXJpc3NvbiAoQ2xhc3MvRXZ0KSIsIk5vdGUiOm51bGwsIkh5cGVybGluayI6eyIkaWQiOiIxNDM1IiwiQWRkcmVzcyI6IiIsIlN1YkFkZHJlc3MiOiIifSwiSXNDaGFuZ2VkIjpmYWxzZSwiSXNOZXciOmZhbHNlfSx7IiRpZCI6IjE0MzYiLCJEYXRlIjoiMjAyNi0wOS0xNVQyMzo1OTowMCIsIlN0eWxlIjp7IiRpZCI6IjE0MzciLCJTaGFwZSI6MiwiQ29ubmVjdG9yTWFyZ2luIjp7IiRpZCI6IjE0MzgiLCJUb3AiOjAuMCwiTGVmdCI6Mi4wLCJSaWdodCI6Mi4wLCJCb3R0b20iOjAuMH0sIkNvbm5lY3RvclN0eWxlIjp7IiRpZCI6IjE0MzkiLCJMaW5lQ29sb3IiOnsiJGlkIjoiMTQ0MCIsIiR0eXBlIjoiTkxSRS5Db21tb24uRG9tLlNvbGlkQ29sb3JCcnVzaCwgTkxSRS5Db21tb24iLCJDb2xvciI6eyIkaWQiOiIxNDQxIiwiQSI6MTI3LCJSIjoyMzMsIkciOjExMywiQiI6NTB9fSwiTGluZVdlaWdodCI6MS4wLCJMaW5lVHlwZSI6MCwiUGFyZW50U3R5bGUiOm51bGx9LCJJc0JlbG93VGltZWJhbmQiOnRydWUsIlBvc2l0aW9uT25UYXNrIjoxLCJIaWRlRGF0ZSI6ZmFsc2UsIlNoYXBlU2l6ZSI6MSwiU3BhY2luZyI6MC4wLCJQYWRkaW5nIjp7IiRpZCI6IjE0NDIiLCJUb3AiOjUuMCwiTGVmdCI6My4wLCJSaWdodCI6MC4wLCJCb3R0b20iOjIuMH0sIlNoYXBlU3R5bGUiOnsiJGlkIjoiMTQ0MyIsIk1hcmdpbiI6eyIkaWQiOiIxNDQ0IiwiVG9wIjowLjAsIkxlZnQiOjAuMCwiUmlnaHQiOjAuMCwiQm90dG9tIjowLjB9LCJQYWRkaW5nIjp7IiRpZCI6IjE0NDUiLCJUb3AiOjAuMCwiTGVmdCI6MC4wLCJSaWdodCI6MC4wLCJCb3R0b20iOjAuMH0sIkJhY2tncm91bmQiOnsiJGlkIjoiMTQ0NiIsIkNvbG9yIjp7IiRpZCI6IjE0NDciLCJBIjoyNTUsIlIiOjE2MCwiRyI6NDMsIkIiOjE0N319LCJJc1Zpc2libGUiOnRydWUsIldpZHRoIjoxMy4wLCJIZWlnaHQiOjEzLjAsIkJvcmRlclN0eWxlIjp7IiRpZCI6IjE0NDgiLCJMaW5lQ29sb3IiOnsiJGlkIjoiMTQ0OSIsIiR0eXBlIjoiTkxSRS5Db21tb24uRG9tLlNvbGlkQ29sb3JCcnVzaCwgTkxSRS5Db21tb24iLCJDb2xvciI6eyIkaWQiOiIxNDUwIiwiQSI6MjU1LCJSIjoyMzQsIkciOjIyLCJCIjozMH19LCJMaW5lV2VpZ2h0IjowLjAsIkxpbmVUeXBlIjowLCJQYXJlbnRTdHlsZSI6bnVsbH0sIlBhcmVudFN0eWxlIjpudWxsfSwiVGl0bGVTdHlsZSI6eyIkaWQiOiIxNDUxIiwiRm9udFNldHRpbmdzIjp7IiRpZCI6IjE0NTIiLCJGb250U2l6ZSI6MTEsIkZvbnROYW1lIjoiQ2FsaWJyaSIsIklzQm9sZCI6dHJ1ZSwiSXNJdGFsaWMiOmZhbHNlLCJJc1VuZGVybGluZWQiOmZhbHNlLCJQYXJlbnRTdHlsZSI6bnVsbH0sIkF1dG9TaXplIjowLCJGb3JlZ3JvdW5kIjp7IiRpZCI6IjE0NTMiLCJDb2xvciI6eyIkaWQiOiIxNDU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TUiLCJUb3AiOjAuMCwiTGVmdCI6MC4wLCJSaWdodCI6MC4wLCJCb3R0b20iOjAuMH0sIlBhZGRpbmciOnsiJGlkIjoiMTQ1NiIsIlRvcCI6MC4wLCJMZWZ0IjowLjAsIlJpZ2h0IjowLjAsIkJvdHRvbSI6MC4wfSwiQmFja2dyb3VuZCI6eyIkaWQiOiIxNDU3IiwiQ29sb3IiOnsiJGlkIjoiMTQ1OCIsIkEiOjAsIlIiOjI1NSwiRyI6MjU1LCJCIjoyNTV9fSwiSXNWaXNpYmxlIjp0cnVlLCJXaWR0aCI6MC4wLCJIZWlnaHQiOjAuMCwiQm9yZGVyU3R5bGUiOnsiJGlkIjoiMTQ1OSIsIkxpbmVDb2xvciI6bnVsbCwiTGluZVdlaWdodCI6MC4wLCJMaW5lVHlwZSI6MCwiUGFyZW50U3R5bGUiOm51bGx9LCJQYXJlbnRTdHlsZSI6bnVsbH0sIkRhdGVTdHlsZSI6eyIkaWQiOiIxNDYwIiwiRm9udFNldHRpbmdzIjp7IiRpZCI6IjE0NjEiLCJGb250U2l6ZSI6MTAsIkZvbnROYW1lIjoiQ2FsaWJyaSIsIklzQm9sZCI6ZmFsc2UsIklzSXRhbGljIjpmYWxzZSwiSXNVbmRlcmxpbmVkIjpmYWxzZSwiUGFyZW50U3R5bGUiOm51bGx9LCJBdXRvU2l6ZSI6MCwiRm9yZWdyb3VuZCI6eyIkaWQiOiIxNDYyIiwiQ29sb3IiOnsiJGlkIjoiMTQ2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DY0IiwiVG9wIjowLjAsIkxlZnQiOjAuMCwiUmlnaHQiOjAuMCwiQm90dG9tIjowLjB9LCJQYWRkaW5nIjp7IiRpZCI6IjE0NjUiLCJUb3AiOjAuMCwiTGVmdCI6MC4wLCJSaWdodCI6MC4wLCJCb3R0b20iOjAuMH0sIkJhY2tncm91bmQiOnsiJGlkIjoiMTQ2NiIsIkNvbG9yIjp7IiRpZCI6IjE0NjciLCJBIjowLCJSIjoyNTUsIkciOjI1NSwiQiI6MjU1fX0sIklzVmlzaWJsZSI6dHJ1ZSwiV2lkdGgiOjAuMCwiSGVpZ2h0IjowLjAsIkJvcmRlclN0eWxlIjp7IiRpZCI6IjE0NjgiLCJMaW5lQ29sb3IiOm51bGwsIkxpbmVXZWlnaHQiOjAuMCwiTGluZVR5cGUiOjAsIlBhcmVudFN0eWxlIjpudWxsfSwiUGFyZW50U3R5bGUiOm51bGx9LCJEYXRlRm9ybWF0Ijp7IiRpZCI6IjE0Njk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3MCIsIkZvcm1hdCI6MCwiSXNWaXNpYmxlIjpmYWxzZSwiTGFzdEtub3duVmlzaWJpbGl0eVN0YXRlIjpmYWxzZX0sIklzVmlzaWJsZSI6dHJ1ZSwiVmFyaWFuY2VTdHlsZSI6eyIkaWQiOiIxNDcxIiwiVGV4dFN0eWxlIjp7IiRpZCI6IjE0NzIiLCJGb250U2V0dGluZ3MiOnsiJGlkIjoiMTQ3MyIsIkZvbnRTaXplIjoxMCwiRm9udE5hbWUiOiJDYWxpYnJpIiwiSXNCb2xkIjpmYWxzZSwiSXNJdGFsaWMiOmZhbHNlLCJJc1VuZGVybGluZWQiOmZhbHNlLCJQYXJlbnRTdHlsZSI6bnVsbH0sIkF1dG9TaXplIjowLCJGb3JlZ3JvdW5kIjp7IiRpZCI6IjE0NzQiLCJDb2xvciI6eyIkaWQiOiIxNDc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NzYiLCJUb3AiOjAuMCwiTGVmdCI6MC4wLCJSaWdodCI6MC4wLCJCb3R0b20iOjAuMH0sIlBhZGRpbmciOnsiJGlkIjoiMTQ3NyIsIlRvcCI6MC4wLCJMZWZ0IjowLjAsIlJpZ2h0IjowLjAsIkJvdHRvbSI6MC4wfSwiQmFja2dyb3VuZCI6eyIkaWQiOiIxNDc4IiwiQ29sb3IiOnsiJGlkIjoiMTQ3OSIsIkEiOjI1NSwiUiI6MCwiRyI6MCwiQiI6MH19LCJJc1Zpc2libGUiOnRydWUsIldpZHRoIjowLjAsIkhlaWdodCI6MC4wLCJCb3JkZXJTdHlsZSI6eyIkaWQiOiIxNDgwIiwiTGluZUNvbG9yIjpudWxsLCJMaW5lV2VpZ2h0IjowLjAsIkxpbmVUeXBlIjowLCJQYXJlbnRTdHlsZSI6bnVsbH0sIlBhcmVudFN0eWxlIjpudWxsfSwiUGFyZW50U3R5bGUiOm51bGx9LCJQYXJlbnRTdHlsZSI6bnVsbH0sIkluZGV4IjozLCJQZXJjZW50YWdlQ29tcGxldGUiOm51bGwsIlBvc2l0aW9uIjp7IlJhdGlvIjowLjAsIklzQ3VzdG9tIjpmYWxzZX0sIkRhdGVGb3JtYXQiOnsiJHJlZiI6IjE0NjkifSwiV2Vla051bWJlcmluZyI6eyIkaWQiOiIxNDgxIiwiRm9ybWF0IjowLCJJc1Zpc2libGUiOmZhbHNlLCJMYXN0S25vd25WaXNpYmlsaXR5U3RhdGUiOmZhbHNlfSwiQmFzZWxpbmVEYXRhIjp7IiRpZCI6IjE0ODIiLCJEYXRlIjoiMjAyNi0wOS0xNVQyMzo1OTowMCJ9LCJSZWxhdGVkVGFza0lkIjoiNjI3M2Q4NzctY2Q1Ni00YTljLTljMmItYWQ0NjdmNWVmYmIwIiwiSWQiOiJlZTI4NjFiZS05MzE5LTQyNmYtYjM4MS0wZDg1MmU4ZjJiYzYiLCJJbXBvcnRJZCI6bnVsbCwiVGl0bGUiOiJTTEFNIEFURSBDb21wYXJpc3NvbiAoQ2xhc3MvRXZ0KSIsIk5vdGUiOm51bGwsIkh5cGVybGluayI6eyIkaWQiOiIxNDgzIiwiQWRkcmVzcyI6IiIsIlN1YkFkZHJlc3MiOiIifSwiSXNDaGFuZ2VkIjpmYWxzZSwiSXNOZXciOmZhbHNlfV0sIlRhc2tzIjpbeyIkaWQiOiIxNDg0IiwiR3JvdXBOYW1lIjpudWxsLCJTdGFydERhdGUiOiIyMDI2LTA4LTEyVDAwOjAwOjAwIiwiRW5kRGF0ZSI6IjIwMjYtMTAtMTZUMjM6NTk6MDAiLCJQZXJjZW50YWdlQ29tcGxldGUiOm51bGwsIlN0eWxlIjp7IiRpZCI6IjE0ODUiLCJTaGFwZSI6MywiU2hhcGVUaGlja25lc3MiOjAsIkR1cmF0aW9uRm9ybWF0IjowLCJJbmNsdWRlTm9uV29ya2luZ0RheXNJbkR1cmF0aW9uIjpmYWxzZSwiUGVyY2VudGFnZUNvbXBsZXRlU3R5bGUiOnsiJGlkIjoiMTQ4NiIsIkZvbnRTZXR0aW5ncyI6eyIkaWQiOiIxNDg3IiwiRm9udFNpemUiOjEwLCJGb250TmFtZSI6IkNhbGlicmkiLCJJc0JvbGQiOmZhbHNlLCJJc0l0YWxpYyI6ZmFsc2UsIklzVW5kZXJsaW5lZCI6ZmFsc2UsIlBhcmVudFN0eWxlIjpudWxsfSwiQXV0b1NpemUiOjAsIkZvcmVncm91bmQiOnsiJGlkIjoiMTQ4OCIsIkNvbG9yIjp7IiRpZCI6IjE0O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5MCIsIlRvcCI6MC4wLCJMZWZ0IjowLjAsIlJpZ2h0IjowLjAsIkJvdHRvbSI6MC4wfSwiUGFkZGluZyI6eyIkaWQiOiIxNDkxIiwiVG9wIjowLjAsIkxlZnQiOjAuMCwiUmlnaHQiOjAuMCwiQm90dG9tIjowLjB9LCJCYWNrZ3JvdW5kIjp7IiRpZCI6IjE0OTIiLCJDb2xvciI6eyIkaWQiOiIxNDkzIiwiQSI6ODksIlIiOjAsIkciOjAsIkIiOjB9fSwiSXNWaXNpYmxlIjp0cnVlLCJXaWR0aCI6MC4wLCJIZWlnaHQiOjAuMCwiQm9yZGVyU3R5bGUiOnsiJGlkIjoiMTQ5NCIsIkxpbmVDb2xvciI6bnVsbCwiTGluZVdlaWdodCI6MC4wLCJMaW5lVHlwZSI6MCwiUGFyZW50U3R5bGUiOm51bGx9LCJQYXJlbnRTdHlsZSI6bnVsbH0sIkR1cmF0aW9uU3R5bGUiOnsiJGlkIjoiMTQ5NSIsIkZvbnRTZXR0aW5ncyI6eyIkaWQiOiIxNDk2IiwiRm9udFNpemUiOjEwLCJGb250TmFtZSI6IkNhbGlicmkiLCJJc0JvbGQiOmZhbHNlLCJJc0l0YWxpYyI6ZmFsc2UsIklzVW5kZXJsaW5lZCI6ZmFsc2UsIlBhcmVudFN0eWxlIjpudWxsfSwiQXV0b1NpemUiOjAsIkZvcmVncm91bmQiOnsiJGlkIjoiMTQ5NyIsIkNvbG9yIjp7IiRpZCI6IjE0O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k5IiwiVG9wIjowLjAsIkxlZnQiOjAuMCwiUmlnaHQiOjAuMCwiQm90dG9tIjowLjB9LCJQYWRkaW5nIjp7IiRpZCI6IjE1MDAiLCJUb3AiOjAuMCwiTGVmdCI6MC4wLCJSaWdodCI6MC4wLCJCb3R0b20iOjAuMH0sIkJhY2tncm91bmQiOnsiJGlkIjoiMTUwMSIsIkNvbG9yIjp7IiRpZCI6IjE1MDIiLCJBIjoyNTUsIlIiOjIzNywiRyI6MTI1LCJCIjo0OX19LCJJc1Zpc2libGUiOnRydWUsIldpZHRoIjowLjAsIkhlaWdodCI6MC4wLCJCb3JkZXJTdHlsZSI6eyIkaWQiOiIxNTAzIiwiTGluZUNvbG9yIjpudWxsLCJMaW5lV2VpZ2h0IjowLjAsIkxpbmVUeXBlIjowLCJQYXJlbnRTdHlsZSI6bnVsbH0sIlBhcmVudFN0eWxlIjpudWxsfSwiSG9yaXpvbnRhbENvbm5lY3RvclN0eWxlIjp7IiRpZCI6IjE1MDQiLCJMaW5lQ29sb3IiOnsiJGlkIjoiMTUwNSIsIiR0eXBlIjoiTkxSRS5Db21tb24uRG9tLlNvbGlkQ29sb3JCcnVzaCwgTkxSRS5Db21tb24iLCJDb2xvciI6eyIkaWQiOiIxNTA2IiwiQSI6NTEsIlIiOjIxLCJHIjo5NiwiQiI6MTMwfX0sIkxpbmVXZWlnaHQiOjEuMCwiTGluZVR5cGUiOjAsIlBhcmVudFN0eWxlIjpudWxsfSwiVmVydGljYWxDb25uZWN0b3JTdHlsZSI6eyIkaWQiOiIxNTA3IiwiTGluZUNvbG9yIjp7IiRpZCI6IjE1MDgiLCIkdHlwZSI6Ik5MUkUuQ29tbW9uLkRvbS5Tb2xpZENvbG9yQnJ1c2gsIE5MUkUuQ29tbW9uIiwiQ29sb3IiOnsiJGlkIjoiMTUw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yLCJTcGFjaW5nIjozLCJJc0JlbG93VGltZWJhbmQiOmZhbHNlLCJQZXJjZW50YWdlQ29tcGxldGVTaGFwZU9wYWNpdHkiOjM1LCJCYXNlbGluZVN0eWxlIjp7IiRpZCI6IjE1MTAiLCJTaGFwZVN0eWxlIjp7IiRpZCI6IjE1MTEiLCJNYXJnaW4iOnsiJGlkIjoiMTUxMiIsIlRvcCI6MC4wLCJMZWZ0IjowLjAsIlJpZ2h0IjowLjAsIkJvdHRvbSI6MC4wfSwiUGFkZGluZyI6eyIkaWQiOiIxNTEzIiwiVG9wIjowLjAsIkxlZnQiOjAuMCwiUmlnaHQiOjAuMCwiQm90dG9tIjowLjB9LCJCYWNrZ3JvdW5kIjp7IiRpZCI6IjE1MTQiLCJDb2xvciI6eyIkaWQiOiIxNTE1IiwiQSI6MTUzLCJSIjowLCJHIjowLCJCIjowfX0sIklzVmlzaWJsZSI6dHJ1ZSwiV2lkdGgiOjAuMCwiSGVpZ2h0IjowLjAsIkJvcmRlclN0eWxlIjpudWxsLCJQYXJlbnRTdHlsZSI6bnVsbH0sIk1hcmdpbiI6eyIkaWQiOiIxNTE2IiwiVG9wIjowLjAsIkxlZnQiOjAuMCwiUmlnaHQiOjAuMCwiQm90dG9tIjowLjB9LCJQYWRkaW5nIjp7IiRpZCI6IjE1MTciLCJUb3AiOjAuMCwiTGVmdCI6MC4wLCJSaWdodCI6MC4wLCJCb3R0b20iOjAuMH0sIkJhY2tncm91bmQiOm51bGwsIklzVmlzaWJsZSI6dHJ1ZSwiV2lkdGgiOjAuMCwiSGVpZ2h0IjowLjAsIkJvcmRlclN0eWxlIjpudWxsLCJQYXJlbnRTdHlsZSI6bnVsbH0sIlNoYXBlU3R5bGUiOnsiJGlkIjoiMTUxOCIsIk1hcmdpbiI6eyIkaWQiOiIxNTE5IiwiVG9wIjowLjAsIkxlZnQiOjQuMCwiUmlnaHQiOjQuMCwiQm90dG9tIjowLjB9LCJQYWRkaW5nIjp7IiRpZCI6IjE1MjAiLCJUb3AiOjAuMCwiTGVmdCI6MC4wLCJSaWdodCI6MC4wLCJCb3R0b20iOjAuMH0sIkJhY2tncm91bmQiOnsiJGlkIjoiMTUyMSIsIkNvbG9yIjp7IiRpZCI6IjE1MjIiLCJBIjoyNTUsIlIiOjIzMiwiRyI6MjMyLCJCIjoyMzJ9fSwiSXNWaXNpYmxlIjp0cnVlLCJXaWR0aCI6MC4wLCJIZWlnaHQiOjEwLjAsIkJvcmRlclN0eWxlIjp7IiRpZCI6IjE1MjMiLCJMaW5lQ29sb3IiOnsiJGlkIjoiMTUyNCIsIiR0eXBlIjoiTkxSRS5Db21tb24uRG9tLlNvbGlkQ29sb3JCcnVzaCwgTkxSRS5Db21tb24iLCJDb2xvciI6eyIkaWQiOiIxNTI1IiwiQSI6MjU1LCJSIjoyMzQsIkciOjIyLCJCIjozMH19LCJMaW5lV2VpZ2h0IjowLjAsIkxpbmVUeXBlIjowLCJQYXJlbnRTdHlsZSI6bnVsbH0sIlBhcmVudFN0eWxlIjpudWxsfSwiVGl0bGVTdHlsZSI6eyIkaWQiOiIxNTI2IiwiRm9udFNldHRpbmdzIjp7IiRpZCI6IjE1MjciLCJGb250U2l6ZSI6MTEsIkZvbnROYW1lIjoiQ2FsaWJyaSIsIklzQm9sZCI6ZmFsc2UsIklzSXRhbGljIjpmYWxzZSwiSXNVbmRlcmxpbmVkIjpmYWxzZSwiUGFyZW50U3R5bGUiOm51bGx9LCJBdXRvU2l6ZSI6MCwiRm9yZWdyb3VuZCI6eyIkaWQiOiIxNTI4IiwiQ29sb3IiOnsiJGlkIjoiMTUyO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NTMwIiwiVG9wIjowLjAsIkxlZnQiOjAuMCwiUmlnaHQiOjAuMCwiQm90dG9tIjowLjB9LCJQYWRkaW5nIjp7IiRpZCI6IjE1MzEiLCJUb3AiOjAuMCwiTGVmdCI6MC4wLCJSaWdodCI6MC4wLCJCb3R0b20iOjAuMH0sIkJhY2tncm91bmQiOnsiJGlkIjoiMTUzMiIsIkNvbG9yIjp7IiRpZCI6IjE1MzMiLCJBIjoyNTUsIlIiOjAsIkciOjAsIkIiOjB9fSwiSXNWaXNpYmxlIjp0cnVlLCJXaWR0aCI6MC4wLCJIZWlnaHQiOjAuMCwiQm9yZGVyU3R5bGUiOnsiJGlkIjoiMTUzNCIsIkxpbmVDb2xvciI6bnVsbCwiTGluZVdlaWdodCI6MC4wLCJMaW5lVHlwZSI6MCwiUGFyZW50U3R5bGUiOm51bGx9LCJQYXJlbnRTdHlsZSI6bnVsbH0sIkRhdGVTdHlsZSI6eyIkaWQiOiIxNTM1IiwiRm9udFNldHRpbmdzIjp7IiRpZCI6IjE1MzYiLCJGb250U2l6ZSI6MTAsIkZvbnROYW1lIjoiQ2FsaWJyaSIsIklzQm9sZCI6ZmFsc2UsIklzSXRhbGljIjpmYWxzZSwiSXNVbmRlcmxpbmVkIjpmYWxzZSwiUGFyZW50U3R5bGUiOm51bGx9LCJBdXRvU2l6ZSI6MCwiRm9yZWdyb3VuZCI6eyIkaWQiOiIxNTM3IiwiQ29sb3IiOnsiJGlkIjoiMTUz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TM5IiwiVG9wIjowLjAsIkxlZnQiOjAuMCwiUmlnaHQiOjAuMCwiQm90dG9tIjowLjB9LCJQYWRkaW5nIjp7IiRpZCI6IjE1NDAiLCJUb3AiOjAuMCwiTGVmdCI6MC4wLCJSaWdodCI6MC4wLCJCb3R0b20iOjAuMH0sIkJhY2tncm91bmQiOnsiJGlkIjoiMTU0MSIsIkNvbG9yIjp7IiRpZCI6IjE1NDIiLCJBIjoyNTUsIlIiOjE0LCJHIjo0MCwiQiI6NjV9fSwiSXNWaXNpYmxlIjp0cnVlLCJXaWR0aCI6MC4wLCJIZWlnaHQiOjAuMCwiQm9yZGVyU3R5bGUiOnsiJGlkIjoiMTU0MyIsIkxpbmVDb2xvciI6bnVsbCwiTGluZVdlaWdodCI6MC4wLCJMaW5lVHlwZSI6MCwiUGFyZW50U3R5bGUiOm51bGx9LCJQYXJlbnRTdHlsZSI6bnVsbH0sIkRhdGVGb3JtYXQiOnsiJGlkIjoiMTU0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Q1IiwiRm9ybWF0IjowLCJJc1Zpc2libGUiOmZhbHNlLCJMYXN0S25vd25WaXNpYmlsaXR5U3RhdGUiOmZhbHNlfSwiSXNWaXNpYmxlIjp0cnVlLCJWYXJpYW5jZVN0eWxlIjp7IiRpZCI6IjE1NDYiLCJUZXh0U3R5bGUiOnsiJGlkIjoiMTU0NyIsIkZvbnRTZXR0aW5ncyI6eyIkaWQiOiIxNTQ4IiwiRm9udFNpemUiOjEwLCJGb250TmFtZSI6IkNhbGlicmkiLCJJc0JvbGQiOmZhbHNlLCJJc0l0YWxpYyI6ZmFsc2UsIklzVW5kZXJsaW5lZCI6ZmFsc2UsIlBhcmVudFN0eWxlIjpudWxsfSwiQXV0b1NpemUiOjAsIkZvcmVncm91bmQiOnsiJGlkIjoiMTU0OSIsIkNvbG9yIjp7IiRpZCI6IjE1N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1MSIsIlRvcCI6MC4wLCJMZWZ0IjowLjAsIlJpZ2h0IjowLjAsIkJvdHRvbSI6MC4wfSwiUGFkZGluZyI6eyIkaWQiOiIxNTUyIiwiVG9wIjowLjAsIkxlZnQiOjAuMCwiUmlnaHQiOjAuMCwiQm90dG9tIjowLjB9LCJCYWNrZ3JvdW5kIjp7IiRpZCI6IjE1NTMiLCJDb2xvciI6eyIkaWQiOiIxNTU0IiwiQSI6MjU1LCJSIjowLCJHIjowLCJCIjowfX0sIklzVmlzaWJsZSI6dHJ1ZSwiV2lkdGgiOjAuMCwiSGVpZ2h0IjowLjAsIkJvcmRlclN0eWxlIjp7IiRpZCI6IjE1NTUiLCJMaW5lQ29sb3IiOm51bGwsIkxpbmVXZWlnaHQiOjAuMCwiTGluZVR5cGUiOjAsIlBhcmVudFN0eWxlIjpudWxsfSwiUGFyZW50U3R5bGUiOm51bGx9LCJQYXJlbnRTdHlsZSI6bnVsbH0sIlBhcmVudFN0eWxlIjpudWxsfSwiSW5kZXgiOjgsIlNtYXJ0RHVyYXRpb25BY3RpdmF0ZWQiOmZhbHNlLCJEYXRlRm9ybWF0Ijp7IiRyZWYiOiIxNTQ0In0sIldlZWtOdW1iZXJpbmciOnsiJGlkIjoiMTU1NiIsIkZvcm1hdCI6MCwiSXNWaXNpYmxlIjpmYWxzZSwiTGFzdEtub3duVmlzaWJpbGl0eVN0YXRlIjpmYWxzZX0sIkJhc2VsaW5lRGF0YSI6eyIkaWQiOiIxNTU3IiwiU3RhcnREYXRlIjoiMjAyNi0wOC0xMlQwMDowMDowMCIsIkVuZERhdGUiOiIyMDI2LTEwLTE2VDIzOjU5OjAwIn0sIklkIjoiNTJjMjFjZjYtOTUzZi00MTY5LThkNmMtMWVhYWNhODM5MzFlIiwiSW1wb3J0SWQiOm51bGwsIlRpdGxlIjoiIiwiTm90ZSI6bnVsbCwiSHlwZXJsaW5rIjp7IiRpZCI6IjE1NTgiLCJBZGRyZXNzIjoiIiwiU3ViQWRkcmVzcyI6IiJ9LCJJc0NoYW5nZWQiOmZhbHNlLCJJc05ldyI6ZmFsc2V9LHsiJGlkIjoiMTU1OSIsIkdyb3VwTmFtZSI6bnVsbCwiU3RhcnREYXRlIjoiMjAyNi0wOC0xMlQwMDowMDowMFoiLCJFbmREYXRlIjoiMjAyNi0wOC0yNVQyMzo1OTowMFoiLCJQZXJjZW50YWdlQ29tcGxldGUiOm51bGwsIlN0eWxlIjp7IiRpZCI6IjE1NjAiLCJTaGFwZSI6MSwiU2hhcGVUaGlja25lc3MiOjAsIkR1cmF0aW9uRm9ybWF0IjowLCJJbmNsdWRlTm9uV29ya2luZ0RheXNJbkR1cmF0aW9uIjpmYWxzZSwiUGVyY2VudGFnZUNvbXBsZXRlU3R5bGUiOnsiJGlkIjoiMTU2MSIsIkZvbnRTZXR0aW5ncyI6eyIkaWQiOiIxNTYyIiwiRm9udFNpemUiOjEwLCJGb250TmFtZSI6IkNhbGlicmkiLCJJc0JvbGQiOmZhbHNlLCJJc0l0YWxpYyI6ZmFsc2UsIklzVW5kZXJsaW5lZCI6ZmFsc2UsIlBhcmVudFN0eWxlIjpudWxsfSwiQXV0b1NpemUiOjAsIkZvcmVncm91bmQiOnsiJGlkIjoiMTU2MyIsIkNvbG9yIjp7IiRpZCI6IjE1N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U2NSIsIlRvcCI6MC4wLCJMZWZ0IjowLjAsIlJpZ2h0IjowLjAsIkJvdHRvbSI6MC4wfSwiUGFkZGluZyI6eyIkaWQiOiIxNTY2IiwiVG9wIjowLjAsIkxlZnQiOjAuMCwiUmlnaHQiOjAuMCwiQm90dG9tIjowLjB9LCJCYWNrZ3JvdW5kIjp7IiRpZCI6IjE1NjciLCJDb2xvciI6eyIkaWQiOiIxNTY4IiwiQSI6ODksIlIiOjAsIkciOjAsIkIiOjB9fSwiSXNWaXNpYmxlIjp0cnVlLCJXaWR0aCI6MC4wLCJIZWlnaHQiOjAuMCwiQm9yZGVyU3R5bGUiOnsiJGlkIjoiMTU2OSIsIkxpbmVDb2xvciI6bnVsbCwiTGluZVdlaWdodCI6MC4wLCJMaW5lVHlwZSI6MCwiUGFyZW50U3R5bGUiOm51bGx9LCJQYXJlbnRTdHlsZSI6bnVsbH0sIkR1cmF0aW9uU3R5bGUiOnsiJGlkIjoiMTU3MCIsIkZvbnRTZXR0aW5ncyI6eyIkaWQiOiIxNTcxIiwiRm9udFNpemUiOjEwLCJGb250TmFtZSI6IkNhbGlicmkiLCJJc0JvbGQiOmZhbHNlLCJJc0l0YWxpYyI6ZmFsc2UsIklzVW5kZXJsaW5lZCI6ZmFsc2UsIlBhcmVudFN0eWxlIjpudWxsfSwiQXV0b1NpemUiOjAsIkZvcmVncm91bmQiOnsiJGlkIjoiMTU3MiIsIkNvbG9yIjp7IiRpZCI6IjE1N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Tc0IiwiVG9wIjowLjAsIkxlZnQiOjAuMCwiUmlnaHQiOjAuMCwiQm90dG9tIjowLjB9LCJQYWRkaW5nIjp7IiRpZCI6IjE1NzUiLCJUb3AiOjAuMCwiTGVmdCI6MC4wLCJSaWdodCI6MC4wLCJCb3R0b20iOjAuMH0sIkJhY2tncm91bmQiOnsiJGlkIjoiMTU3NiIsIkNvbG9yIjp7IiRpZCI6IjE1NzciLCJBIjoyNTUsIlIiOjIzNywiRyI6MTI1LCJCIjo0OX19LCJJc1Zpc2libGUiOnRydWUsIldpZHRoIjowLjAsIkhlaWdodCI6MC4wLCJCb3JkZXJTdHlsZSI6eyIkaWQiOiIxNTc4IiwiTGluZUNvbG9yIjpudWxsLCJMaW5lV2VpZ2h0IjowLjAsIkxpbmVUeXBlIjowLCJQYXJlbnRTdHlsZSI6bnVsbH0sIlBhcmVudFN0eWxlIjpudWxsfSwiSG9yaXpvbnRhbENvbm5lY3RvclN0eWxlIjp7IiRpZCI6IjE1NzkiLCJMaW5lQ29sb3IiOnsiJGlkIjoiMTU4MCIsIiR0eXBlIjoiTkxSRS5Db21tb24uRG9tLlNvbGlkQ29sb3JCcnVzaCwgTkxSRS5Db21tb24iLCJDb2xvciI6eyIkaWQiOiIxNTgxIiwiQSI6NTEsIlIiOjIxLCJHIjo5NiwiQiI6MTMwfX0sIkxpbmVXZWlnaHQiOjEuMCwiTGluZVR5cGUiOjAsIlBhcmVudFN0eWxlIjpudWxsfSwiVmVydGljYWxDb25uZWN0b3JTdHlsZSI6eyIkaWQiOiIxNTgyIiwiTGluZUNvbG9yIjp7IiRpZCI6IjE1ODMiLCIkdHlwZSI6Ik5MUkUuQ29tbW9uLkRvbS5Tb2xpZENvbG9yQnJ1c2gsIE5MUkUuQ29tbW9uIiwiQ29sb3IiOnsiJGlkIjoiMTU4NC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yLCJWYXJpYW5jZVBvc2l0aW9uIjo2LCJTcGFjaW5nIjozLCJJc0JlbG93VGltZWJhbmQiOnRydWUsIlBlcmNlbnRhZ2VDb21wbGV0ZVNoYXBlT3BhY2l0eSI6MzUsIkJhc2VsaW5lU3R5bGUiOnsiJGlkIjoiMTU4NSIsIlNoYXBlU3R5bGUiOnsiJGlkIjoiMTU4NiIsIk1hcmdpbiI6eyIkaWQiOiIxNTg3IiwiVG9wIjowLjAsIkxlZnQiOjAuMCwiUmlnaHQiOjAuMCwiQm90dG9tIjowLjB9LCJQYWRkaW5nIjp7IiRpZCI6IjE1ODgiLCJUb3AiOjAuMCwiTGVmdCI6MC4wLCJSaWdodCI6MC4wLCJCb3R0b20iOjAuMH0sIkJhY2tncm91bmQiOnsiJGlkIjoiMTU4OSIsIkNvbG9yIjp7IiRpZCI6IjE1OTAiLCJBIjoxNTMsIlIiOjAsIkciOjAsIkIiOjB9fSwiSXNWaXNpYmxlIjp0cnVlLCJXaWR0aCI6MC4wLCJIZWlnaHQiOjAuMCwiQm9yZGVyU3R5bGUiOm51bGwsIlBhcmVudFN0eWxlIjpudWxsfSwiTWFyZ2luIjp7IiRpZCI6IjE1OTEiLCJUb3AiOjAuMCwiTGVmdCI6MC4wLCJSaWdodCI6MC4wLCJCb3R0b20iOjAuMH0sIlBhZGRpbmciOnsiJGlkIjoiMTU5MiIsIlRvcCI6MC4wLCJMZWZ0IjowLjAsIlJpZ2h0IjowLjAsIkJvdHRvbSI6MC4wfSwiQmFja2dyb3VuZCI6bnVsbCwiSXNWaXNpYmxlIjp0cnVlLCJXaWR0aCI6MC4wLCJIZWlnaHQiOjAuMCwiQm9yZGVyU3R5bGUiOm51bGwsIlBhcmVudFN0eWxlIjpudWxsfSwiU2hhcGVTdHlsZSI6eyIkaWQiOiIxNTkzIiwiTWFyZ2luIjp7IiRpZCI6IjE1OTQiLCJUb3AiOjAuMCwiTGVmdCI6NC4wLCJSaWdodCI6NC4wLCJCb3R0b20iOjAuMH0sIlBhZGRpbmciOnsiJGlkIjoiMTU5NSIsIlRvcCI6MC4wLCJMZWZ0IjowLjAsIlJpZ2h0IjowLjAsIkJvdHRvbSI6MC4wfSwiQmFja2dyb3VuZCI6eyIkaWQiOiIxNTk2IiwiQ29sb3IiOnsiJGlkIjoiMTU5NyIsIkEiOjI1NSwiUiI6MiwiRyI6MTc4LCJCIjoyMzh9fSwiSXNWaXNpYmxlIjp0cnVlLCJXaWR0aCI6MC4wLCJIZWlnaHQiOjEwLjAsIkJvcmRlclN0eWxlIjp7IiRpZCI6IjE1OTgiLCJMaW5lQ29sb3IiOnsiJGlkIjoiMTU5OSIsIiR0eXBlIjoiTkxSRS5Db21tb24uRG9tLlNvbGlkQ29sb3JCcnVzaCwgTkxSRS5Db21tb24iLCJDb2xvciI6eyIkaWQiOiIxNjAwIiwiQSI6MjU1LCJSIjoyMzQsIkciOjIyLCJCIjozMH19LCJMaW5lV2VpZ2h0IjowLjAsIkxpbmVUeXBlIjowLCJQYXJlbnRTdHlsZSI6bnVsbH0sIlBhcmVudFN0eWxlIjpudWxsfSwiVGl0bGVTdHlsZSI6eyIkaWQiOiIxNjAxIiwiRm9udFNldHRpbmdzIjp7IiRpZCI6IjE2MDIiLCJGb250U2l6ZSI6MTEsIkZvbnROYW1lIjoiQ2FsaWJyaSIsIklzQm9sZCI6ZmFsc2UsIklzSXRhbGljIjpmYWxzZSwiSXNVbmRlcmxpbmVkIjpmYWxzZSwiUGFyZW50U3R5bGUiOm51bGx9LCJBdXRvU2l6ZSI6MCwiRm9yZWdyb3VuZCI6eyIkaWQiOiIxNjAzIiwiQ29sb3IiOnsiJGlkIjoiMTYwN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NjA1IiwiVG9wIjowLjAsIkxlZnQiOjAuMCwiUmlnaHQiOjAuMCwiQm90dG9tIjowLjB9LCJQYWRkaW5nIjp7IiRpZCI6IjE2MDYiLCJUb3AiOjAuMCwiTGVmdCI6MC4wLCJSaWdodCI6MC4wLCJCb3R0b20iOjAuMH0sIkJhY2tncm91bmQiOnsiJGlkIjoiMTYwNyIsIkNvbG9yIjp7IiRpZCI6IjE2MDgiLCJBIjowLCJSIjoyNTUsIkciOjI1NSwiQiI6MjU1fX0sIklzVmlzaWJsZSI6dHJ1ZSwiV2lkdGgiOjAuMCwiSGVpZ2h0IjowLjAsIkJvcmRlclN0eWxlIjp7IiRpZCI6IjE2MDkiLCJMaW5lQ29sb3IiOm51bGwsIkxpbmVXZWlnaHQiOjAuMCwiTGluZVR5cGUiOjAsIlBhcmVudFN0eWxlIjpudWxsfSwiUGFyZW50U3R5bGUiOm51bGx9LCJEYXRlU3R5bGUiOnsiJGlkIjoiMTYxMCIsIkZvbnRTZXR0aW5ncyI6eyIkaWQiOiIxNjExIiwiRm9udFNpemUiOjEwLCJGb250TmFtZSI6IkNhbGlicmkiLCJJc0JvbGQiOmZhbHNlLCJJc0l0YWxpYyI6ZmFsc2UsIklzVW5kZXJsaW5lZCI6ZmFsc2UsIlBhcmVudFN0eWxlIjpudWxsfSwiQXV0b1NpemUiOjAsIkZvcmVncm91bmQiOnsiJGlkIjoiMTYxMiIsIkNvbG9yIjp7IiRpZCI6IjE2MT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YxNCIsIlRvcCI6MC4wLCJMZWZ0IjowLjAsIlJpZ2h0IjowLjAsIkJvdHRvbSI6MC4wfSwiUGFkZGluZyI6eyIkaWQiOiIxNjE1IiwiVG9wIjowLjAsIkxlZnQiOjAuMCwiUmlnaHQiOjAuMCwiQm90dG9tIjowLjB9LCJCYWNrZ3JvdW5kIjp7IiRpZCI6IjE2MTYiLCJDb2xvciI6eyIkaWQiOiIxNjE3IiwiQSI6MCwiUiI6MjU1LCJHIjoyNTUsIkIiOjI1NX19LCJJc1Zpc2libGUiOnRydWUsIldpZHRoIjowLjAsIkhlaWdodCI6MC4wLCJCb3JkZXJTdHlsZSI6eyIkaWQiOiIxNjE4IiwiTGluZUNvbG9yIjpudWxsLCJMaW5lV2VpZ2h0IjowLjAsIkxpbmVUeXBlIjowLCJQYXJlbnRTdHlsZSI6bnVsbH0sIlBhcmVudFN0eWxlIjpudWxsfSwiRGF0ZUZvcm1hdCI6eyIkaWQiOiIxNjE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MjAiLCJGb3JtYXQiOjAsIklzVmlzaWJsZSI6ZmFsc2UsIkxhc3RLbm93blZpc2liaWxpdHlTdGF0ZSI6ZmFsc2V9LCJJc1Zpc2libGUiOnRydWUsIlZhcmlhbmNlU3R5bGUiOnsiJGlkIjoiMTYyMSIsIlRleHRTdHlsZSI6eyIkaWQiOiIxNjIyIiwiRm9udFNldHRpbmdzIjp7IiRpZCI6IjE2MjMiLCJGb250U2l6ZSI6MTAsIkZvbnROYW1lIjoiQ2FsaWJyaSIsIklzQm9sZCI6ZmFsc2UsIklzSXRhbGljIjpmYWxzZSwiSXNVbmRlcmxpbmVkIjpmYWxzZSwiUGFyZW50U3R5bGUiOm51bGx9LCJBdXRvU2l6ZSI6MCwiRm9yZWdyb3VuZCI6eyIkaWQiOiIxNjI0IiwiQ29sb3IiOnsiJGlkIjoiMTYy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I2IiwiVG9wIjowLjAsIkxlZnQiOjAuMCwiUmlnaHQiOjAuMCwiQm90dG9tIjowLjB9LCJQYWRkaW5nIjp7IiRpZCI6IjE2MjciLCJUb3AiOjAuMCwiTGVmdCI6MC4wLCJSaWdodCI6MC4wLCJCb3R0b20iOjAuMH0sIkJhY2tncm91bmQiOnsiJGlkIjoiMTYyOCIsIkNvbG9yIjp7IiRpZCI6IjE2MjkiLCJBIjoyNTUsIlIiOjAsIkciOjAsIkIiOjB9fSwiSXNWaXNpYmxlIjp0cnVlLCJXaWR0aCI6MC4wLCJIZWlnaHQiOjAuMCwiQm9yZGVyU3R5bGUiOnsiJGlkIjoiMTYzMCIsIkxpbmVDb2xvciI6bnVsbCwiTGluZVdlaWdodCI6MC4wLCJMaW5lVHlwZSI6MCwiUGFyZW50U3R5bGUiOm51bGx9LCJQYXJlbnRTdHlsZSI6bnVsbH0sIlBhcmVudFN0eWxlIjpudWxsfSwiUGFyZW50U3R5bGUiOm51bGx9LCJJbmRleCI6MCwiU21hcnREdXJhdGlvbkFjdGl2YXRlZCI6ZmFsc2UsIkRhdGVGb3JtYXQiOnsiJHJlZiI6IjE2MTkifSwiV2Vla051bWJlcmluZyI6eyIkaWQiOiIxNjMxIiwiRm9ybWF0IjowLCJJc1Zpc2libGUiOmZhbHNlLCJMYXN0S25vd25WaXNpYmlsaXR5U3RhdGUiOmZhbHNlfSwiQmFzZWxpbmVEYXRhIjp7IiRpZCI6IjE2MzIiLCJTdGFydERhdGUiOiIyMDI2LTA4LTEyVDAwOjAwOjAwIiwiRW5kRGF0ZSI6IjIwMjYtMDgtMjVUMjM6NTk6MDAifSwiSWQiOiJmYTI5OWJmNS0yMDllLTRkMzMtOTBlZC0zYTg3ZDMwOTRkOTkiLCJJbXBvcnRJZCI6bnVsbCwiVGl0bGUiOiJFdnQgRnVuY3Rpb25hbGl0eTogUHl0aG9uIDIgQysrIiwiTm90ZSI6bnVsbCwiSHlwZXJsaW5rIjp7IiRpZCI6IjE2MzMiLCJBZGRyZXNzIjoiIiwiU3ViQWRkcmVzcyI6IiJ9LCJJc0NoYW5nZWQiOmZhbHNlLCJJc05ldyI6ZmFsc2V9LHsiJGlkIjoiMTYzNCIsIkdyb3VwTmFtZSI6bnVsbCwiU3RhcnREYXRlIjoiMjAyNi0wOC0yNlQwMDowMDowMFoiLCJFbmREYXRlIjoiMjAyNi0wOS0wMVQyMzo1OTowMFoiLCJQZXJjZW50YWdlQ29tcGxldGUiOm51bGwsIlN0eWxlIjp7IiRpZCI6IjE2MzUiLCJTaGFwZSI6MSwiU2hhcGVUaGlja25lc3MiOjAsIkR1cmF0aW9uRm9ybWF0IjowLCJJbmNsdWRlTm9uV29ya2luZ0RheXNJbkR1cmF0aW9uIjpmYWxzZSwiUGVyY2VudGFnZUNvbXBsZXRlU3R5bGUiOnsiJGlkIjoiMTYzNiIsIkZvbnRTZXR0aW5ncyI6eyIkaWQiOiIxNjM3IiwiRm9udFNpemUiOjEwLCJGb250TmFtZSI6IkNhbGlicmkiLCJJc0JvbGQiOmZhbHNlLCJJc0l0YWxpYyI6ZmFsc2UsIklzVW5kZXJsaW5lZCI6ZmFsc2UsIlBhcmVudFN0eWxlIjpudWxsfSwiQXV0b1NpemUiOjAsIkZvcmVncm91bmQiOnsiJGlkIjoiMTYzOCIsIkNvbG9yIjp7IiRpZCI6IjE2Mz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Y0MCIsIlRvcCI6MC4wLCJMZWZ0IjowLjAsIlJpZ2h0IjowLjAsIkJvdHRvbSI6MC4wfSwiUGFkZGluZyI6eyIkaWQiOiIxNjQxIiwiVG9wIjowLjAsIkxlZnQiOjAuMCwiUmlnaHQiOjAuMCwiQm90dG9tIjowLjB9LCJCYWNrZ3JvdW5kIjp7IiRpZCI6IjE2NDIiLCJDb2xvciI6eyIkaWQiOiIxNjQzIiwiQSI6ODksIlIiOjAsIkciOjAsIkIiOjB9fSwiSXNWaXNpYmxlIjp0cnVlLCJXaWR0aCI6MC4wLCJIZWlnaHQiOjAuMCwiQm9yZGVyU3R5bGUiOnsiJGlkIjoiMTY0NCIsIkxpbmVDb2xvciI6bnVsbCwiTGluZVdlaWdodCI6MC4wLCJMaW5lVHlwZSI6MCwiUGFyZW50U3R5bGUiOm51bGx9LCJQYXJlbnRTdHlsZSI6bnVsbH0sIkR1cmF0aW9uU3R5bGUiOnsiJGlkIjoiMTY0NSIsIkZvbnRTZXR0aW5ncyI6eyIkaWQiOiIxNjQ2IiwiRm9udFNpemUiOjEwLCJGb250TmFtZSI6IkNhbGlicmkiLCJJc0JvbGQiOmZhbHNlLCJJc0l0YWxpYyI6ZmFsc2UsIklzVW5kZXJsaW5lZCI6ZmFsc2UsIlBhcmVudFN0eWxlIjpudWxsfSwiQXV0b1NpemUiOjAsIkZvcmVncm91bmQiOnsiJGlkIjoiMTY0NyIsIkNvbG9yIjp7IiRpZCI6IjE2ND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jQ5IiwiVG9wIjowLjAsIkxlZnQiOjAuMCwiUmlnaHQiOjAuMCwiQm90dG9tIjowLjB9LCJQYWRkaW5nIjp7IiRpZCI6IjE2NTAiLCJUb3AiOjAuMCwiTGVmdCI6MC4wLCJSaWdodCI6MC4wLCJCb3R0b20iOjAuMH0sIkJhY2tncm91bmQiOnsiJGlkIjoiMTY1MSIsIkNvbG9yIjp7IiRpZCI6IjE2NTIiLCJBIjoyNTUsIlIiOjIzNywiRyI6MTI1LCJCIjo0OX19LCJJc1Zpc2libGUiOnRydWUsIldpZHRoIjowLjAsIkhlaWdodCI6MC4wLCJCb3JkZXJTdHlsZSI6eyIkaWQiOiIxNjUzIiwiTGluZUNvbG9yIjpudWxsLCJMaW5lV2VpZ2h0IjowLjAsIkxpbmVUeXBlIjowLCJQYXJlbnRTdHlsZSI6bnVsbH0sIlBhcmVudFN0eWxlIjpudWxsfSwiSG9yaXpvbnRhbENvbm5lY3RvclN0eWxlIjp7IiRpZCI6IjE2NTQiLCJMaW5lQ29sb3IiOnsiJGlkIjoiMTY1NSIsIiR0eXBlIjoiTkxSRS5Db21tb24uRG9tLlNvbGlkQ29sb3JCcnVzaCwgTkxSRS5Db21tb24iLCJDb2xvciI6eyIkaWQiOiIxNjU2IiwiQSI6NTEsIlIiOjIxLCJHIjo5NiwiQiI6MTMwfX0sIkxpbmVXZWlnaHQiOjEuMCwiTGluZVR5cGUiOjAsIlBhcmVudFN0eWxlIjpudWxsfSwiVmVydGljYWxDb25uZWN0b3JTdHlsZSI6eyIkaWQiOiIxNjU3IiwiTGluZUNvbG9yIjp7IiRpZCI6IjE2NTgiLCIkdHlwZSI6Ik5MUkUuQ29tbW9uLkRvbS5Tb2xpZENvbG9yQnJ1c2gsIE5MUkUuQ29tbW9uIiwiQ29sb3IiOnsiJGlkIjoiMTY1OS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yLCJWYXJpYW5jZVBvc2l0aW9uIjo2LCJTcGFjaW5nIjozLCJJc0JlbG93VGltZWJhbmQiOnRydWUsIlBlcmNlbnRhZ2VDb21wbGV0ZVNoYXBlT3BhY2l0eSI6MzUsIkJhc2VsaW5lU3R5bGUiOnsiJGlkIjoiMTY2MCIsIlNoYXBlU3R5bGUiOnsiJGlkIjoiMTY2MSIsIk1hcmdpbiI6eyIkaWQiOiIxNjYyIiwiVG9wIjowLjAsIkxlZnQiOjAuMCwiUmlnaHQiOjAuMCwiQm90dG9tIjowLjB9LCJQYWRkaW5nIjp7IiRpZCI6IjE2NjMiLCJUb3AiOjAuMCwiTGVmdCI6MC4wLCJSaWdodCI6MC4wLCJCb3R0b20iOjAuMH0sIkJhY2tncm91bmQiOnsiJGlkIjoiMTY2NCIsIkNvbG9yIjp7IiRpZCI6IjE2NjUiLCJBIjoxNTMsIlIiOjAsIkciOjAsIkIiOjB9fSwiSXNWaXNpYmxlIjp0cnVlLCJXaWR0aCI6MC4wLCJIZWlnaHQiOjAuMCwiQm9yZGVyU3R5bGUiOm51bGwsIlBhcmVudFN0eWxlIjpudWxsfSwiTWFyZ2luIjp7IiRpZCI6IjE2NjYiLCJUb3AiOjAuMCwiTGVmdCI6MC4wLCJSaWdodCI6MC4wLCJCb3R0b20iOjAuMH0sIlBhZGRpbmciOnsiJGlkIjoiMTY2NyIsIlRvcCI6MC4wLCJMZWZ0IjowLjAsIlJpZ2h0IjowLjAsIkJvdHRvbSI6MC4wfSwiQmFja2dyb3VuZCI6bnVsbCwiSXNWaXNpYmxlIjp0cnVlLCJXaWR0aCI6MC4wLCJIZWlnaHQiOjAuMCwiQm9yZGVyU3R5bGUiOm51bGwsIlBhcmVudFN0eWxlIjpudWxsfSwiU2hhcGVTdHlsZSI6eyIkaWQiOiIxNjY4IiwiTWFyZ2luIjp7IiRpZCI6IjE2NjkiLCJUb3AiOjAuMCwiTGVmdCI6NC4wLCJSaWdodCI6NC4wLCJCb3R0b20iOjAuMH0sIlBhZGRpbmciOnsiJGlkIjoiMTY3MCIsIlRvcCI6MC4wLCJMZWZ0IjowLjAsIlJpZ2h0IjowLjAsIkJvdHRvbSI6MC4wfSwiQmFja2dyb3VuZCI6eyIkaWQiOiIxNjcxIiwiQ29sb3IiOnsiJGlkIjoiMTY3MiIsIkEiOjI1NSwiUiI6MiwiRyI6MTc4LCJCIjoyMzh9fSwiSXNWaXNpYmxlIjp0cnVlLCJXaWR0aCI6MC4wLCJIZWlnaHQiOjEwLjAsIkJvcmRlclN0eWxlIjp7IiRpZCI6IjE2NzMiLCJMaW5lQ29sb3IiOnsiJGlkIjoiMTY3NCIsIiR0eXBlIjoiTkxSRS5Db21tb24uRG9tLlNvbGlkQ29sb3JCcnVzaCwgTkxSRS5Db21tb24iLCJDb2xvciI6eyIkaWQiOiIxNjc1IiwiQSI6MjU1LCJSIjoyMzQsIkciOjIyLCJCIjozMH19LCJMaW5lV2VpZ2h0IjowLjAsIkxpbmVUeXBlIjowLCJQYXJlbnRTdHlsZSI6bnVsbH0sIlBhcmVudFN0eWxlIjpudWxsfSwiVGl0bGVTdHlsZSI6eyIkaWQiOiIxNjc2IiwiRm9udFNldHRpbmdzIjp7IiRpZCI6IjE2NzciLCJGb250U2l6ZSI6MTEsIkZvbnROYW1lIjoiQ2FsaWJyaSIsIklzQm9sZCI6ZmFsc2UsIklzSXRhbGljIjpmYWxzZSwiSXNVbmRlcmxpbmVkIjpmYWxzZSwiUGFyZW50U3R5bGUiOm51bGx9LCJBdXRvU2l6ZSI6MCwiRm9yZWdyb3VuZCI6eyIkaWQiOiIxNjc4IiwiQ29sb3IiOnsiJGlkIjoiMTY3OS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NjgwIiwiVG9wIjowLjAsIkxlZnQiOjAuMCwiUmlnaHQiOjAuMCwiQm90dG9tIjowLjB9LCJQYWRkaW5nIjp7IiRpZCI6IjE2ODEiLCJUb3AiOjAuMCwiTGVmdCI6MC4wLCJSaWdodCI6MC4wLCJCb3R0b20iOjAuMH0sIkJhY2tncm91bmQiOnsiJGlkIjoiMTY4MiIsIkNvbG9yIjp7IiRpZCI6IjE2ODMiLCJBIjowLCJSIjoyNTUsIkciOjI1NSwiQiI6MjU1fX0sIklzVmlzaWJsZSI6dHJ1ZSwiV2lkdGgiOjAuMCwiSGVpZ2h0IjowLjAsIkJvcmRlclN0eWxlIjp7IiRpZCI6IjE2ODQiLCJMaW5lQ29sb3IiOm51bGwsIkxpbmVXZWlnaHQiOjAuMCwiTGluZVR5cGUiOjAsIlBhcmVudFN0eWxlIjpudWxsfSwiUGFyZW50U3R5bGUiOm51bGx9LCJEYXRlU3R5bGUiOnsiJGlkIjoiMTY4NSIsIkZvbnRTZXR0aW5ncyI6eyIkaWQiOiIxNjg2IiwiRm9udFNpemUiOjEwLCJGb250TmFtZSI6IkNhbGlicmkiLCJJc0JvbGQiOmZhbHNlLCJJc0l0YWxpYyI6ZmFsc2UsIklzVW5kZXJsaW5lZCI6ZmFsc2UsIlBhcmVudFN0eWxlIjpudWxsfSwiQXV0b1NpemUiOjAsIkZvcmVncm91bmQiOnsiJGlkIjoiMTY4NyIsIkNvbG9yIjp7IiRpZCI6IjE2O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Y4OSIsIlRvcCI6MC4wLCJMZWZ0IjowLjAsIlJpZ2h0IjowLjAsIkJvdHRvbSI6MC4wfSwiUGFkZGluZyI6eyIkaWQiOiIxNjkwIiwiVG9wIjowLjAsIkxlZnQiOjAuMCwiUmlnaHQiOjAuMCwiQm90dG9tIjowLjB9LCJCYWNrZ3JvdW5kIjp7IiRpZCI6IjE2OTEiLCJDb2xvciI6eyIkaWQiOiIxNjkyIiwiQSI6MCwiUiI6MjU1LCJHIjoyNTUsIkIiOjI1NX19LCJJc1Zpc2libGUiOnRydWUsIldpZHRoIjowLjAsIkhlaWdodCI6MC4wLCJCb3JkZXJTdHlsZSI6eyIkaWQiOiIxNjkzIiwiTGluZUNvbG9yIjpudWxsLCJMaW5lV2VpZ2h0IjowLjAsIkxpbmVUeXBlIjowLCJQYXJlbnRTdHlsZSI6bnVsbH0sIlBhcmVudFN0eWxlIjpudWxsfSwiRGF0ZUZvcm1hdCI6eyIkaWQiOiIxNj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TUiLCJGb3JtYXQiOjAsIklzVmlzaWJsZSI6ZmFsc2UsIkxhc3RLbm93blZpc2liaWxpdHlTdGF0ZSI6ZmFsc2V9LCJJc1Zpc2libGUiOnRydWUsIlZhcmlhbmNlU3R5bGUiOnsiJGlkIjoiMTY5NiIsIlRleHRTdHlsZSI6eyIkaWQiOiIxNjk3IiwiRm9udFNldHRpbmdzIjp7IiRpZCI6IjE2OTgiLCJGb250U2l6ZSI6MTAsIkZvbnROYW1lIjoiQ2FsaWJyaSIsIklzQm9sZCI6ZmFsc2UsIklzSXRhbGljIjpmYWxzZSwiSXNVbmRlcmxpbmVkIjpmYWxzZSwiUGFyZW50U3R5bGUiOm51bGx9LCJBdXRvU2l6ZSI6MCwiRm9yZWdyb3VuZCI6eyIkaWQiOiIxNjk5IiwiQ29sb3IiOnsiJGlkIjoiMTcw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AxIiwiVG9wIjowLjAsIkxlZnQiOjAuMCwiUmlnaHQiOjAuMCwiQm90dG9tIjowLjB9LCJQYWRkaW5nIjp7IiRpZCI6IjE3MDIiLCJUb3AiOjAuMCwiTGVmdCI6MC4wLCJSaWdodCI6MC4wLCJCb3R0b20iOjAuMH0sIkJhY2tncm91bmQiOnsiJGlkIjoiMTcwMyIsIkNvbG9yIjp7IiRpZCI6IjE3MDQiLCJBIjoyNTUsIlIiOjAsIkciOjAsIkIiOjB9fSwiSXNWaXNpYmxlIjp0cnVlLCJXaWR0aCI6MC4wLCJIZWlnaHQiOjAuMCwiQm9yZGVyU3R5bGUiOnsiJGlkIjoiMTcwNSIsIkxpbmVDb2xvciI6bnVsbCwiTGluZVdlaWdodCI6MC4wLCJMaW5lVHlwZSI6MCwiUGFyZW50U3R5bGUiOm51bGx9LCJQYXJlbnRTdHlsZSI6bnVsbH0sIlBhcmVudFN0eWxlIjpudWxsfSwiUGFyZW50U3R5bGUiOm51bGx9LCJJbmRleCI6MSwiU21hcnREdXJhdGlvbkFjdGl2YXRlZCI6ZmFsc2UsIkRhdGVGb3JtYXQiOnsiJHJlZiI6IjE2OTQifSwiV2Vla051bWJlcmluZyI6eyIkaWQiOiIxNzA2IiwiRm9ybWF0IjowLCJJc1Zpc2libGUiOmZhbHNlLCJMYXN0S25vd25WaXNpYmlsaXR5U3RhdGUiOmZhbHNlfSwiQmFzZWxpbmVEYXRhIjp7IiRpZCI6IjE3MDciLCJTdGFydERhdGUiOiIyMDI2LTA4LTI2VDAwOjAwOjAwIiwiRW5kRGF0ZSI6IjIwMjYtMDktMDFUMjM6NTk6MDAifSwiSWQiOiJhYjBlOTdjYS1jOWY3LTQ5ZTktYmFmMi01NDAzMTgwYjk3OTQiLCJJbXBvcnRJZCI6bnVsbCwiVGl0bGUiOiJFdmVudCBCYXNlZCBWTyIsIk5vdGUiOm51bGwsIkh5cGVybGluayI6eyIkaWQiOiIxNzA4IiwiQWRkcmVzcyI6IiIsIlN1YkFkZHJlc3MiOiIifSwiSXNDaGFuZ2VkIjpmYWxzZSwiSXNOZXciOmZhbHNlfSx7IiRpZCI6IjE3MDkiLCJHcm91cE5hbWUiOm51bGwsIlN0YXJ0RGF0ZSI6IjIwMjYtMDgtMzFUMjM6NTk6MDBaIiwiRW5kRGF0ZSI6IjIwMjYtMDktMDJUMjM6NTk6MDBaIiwiUGVyY2VudGFnZUNvbXBsZXRlIjpudWxsLCJTdHlsZSI6eyIkaWQiOiIxNzEwIiwiU2hhcGUiOjEsIlNoYXBlVGhpY2tuZXNzIjowLCJEdXJhdGlvbkZvcm1hdCI6MCwiSW5jbHVkZU5vbldvcmtpbmdEYXlzSW5EdXJhdGlvbiI6ZmFsc2UsIlBlcmNlbnRhZ2VDb21wbGV0ZVN0eWxlIjp7IiRpZCI6IjE3MTEiLCJGb250U2V0dGluZ3MiOnsiJGlkIjoiMTcxMiIsIkZvbnRTaXplIjoxMCwiRm9udE5hbWUiOiJDYWxpYnJpIiwiSXNCb2xkIjpmYWxzZSwiSXNJdGFsaWMiOmZhbHNlLCJJc1VuZGVybGluZWQiOmZhbHNlLCJQYXJlbnRTdHlsZSI6bnVsbH0sIkF1dG9TaXplIjowLCJGb3JlZ3JvdW5kIjp7IiRpZCI6IjE3MTMiLCJDb2xvciI6eyIkaWQiOiIxNzE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3MTUiLCJUb3AiOjAuMCwiTGVmdCI6MC4wLCJSaWdodCI6MC4wLCJCb3R0b20iOjAuMH0sIlBhZGRpbmciOnsiJGlkIjoiMTcxNiIsIlRvcCI6MC4wLCJMZWZ0IjowLjAsIlJpZ2h0IjowLjAsIkJvdHRvbSI6MC4wfSwiQmFja2dyb3VuZCI6eyIkaWQiOiIxNzE3IiwiQ29sb3IiOnsiJGlkIjoiMTcxOCIsIkEiOjg5LCJSIjowLCJHIjowLCJCIjowfX0sIklzVmlzaWJsZSI6dHJ1ZSwiV2lkdGgiOjAuMCwiSGVpZ2h0IjowLjAsIkJvcmRlclN0eWxlIjp7IiRpZCI6IjE3MTkiLCJMaW5lQ29sb3IiOm51bGwsIkxpbmVXZWlnaHQiOjAuMCwiTGluZVR5cGUiOjAsIlBhcmVudFN0eWxlIjpudWxsfSwiUGFyZW50U3R5bGUiOm51bGx9LCJEdXJhdGlvblN0eWxlIjp7IiRpZCI6IjE3MjAiLCJGb250U2V0dGluZ3MiOnsiJGlkIjoiMTcyMSIsIkZvbnRTaXplIjoxMCwiRm9udE5hbWUiOiJDYWxpYnJpIiwiSXNCb2xkIjpmYWxzZSwiSXNJdGFsaWMiOmZhbHNlLCJJc1VuZGVybGluZWQiOmZhbHNlLCJQYXJlbnRTdHlsZSI6bnVsbH0sIkF1dG9TaXplIjowLCJGb3JlZ3JvdW5kIjp7IiRpZCI6IjE3MjIiLCJDb2xvciI6eyIkaWQiOiIxNzI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cyNCIsIlRvcCI6MC4wLCJMZWZ0IjowLjAsIlJpZ2h0IjowLjAsIkJvdHRvbSI6MC4wfSwiUGFkZGluZyI6eyIkaWQiOiIxNzI1IiwiVG9wIjowLjAsIkxlZnQiOjAuMCwiUmlnaHQiOjAuMCwiQm90dG9tIjowLjB9LCJCYWNrZ3JvdW5kIjp7IiRpZCI6IjE3MjYiLCJDb2xvciI6eyIkaWQiOiIxNzI3IiwiQSI6MjU1LCJSIjoyMzcsIkciOjEyNSwiQiI6NDl9fSwiSXNWaXNpYmxlIjp0cnVlLCJXaWR0aCI6MC4wLCJIZWlnaHQiOjAuMCwiQm9yZGVyU3R5bGUiOnsiJGlkIjoiMTcyOCIsIkxpbmVDb2xvciI6bnVsbCwiTGluZVdlaWdodCI6MC4wLCJMaW5lVHlwZSI6MCwiUGFyZW50U3R5bGUiOm51bGx9LCJQYXJlbnRTdHlsZSI6bnVsbH0sIkhvcml6b250YWxDb25uZWN0b3JTdHlsZSI6eyIkaWQiOiIxNzI5IiwiTGluZUNvbG9yIjp7IiRpZCI6IjE3MzAiLCIkdHlwZSI6Ik5MUkUuQ29tbW9uLkRvbS5Tb2xpZENvbG9yQnJ1c2gsIE5MUkUuQ29tbW9uIiwiQ29sb3IiOnsiJGlkIjoiMTczMSIsIkEiOjUxLCJSIjoyMSwiRyI6OTYsIkIiOjEzMH19LCJMaW5lV2VpZ2h0IjoxLjAsIkxpbmVUeXBlIjowLCJQYXJlbnRTdHlsZSI6bnVsbH0sIlZlcnRpY2FsQ29ubmVjdG9yU3R5bGUiOnsiJGlkIjoiMTczMiIsIkxpbmVDb2xvciI6eyIkaWQiOiIxNzMzIiwiJHR5cGUiOiJOTFJFLkNvbW1vbi5Eb20uU29saWRDb2xvckJydXNoLCBOTFJFLkNvbW1vbiIsIkNvbG9yIjp7IiRpZCI6IjE3MzQiLCJBIjo1MSwiUiI6MjEsIkciOjk2LCJCIjoxMzB9fSwiTGluZVdlaWdodCI6MC4wLCJMaW5lVHlwZSI6MCwiUGFyZW50U3R5bGUiOm51bGx9LCJNYXJnaW4iOm51bGwsIlN0YXJ0RGF0ZVBvc2l0aW9uIjo0LCJFbmREYXRlUG9zaXRpb24iOjQsIkRhdGVJc1Zpc2libGUiOnRydWUsIlRpdGxlUG9zaXRpb24iOjUsIkR1cmF0aW9uUG9zaXRpb24iOjYsIlBlcmNlbnRhZ2VDb21wbGV0ZWRQb3NpdGlvbiI6MiwiVmFyaWFuY2VQb3NpdGlvbiI6NiwiU3BhY2luZyI6MywiSXNCZWxvd1RpbWViYW5kIjp0cnVlLCJQZXJjZW50YWdlQ29tcGxldGVTaGFwZU9wYWNpdHkiOjM1LCJCYXNlbGluZVN0eWxlIjp7IiRpZCI6IjE3MzUiLCJTaGFwZVN0eWxlIjp7IiRpZCI6IjE3MzYiLCJNYXJnaW4iOnsiJGlkIjoiMTczNyIsIlRvcCI6MC4wLCJMZWZ0IjowLjAsIlJpZ2h0IjowLjAsIkJvdHRvbSI6MC4wfSwiUGFkZGluZyI6eyIkaWQiOiIxNzM4IiwiVG9wIjowLjAsIkxlZnQiOjAuMCwiUmlnaHQiOjAuMCwiQm90dG9tIjowLjB9LCJCYWNrZ3JvdW5kIjp7IiRpZCI6IjE3MzkiLCJDb2xvciI6eyIkaWQiOiIxNzQwIiwiQSI6MTUzLCJSIjowLCJHIjowLCJCIjowfX0sIklzVmlzaWJsZSI6dHJ1ZSwiV2lkdGgiOjAuMCwiSGVpZ2h0IjowLjAsIkJvcmRlclN0eWxlIjpudWxsLCJQYXJlbnRTdHlsZSI6bnVsbH0sIk1hcmdpbiI6eyIkaWQiOiIxNzQxIiwiVG9wIjowLjAsIkxlZnQiOjAuMCwiUmlnaHQiOjAuMCwiQm90dG9tIjowLjB9LCJQYWRkaW5nIjp7IiRpZCI6IjE3NDIiLCJUb3AiOjAuMCwiTGVmdCI6MC4wLCJSaWdodCI6MC4wLCJCb3R0b20iOjAuMH0sIkJhY2tncm91bmQiOm51bGwsIklzVmlzaWJsZSI6dHJ1ZSwiV2lkdGgiOjAuMCwiSGVpZ2h0IjowLjAsIkJvcmRlclN0eWxlIjpudWxsLCJQYXJlbnRTdHlsZSI6bnVsbH0sIlNoYXBlU3R5bGUiOnsiJGlkIjoiMTc0MyIsIk1hcmdpbiI6eyIkaWQiOiIxNzQ0IiwiVG9wIjowLjAsIkxlZnQiOjQuMCwiUmlnaHQiOjQuMCwiQm90dG9tIjowLjB9LCJQYWRkaW5nIjp7IiRpZCI6IjE3NDUiLCJUb3AiOjAuMCwiTGVmdCI6MC4wLCJSaWdodCI6MC4wLCJCb3R0b20iOjAuMH0sIkJhY2tncm91bmQiOnsiJGlkIjoiMTc0NiIsIkNvbG9yIjp7IiRpZCI6IjE3NDciLCJBIjoyNTUsIlIiOjIxLCJHIjo5NiwiQiI6MTMwfX0sIklzVmlzaWJsZSI6dHJ1ZSwiV2lkdGgiOjAuMCwiSGVpZ2h0IjoxMC4wLCJCb3JkZXJTdHlsZSI6eyIkaWQiOiIxNzQ4IiwiTGluZUNvbG9yIjp7IiRpZCI6IjE3NDkiLCIkdHlwZSI6Ik5MUkUuQ29tbW9uLkRvbS5Tb2xpZENvbG9yQnJ1c2gsIE5MUkUuQ29tbW9uIiwiQ29sb3IiOnsiJGlkIjoiMTc1MCIsIkEiOjI1NSwiUiI6MjM0LCJHIjoyMiwiQiI6MzB9fSwiTGluZVdlaWdodCI6MC4wLCJMaW5lVHlwZSI6MCwiUGFyZW50U3R5bGUiOm51bGx9LCJQYXJlbnRTdHlsZSI6bnVsbH0sIlRpdGxlU3R5bGUiOnsiJGlkIjoiMTc1MSIsIkZvbnRTZXR0aW5ncyI6eyIkaWQiOiIxNzUyIiwiRm9udFNpemUiOjExLCJGb250TmFtZSI6IkNhbGlicmkiLCJJc0JvbGQiOmZhbHNlLCJJc0l0YWxpYyI6ZmFsc2UsIklzVW5kZXJsaW5lZCI6ZmFsc2UsIlBhcmVudFN0eWxlIjpudWxsfSwiQXV0b1NpemUiOjAsIkZvcmVncm91bmQiOnsiJGlkIjoiMTc1MyIsIkNvbG9yIjp7IiRpZCI6IjE3NTQ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Tc1NSIsIlRvcCI6MC4wLCJMZWZ0IjowLjAsIlJpZ2h0IjowLjAsIkJvdHRvbSI6MC4wfSwiUGFkZGluZyI6eyIkaWQiOiIxNzU2IiwiVG9wIjowLjAsIkxlZnQiOjAuMCwiUmlnaHQiOjAuMCwiQm90dG9tIjowLjB9LCJCYWNrZ3JvdW5kIjp7IiRpZCI6IjE3NTciLCJDb2xvciI6eyIkaWQiOiIxNzU4IiwiQSI6MCwiUiI6MjU1LCJHIjoyNTUsIkIiOjI1NX19LCJJc1Zpc2libGUiOnRydWUsIldpZHRoIjowLjAsIkhlaWdodCI6MC4wLCJCb3JkZXJTdHlsZSI6eyIkaWQiOiIxNzU5IiwiTGluZUNvbG9yIjpudWxsLCJMaW5lV2VpZ2h0IjowLjAsIkxpbmVUeXBlIjowLCJQYXJlbnRTdHlsZSI6bnVsbH0sIlBhcmVudFN0eWxlIjpudWxsfSwiRGF0ZVN0eWxlIjp7IiRpZCI6IjE3NjAiLCJGb250U2V0dGluZ3MiOnsiJGlkIjoiMTc2MSIsIkZvbnRTaXplIjoxMCwiRm9udE5hbWUiOiJDYWxpYnJpIiwiSXNCb2xkIjpmYWxzZSwiSXNJdGFsaWMiOmZhbHNlLCJJc1VuZGVybGluZWQiOmZhbHNlLCJQYXJlbnRTdHlsZSI6bnVsbH0sIkF1dG9TaXplIjowLCJGb3JlZ3JvdW5kIjp7IiRpZCI6IjE3NjIiLCJDb2xvciI6eyIkaWQiOiIxNzY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3NjQiLCJUb3AiOjAuMCwiTGVmdCI6MC4wLCJSaWdodCI6MC4wLCJCb3R0b20iOjAuMH0sIlBhZGRpbmciOnsiJGlkIjoiMTc2NSIsIlRvcCI6MC4wLCJMZWZ0IjowLjAsIlJpZ2h0IjowLjAsIkJvdHRvbSI6MC4wfSwiQmFja2dyb3VuZCI6eyIkaWQiOiIxNzY2IiwiQ29sb3IiOnsiJGlkIjoiMTc2NyIsIkEiOjAsIlIiOjI1NSwiRyI6MjU1LCJCIjoyNTV9fSwiSXNWaXNpYmxlIjp0cnVlLCJXaWR0aCI6MC4wLCJIZWlnaHQiOjAuMCwiQm9yZGVyU3R5bGUiOnsiJGlkIjoiMTc2OCIsIkxpbmVDb2xvciI6bnVsbCwiTGluZVdlaWdodCI6MC4wLCJMaW5lVHlwZSI6MCwiUGFyZW50U3R5bGUiOm51bGx9LCJQYXJlbnRTdHlsZSI6bnVsbH0sIkRhdGVGb3JtYXQiOnsiJGlkIjoiMTc2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cwIiwiRm9ybWF0IjowLCJJc1Zpc2libGUiOmZhbHNlLCJMYXN0S25vd25WaXNpYmlsaXR5U3RhdGUiOmZhbHNlfSwiSXNWaXNpYmxlIjp0cnVlLCJWYXJpYW5jZVN0eWxlIjp7IiRpZCI6IjE3NzEiLCJUZXh0U3R5bGUiOnsiJGlkIjoiMTc3MiIsIkZvbnRTZXR0aW5ncyI6eyIkaWQiOiIxNzczIiwiRm9udFNpemUiOjEwLCJGb250TmFtZSI6IkNhbGlicmkiLCJJc0JvbGQiOmZhbHNlLCJJc0l0YWxpYyI6ZmFsc2UsIklzVW5kZXJsaW5lZCI6ZmFsc2UsIlBhcmVudFN0eWxlIjpudWxsfSwiQXV0b1NpemUiOjAsIkZvcmVncm91bmQiOnsiJGlkIjoiMTc3NCIsIkNvbG9yIjp7IiRpZCI6IjE3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3NiIsIlRvcCI6MC4wLCJMZWZ0IjowLjAsIlJpZ2h0IjowLjAsIkJvdHRvbSI6MC4wfSwiUGFkZGluZyI6eyIkaWQiOiIxNzc3IiwiVG9wIjowLjAsIkxlZnQiOjAuMCwiUmlnaHQiOjAuMCwiQm90dG9tIjowLjB9LCJCYWNrZ3JvdW5kIjp7IiRpZCI6IjE3NzgiLCJDb2xvciI6eyIkaWQiOiIxNzc5IiwiQSI6MjU1LCJSIjowLCJHIjowLCJCIjowfX0sIklzVmlzaWJsZSI6dHJ1ZSwiV2lkdGgiOjAuMCwiSGVpZ2h0IjowLjAsIkJvcmRlclN0eWxlIjp7IiRpZCI6IjE3ODAiLCJMaW5lQ29sb3IiOm51bGwsIkxpbmVXZWlnaHQiOjAuMCwiTGluZVR5cGUiOjAsIlBhcmVudFN0eWxlIjpudWxsfSwiUGFyZW50U3R5bGUiOm51bGx9LCJQYXJlbnRTdHlsZSI6bnVsbH0sIlBhcmVudFN0eWxlIjpudWxsfSwiSW5kZXgiOjIsIlNtYXJ0RHVyYXRpb25BY3RpdmF0ZWQiOmZhbHNlLCJEYXRlRm9ybWF0Ijp7IiRyZWYiOiIxNzY5In0sIldlZWtOdW1iZXJpbmciOnsiJGlkIjoiMTc4MSIsIkZvcm1hdCI6MCwiSXNWaXNpYmxlIjpmYWxzZSwiTGFzdEtub3duVmlzaWJpbGl0eVN0YXRlIjpmYWxzZX0sIkJhc2VsaW5lRGF0YSI6eyIkaWQiOiIxNzgyIiwiU3RhcnREYXRlIjoiMjAyNi0wOC0zMVQyMzo1OTowMCIsIkVuZERhdGUiOiIyMDI2LTA5LTAyVDIzOjU5OjAwIn0sIklkIjoiZmViNzQ5ZDYtNjNmZC00MWE0LThiZmYtN2NkNzdlYjMzMWY3IiwiSW1wb3J0SWQiOm51bGwsIlRpdGxlIjoiQ2FtZXJhIElNVSBDYWxpYnJhdGlvbiAoRmVyKSIsIk5vdGUiOm51bGwsIkh5cGVybGluayI6eyIkaWQiOiIxNzgzIiwiQWRkcmVzcyI6IiIsIlN1YkFkZHJlc3MiOiIifSwiSXNDaGFuZ2VkIjpmYWxzZSwiSXNOZXciOmZhbHNlfSx7IiRpZCI6IjE3ODQiLCJHcm91cE5hbWUiOm51bGwsIlN0YXJ0RGF0ZSI6IjIwMjYtMDktMDJUMjM6NTk6MDBaIiwiRW5kRGF0ZSI6IjIwMjYtMDktMDhUMjM6NTk6MDBaIiwiUGVyY2VudGFnZUNvbXBsZXRlIjpudWxsLCJTdHlsZSI6eyIkaWQiOiIxNzg1IiwiU2hhcGUiOjEsIlNoYXBlVGhpY2tuZXNzIjowLCJEdXJhdGlvbkZvcm1hdCI6MCwiSW5jbHVkZU5vbldvcmtpbmdEYXlzSW5EdXJhdGlvbiI6ZmFsc2UsIlBlcmNlbnRhZ2VDb21wbGV0ZVN0eWxlIjp7IiRpZCI6IjE3ODYiLCJGb250U2V0dGluZ3MiOnsiJGlkIjoiMTc4NyIsIkZvbnRTaXplIjoxMCwiRm9udE5hbWUiOiJDYWxpYnJpIiwiSXNCb2xkIjpmYWxzZSwiSXNJdGFsaWMiOmZhbHNlLCJJc1VuZGVybGluZWQiOmZhbHNlLCJQYXJlbnRTdHlsZSI6bnVsbH0sIkF1dG9TaXplIjowLCJGb3JlZ3JvdW5kIjp7IiRpZCI6IjE3ODgiLCJDb2xvciI6eyIkaWQiOiIxNzg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3OTAiLCJUb3AiOjAuMCwiTGVmdCI6MC4wLCJSaWdodCI6MC4wLCJCb3R0b20iOjAuMH0sIlBhZGRpbmciOnsiJGlkIjoiMTc5MSIsIlRvcCI6MC4wLCJMZWZ0IjowLjAsIlJpZ2h0IjowLjAsIkJvdHRvbSI6MC4wfSwiQmFja2dyb3VuZCI6eyIkaWQiOiIxNzkyIiwiQ29sb3IiOnsiJGlkIjoiMTc5MyIsIkEiOjg5LCJSIjowLCJHIjowLCJCIjowfX0sIklzVmlzaWJsZSI6dHJ1ZSwiV2lkdGgiOjAuMCwiSGVpZ2h0IjowLjAsIkJvcmRlclN0eWxlIjp7IiRpZCI6IjE3OTQiLCJMaW5lQ29sb3IiOm51bGwsIkxpbmVXZWlnaHQiOjAuMCwiTGluZVR5cGUiOjAsIlBhcmVudFN0eWxlIjpudWxsfSwiUGFyZW50U3R5bGUiOm51bGx9LCJEdXJhdGlvblN0eWxlIjp7IiRpZCI6IjE3OTUiLCJGb250U2V0dGluZ3MiOnsiJGlkIjoiMTc5NiIsIkZvbnRTaXplIjoxMCwiRm9udE5hbWUiOiJDYWxpYnJpIiwiSXNCb2xkIjpmYWxzZSwiSXNJdGFsaWMiOmZhbHNlLCJJc1VuZGVybGluZWQiOmZhbHNlLCJQYXJlbnRTdHlsZSI6bnVsbH0sIkF1dG9TaXplIjowLCJGb3JlZ3JvdW5kIjp7IiRpZCI6IjE3OTciLCJDb2xvciI6eyIkaWQiOiIxNzk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c5OSIsIlRvcCI6MC4wLCJMZWZ0IjowLjAsIlJpZ2h0IjowLjAsIkJvdHRvbSI6MC4wfSwiUGFkZGluZyI6eyIkaWQiOiIxODAwIiwiVG9wIjowLjAsIkxlZnQiOjAuMCwiUmlnaHQiOjAuMCwiQm90dG9tIjowLjB9LCJCYWNrZ3JvdW5kIjp7IiRpZCI6IjE4MDEiLCJDb2xvciI6eyIkaWQiOiIxODAyIiwiQSI6MjU1LCJSIjoyMzcsIkciOjEyNSwiQiI6NDl9fSwiSXNWaXNpYmxlIjp0cnVlLCJXaWR0aCI6MC4wLCJIZWlnaHQiOjAuMCwiQm9yZGVyU3R5bGUiOnsiJGlkIjoiMTgwMyIsIkxpbmVDb2xvciI6bnVsbCwiTGluZVdlaWdodCI6MC4wLCJMaW5lVHlwZSI6MCwiUGFyZW50U3R5bGUiOm51bGx9LCJQYXJlbnRTdHlsZSI6bnVsbH0sIkhvcml6b250YWxDb25uZWN0b3JTdHlsZSI6eyIkaWQiOiIxODA0IiwiTGluZUNvbG9yIjp7IiRpZCI6IjE4MDUiLCIkdHlwZSI6Ik5MUkUuQ29tbW9uLkRvbS5Tb2xpZENvbG9yQnJ1c2gsIE5MUkUuQ29tbW9uIiwiQ29sb3IiOnsiJGlkIjoiMTgwNiIsIkEiOjUxLCJSIjoyMSwiRyI6OTYsIkIiOjEzMH19LCJMaW5lV2VpZ2h0IjoxLjAsIkxpbmVUeXBlIjowLCJQYXJlbnRTdHlsZSI6bnVsbH0sIlZlcnRpY2FsQ29ubmVjdG9yU3R5bGUiOnsiJGlkIjoiMTgwNyIsIkxpbmVDb2xvciI6eyIkaWQiOiIxODA4IiwiJHR5cGUiOiJOTFJFLkNvbW1vbi5Eb20uU29saWRDb2xvckJydXNoLCBOTFJFLkNvbW1vbiIsIkNvbG9yIjp7IiRpZCI6IjE4MDkiLCJBIjo1MSwiUiI6MjEsIkciOjk2LCJCIjoxMzB9fSwiTGluZVdlaWdodCI6MC4wLCJMaW5lVHlwZSI6MCwiUGFyZW50U3R5bGUiOm51bGx9LCJNYXJnaW4iOm51bGwsIlN0YXJ0RGF0ZVBvc2l0aW9uIjo0LCJFbmREYXRlUG9zaXRpb24iOjQsIkRhdGVJc1Zpc2libGUiOnRydWUsIlRpdGxlUG9zaXRpb24iOjUsIkR1cmF0aW9uUG9zaXRpb24iOjYsIlBlcmNlbnRhZ2VDb21wbGV0ZWRQb3NpdGlvbiI6MiwiVmFyaWFuY2VQb3NpdGlvbiI6NiwiU3BhY2luZyI6MywiSXNCZWxvd1RpbWViYW5kIjp0cnVlLCJQZXJjZW50YWdlQ29tcGxldGVTaGFwZU9wYWNpdHkiOjM1LCJCYXNlbGluZVN0eWxlIjp7IiRpZCI6IjE4MTAiLCJTaGFwZVN0eWxlIjp7IiRpZCI6IjE4MTEiLCJNYXJnaW4iOnsiJGlkIjoiMTgxMiIsIlRvcCI6MC4wLCJMZWZ0IjowLjAsIlJpZ2h0IjowLjAsIkJvdHRvbSI6MC4wfSwiUGFkZGluZyI6eyIkaWQiOiIxODEzIiwiVG9wIjowLjAsIkxlZnQiOjAuMCwiUmlnaHQiOjAuMCwiQm90dG9tIjowLjB9LCJCYWNrZ3JvdW5kIjp7IiRpZCI6IjE4MTQiLCJDb2xvciI6eyIkaWQiOiIxODE1IiwiQSI6MTUzLCJSIjowLCJHIjowLCJCIjowfX0sIklzVmlzaWJsZSI6dHJ1ZSwiV2lkdGgiOjAuMCwiSGVpZ2h0IjowLjAsIkJvcmRlclN0eWxlIjpudWxsLCJQYXJlbnRTdHlsZSI6bnVsbH0sIk1hcmdpbiI6eyIkaWQiOiIxODE2IiwiVG9wIjowLjAsIkxlZnQiOjAuMCwiUmlnaHQiOjAuMCwiQm90dG9tIjowLjB9LCJQYWRkaW5nIjp7IiRpZCI6IjE4MTciLCJUb3AiOjAuMCwiTGVmdCI6MC4wLCJSaWdodCI6MC4wLCJCb3R0b20iOjAuMH0sIkJhY2tncm91bmQiOm51bGwsIklzVmlzaWJsZSI6dHJ1ZSwiV2lkdGgiOjAuMCwiSGVpZ2h0IjowLjAsIkJvcmRlclN0eWxlIjpudWxsLCJQYXJlbnRTdHlsZSI6bnVsbH0sIlNoYXBlU3R5bGUiOnsiJGlkIjoiMTgxOCIsIk1hcmdpbiI6eyIkaWQiOiIxODE5IiwiVG9wIjowLjAsIkxlZnQiOjQuMCwiUmlnaHQiOjQuMCwiQm90dG9tIjowLjB9LCJQYWRkaW5nIjp7IiRpZCI6IjE4MjAiLCJUb3AiOjAuMCwiTGVmdCI6MC4wLCJSaWdodCI6MC4wLCJCb3R0b20iOjAuMH0sIkJhY2tncm91bmQiOnsiJGlkIjoiMTgyMSIsIkNvbG9yIjp7IiRpZCI6IjE4MjIiLCJBIjoyNTUsIlIiOjIxLCJHIjo5NiwiQiI6MTMwfX0sIklzVmlzaWJsZSI6dHJ1ZSwiV2lkdGgiOjAuMCwiSGVpZ2h0IjoxMC4wLCJCb3JkZXJTdHlsZSI6eyIkaWQiOiIxODIzIiwiTGluZUNvbG9yIjp7IiRpZCI6IjE4MjQiLCIkdHlwZSI6Ik5MUkUuQ29tbW9uLkRvbS5Tb2xpZENvbG9yQnJ1c2gsIE5MUkUuQ29tbW9uIiwiQ29sb3IiOnsiJGlkIjoiMTgyNSIsIkEiOjI1NSwiUiI6MjM0LCJHIjoyMiwiQiI6MzB9fSwiTGluZVdlaWdodCI6MC4wLCJMaW5lVHlwZSI6MCwiUGFyZW50U3R5bGUiOm51bGx9LCJQYXJlbnRTdHlsZSI6bnVsbH0sIlRpdGxlU3R5bGUiOnsiJGlkIjoiMTgyNiIsIkZvbnRTZXR0aW5ncyI6eyIkaWQiOiIxODI3IiwiRm9udFNpemUiOjExLCJGb250TmFtZSI6IkNhbGlicmkiLCJJc0JvbGQiOmZhbHNlLCJJc0l0YWxpYyI6ZmFsc2UsIklzVW5kZXJsaW5lZCI6ZmFsc2UsIlBhcmVudFN0eWxlIjpudWxsfSwiQXV0b1NpemUiOjAsIkZvcmVncm91bmQiOnsiJGlkIjoiMTgyOCIsIkNvbG9yIjp7IiRpZCI6IjE4Mjk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TgzMCIsIlRvcCI6MC4wLCJMZWZ0IjowLjAsIlJpZ2h0IjowLjAsIkJvdHRvbSI6MC4wfSwiUGFkZGluZyI6eyIkaWQiOiIxODMxIiwiVG9wIjowLjAsIkxlZnQiOjAuMCwiUmlnaHQiOjAuMCwiQm90dG9tIjowLjB9LCJCYWNrZ3JvdW5kIjp7IiRpZCI6IjE4MzIiLCJDb2xvciI6eyIkaWQiOiIxODMzIiwiQSI6MCwiUiI6MjU1LCJHIjoyNTUsIkIiOjI1NX19LCJJc1Zpc2libGUiOnRydWUsIldpZHRoIjowLjAsIkhlaWdodCI6MC4wLCJCb3JkZXJTdHlsZSI6eyIkaWQiOiIxODM0IiwiTGluZUNvbG9yIjpudWxsLCJMaW5lV2VpZ2h0IjowLjAsIkxpbmVUeXBlIjowLCJQYXJlbnRTdHlsZSI6bnVsbH0sIlBhcmVudFN0eWxlIjpudWxsfSwiRGF0ZVN0eWxlIjp7IiRpZCI6IjE4MzUiLCJGb250U2V0dGluZ3MiOnsiJGlkIjoiMTgzNiIsIkZvbnRTaXplIjoxMCwiRm9udE5hbWUiOiJDYWxpYnJpIiwiSXNCb2xkIjpmYWxzZSwiSXNJdGFsaWMiOmZhbHNlLCJJc1VuZGVybGluZWQiOmZhbHNlLCJQYXJlbnRTdHlsZSI6bnVsbH0sIkF1dG9TaXplIjowLCJGb3JlZ3JvdW5kIjp7IiRpZCI6IjE4MzciLCJDb2xvciI6eyIkaWQiOiIxODM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4MzkiLCJUb3AiOjAuMCwiTGVmdCI6MC4wLCJSaWdodCI6MC4wLCJCb3R0b20iOjAuMH0sIlBhZGRpbmciOnsiJGlkIjoiMTg0MCIsIlRvcCI6MC4wLCJMZWZ0IjowLjAsIlJpZ2h0IjowLjAsIkJvdHRvbSI6MC4wfSwiQmFja2dyb3VuZCI6eyIkaWQiOiIxODQxIiwiQ29sb3IiOnsiJGlkIjoiMTg0MiIsIkEiOjAsIlIiOjI1NSwiRyI6MjU1LCJCIjoyNTV9fSwiSXNWaXNpYmxlIjp0cnVlLCJXaWR0aCI6MC4wLCJIZWlnaHQiOjAuMCwiQm9yZGVyU3R5bGUiOnsiJGlkIjoiMTg0MyIsIkxpbmVDb2xvciI6bnVsbCwiTGluZVdlaWdodCI6MC4wLCJMaW5lVHlwZSI6MCwiUGFyZW50U3R5bGUiOm51bGx9LCJQYXJlbnRTdHlsZSI6bnVsbH0sIkRhdGVGb3JtYXQiOnsiJGlkIjoiMTg0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Q1IiwiRm9ybWF0IjowLCJJc1Zpc2libGUiOmZhbHNlLCJMYXN0S25vd25WaXNpYmlsaXR5U3RhdGUiOmZhbHNlfSwiSXNWaXNpYmxlIjp0cnVlLCJWYXJpYW5jZVN0eWxlIjp7IiRpZCI6IjE4NDYiLCJUZXh0U3R5bGUiOnsiJGlkIjoiMTg0NyIsIkZvbnRTZXR0aW5ncyI6eyIkaWQiOiIxODQ4IiwiRm9udFNpemUiOjEwLCJGb250TmFtZSI6IkNhbGlicmkiLCJJc0JvbGQiOmZhbHNlLCJJc0l0YWxpYyI6ZmFsc2UsIklzVW5kZXJsaW5lZCI6ZmFsc2UsIlBhcmVudFN0eWxlIjpudWxsfSwiQXV0b1NpemUiOjAsIkZvcmVncm91bmQiOnsiJGlkIjoiMTg0OSIsIkNvbG9yIjp7IiRpZCI6IjE4N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1MSIsIlRvcCI6MC4wLCJMZWZ0IjowLjAsIlJpZ2h0IjowLjAsIkJvdHRvbSI6MC4wfSwiUGFkZGluZyI6eyIkaWQiOiIxODUyIiwiVG9wIjowLjAsIkxlZnQiOjAuMCwiUmlnaHQiOjAuMCwiQm90dG9tIjowLjB9LCJCYWNrZ3JvdW5kIjp7IiRpZCI6IjE4NTMiLCJDb2xvciI6eyIkaWQiOiIxODU0IiwiQSI6MjU1LCJSIjowLCJHIjowLCJCIjowfX0sIklzVmlzaWJsZSI6dHJ1ZSwiV2lkdGgiOjAuMCwiSGVpZ2h0IjowLjAsIkJvcmRlclN0eWxlIjp7IiRpZCI6IjE4NTUiLCJMaW5lQ29sb3IiOm51bGwsIkxpbmVXZWlnaHQiOjAuMCwiTGluZVR5cGUiOjAsIlBhcmVudFN0eWxlIjpudWxsfSwiUGFyZW50U3R5bGUiOm51bGx9LCJQYXJlbnRTdHlsZSI6bnVsbH0sIlBhcmVudFN0eWxlIjpudWxsfSwiSW5kZXgiOjMsIlNtYXJ0RHVyYXRpb25BY3RpdmF0ZWQiOmZhbHNlLCJEYXRlRm9ybWF0Ijp7IiRyZWYiOiIxODQ0In0sIldlZWtOdW1iZXJpbmciOnsiJGlkIjoiMTg1NiIsIkZvcm1hdCI6MCwiSXNWaXNpYmxlIjpmYWxzZSwiTGFzdEtub3duVmlzaWJpbGl0eVN0YXRlIjpmYWxzZX0sIkJhc2VsaW5lRGF0YSI6eyIkaWQiOiIxODU3IiwiU3RhcnREYXRlIjoiMjAyNi0wOS0wMlQyMzo1OTowMCIsIkVuZERhdGUiOiIyMDI2LTA5LTA4VDIzOjU5OjAwIn0sIklkIjoiNTNjNjJmYTQtYjFjZS00NzNmLWJmY2MtYTg4ODBlYjNhMjRlIiwiSW1wb3J0SWQiOm51bGwsIlRpdGxlIjoiRXZlbnQgQmFzZWQgVklPIiwiTm90ZSI6bnVsbCwiSHlwZXJsaW5rIjp7IiRpZCI6IjE4NTgiLCJBZGRyZXNzIjoiIiwiU3ViQWRkcmVzcyI6IiJ9LCJJc0NoYW5nZWQiOmZhbHNlLCJJc05ldyI6ZmFsc2V9LHsiJGlkIjoiMTg1OSIsIkdyb3VwTmFtZSI6bnVsbCwiU3RhcnREYXRlIjoiMjAyNi0wOS0wN1QyMzo1OTowMFoiLCJFbmREYXRlIjoiMjAyNi0wOS0wOVQyMzo1OTowMFoiLCJQZXJjZW50YWdlQ29tcGxldGUiOm51bGwsIlN0eWxlIjp7IiRpZCI6IjE4NjAiLCJTaGFwZSI6MSwiU2hhcGVUaGlja25lc3MiOjAsIkR1cmF0aW9uRm9ybWF0IjowLCJJbmNsdWRlTm9uV29ya2luZ0RheXNJbkR1cmF0aW9uIjpmYWxzZSwiUGVyY2VudGFnZUNvbXBsZXRlU3R5bGUiOnsiJGlkIjoiMTg2MSIsIkZvbnRTZXR0aW5ncyI6eyIkaWQiOiIxODYyIiwiRm9udFNpemUiOjEwLCJGb250TmFtZSI6IkNhbGlicmkiLCJJc0JvbGQiOmZhbHNlLCJJc0l0YWxpYyI6ZmFsc2UsIklzVW5kZXJsaW5lZCI6ZmFsc2UsIlBhcmVudFN0eWxlIjpudWxsfSwiQXV0b1NpemUiOjAsIkZvcmVncm91bmQiOnsiJGlkIjoiMTg2MyIsIkNvbG9yIjp7IiRpZCI6IjE4N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2NSIsIlRvcCI6MC4wLCJMZWZ0IjowLjAsIlJpZ2h0IjowLjAsIkJvdHRvbSI6MC4wfSwiUGFkZGluZyI6eyIkaWQiOiIxODY2IiwiVG9wIjowLjAsIkxlZnQiOjAuMCwiUmlnaHQiOjAuMCwiQm90dG9tIjowLjB9LCJCYWNrZ3JvdW5kIjp7IiRpZCI6IjE4NjciLCJDb2xvciI6eyIkaWQiOiIxODY4IiwiQSI6ODksIlIiOjAsIkciOjAsIkIiOjB9fSwiSXNWaXNpYmxlIjp0cnVlLCJXaWR0aCI6MC4wLCJIZWlnaHQiOjAuMCwiQm9yZGVyU3R5bGUiOnsiJGlkIjoiMTg2OSIsIkxpbmVDb2xvciI6bnVsbCwiTGluZVdlaWdodCI6MC4wLCJMaW5lVHlwZSI6MCwiUGFyZW50U3R5bGUiOm51bGx9LCJQYXJlbnRTdHlsZSI6bnVsbH0sIkR1cmF0aW9uU3R5bGUiOnsiJGlkIjoiMTg3MCIsIkZvbnRTZXR0aW5ncyI6eyIkaWQiOiIxODcxIiwiRm9udFNpemUiOjEwLCJGb250TmFtZSI6IkNhbGlicmkiLCJJc0JvbGQiOmZhbHNlLCJJc0l0YWxpYyI6ZmFsc2UsIklzVW5kZXJsaW5lZCI6ZmFsc2UsIlBhcmVudFN0eWxlIjpudWxsfSwiQXV0b1NpemUiOjAsIkZvcmVncm91bmQiOnsiJGlkIjoiMTg3MiIsIkNvbG9yIjp7IiRpZCI6IjE4N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c0IiwiVG9wIjowLjAsIkxlZnQiOjAuMCwiUmlnaHQiOjAuMCwiQm90dG9tIjowLjB9LCJQYWRkaW5nIjp7IiRpZCI6IjE4NzUiLCJUb3AiOjAuMCwiTGVmdCI6MC4wLCJSaWdodCI6MC4wLCJCb3R0b20iOjAuMH0sIkJhY2tncm91bmQiOnsiJGlkIjoiMTg3NiIsIkNvbG9yIjp7IiRpZCI6IjE4NzciLCJBIjoyNTUsIlIiOjIzNywiRyI6MTI1LCJCIjo0OX19LCJJc1Zpc2libGUiOnRydWUsIldpZHRoIjowLjAsIkhlaWdodCI6MC4wLCJCb3JkZXJTdHlsZSI6eyIkaWQiOiIxODc4IiwiTGluZUNvbG9yIjpudWxsLCJMaW5lV2VpZ2h0IjowLjAsIkxpbmVUeXBlIjowLCJQYXJlbnRTdHlsZSI6bnVsbH0sIlBhcmVudFN0eWxlIjpudWxsfSwiSG9yaXpvbnRhbENvbm5lY3RvclN0eWxlIjp7IiRpZCI6IjE4NzkiLCJMaW5lQ29sb3IiOnsiJGlkIjoiMTg4MCIsIiR0eXBlIjoiTkxSRS5Db21tb24uRG9tLlNvbGlkQ29sb3JCcnVzaCwgTkxSRS5Db21tb24iLCJDb2xvciI6eyIkaWQiOiIxODgxIiwiQSI6NTEsIlIiOjIxLCJHIjo5NiwiQiI6MTMwfX0sIkxpbmVXZWlnaHQiOjEuMCwiTGluZVR5cGUiOjAsIlBhcmVudFN0eWxlIjpudWxsfSwiVmVydGljYWxDb25uZWN0b3JTdHlsZSI6eyIkaWQiOiIxODgyIiwiTGluZUNvbG9yIjp7IiRpZCI6IjE4ODMiLCIkdHlwZSI6Ik5MUkUuQ29tbW9uLkRvbS5Tb2xpZENvbG9yQnJ1c2gsIE5MUkUuQ29tbW9uIiwiQ29sb3IiOnsiJGlkIjoiMTg4NC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yLCJWYXJpYW5jZVBvc2l0aW9uIjo2LCJTcGFjaW5nIjozLCJJc0JlbG93VGltZWJhbmQiOnRydWUsIlBlcmNlbnRhZ2VDb21wbGV0ZVNoYXBlT3BhY2l0eSI6MzUsIkJhc2VsaW5lU3R5bGUiOnsiJGlkIjoiMTg4NSIsIlNoYXBlU3R5bGUiOnsiJGlkIjoiMTg4NiIsIk1hcmdpbiI6eyIkaWQiOiIxODg3IiwiVG9wIjowLjAsIkxlZnQiOjAuMCwiUmlnaHQiOjAuMCwiQm90dG9tIjowLjB9LCJQYWRkaW5nIjp7IiRpZCI6IjE4ODgiLCJUb3AiOjAuMCwiTGVmdCI6MC4wLCJSaWdodCI6MC4wLCJCb3R0b20iOjAuMH0sIkJhY2tncm91bmQiOnsiJGlkIjoiMTg4OSIsIkNvbG9yIjp7IiRpZCI6IjE4OTAiLCJBIjoxNTMsIlIiOjAsIkciOjAsIkIiOjB9fSwiSXNWaXNpYmxlIjp0cnVlLCJXaWR0aCI6MC4wLCJIZWlnaHQiOjAuMCwiQm9yZGVyU3R5bGUiOm51bGwsIlBhcmVudFN0eWxlIjpudWxsfSwiTWFyZ2luIjp7IiRpZCI6IjE4OTEiLCJUb3AiOjAuMCwiTGVmdCI6MC4wLCJSaWdodCI6MC4wLCJCb3R0b20iOjAuMH0sIlBhZGRpbmciOnsiJGlkIjoiMTg5MiIsIlRvcCI6MC4wLCJMZWZ0IjowLjAsIlJpZ2h0IjowLjAsIkJvdHRvbSI6MC4wfSwiQmFja2dyb3VuZCI6bnVsbCwiSXNWaXNpYmxlIjp0cnVlLCJXaWR0aCI6MC4wLCJIZWlnaHQiOjAuMCwiQm9yZGVyU3R5bGUiOm51bGwsIlBhcmVudFN0eWxlIjpudWxsfSwiU2hhcGVTdHlsZSI6eyIkaWQiOiIxODkzIiwiTWFyZ2luIjp7IiRpZCI6IjE4OTQiLCJUb3AiOjAuMCwiTGVmdCI6NC4wLCJSaWdodCI6NC4wLCJCb3R0b20iOjAuMH0sIlBhZGRpbmciOnsiJGlkIjoiMTg5NSIsIlRvcCI6MC4wLCJMZWZ0IjowLjAsIlJpZ2h0IjowLjAsIkJvdHRvbSI6MC4wfSwiQmFja2dyb3VuZCI6eyIkaWQiOiIxODk2IiwiQ29sb3IiOnsiJGlkIjoiMTg5NyIsIkEiOjI1NSwiUiI6MTYwLCJHIjo0MywiQiI6MTQ3fX0sIklzVmlzaWJsZSI6dHJ1ZSwiV2lkdGgiOjAuMCwiSGVpZ2h0IjoxMC4wLCJCb3JkZXJTdHlsZSI6eyIkaWQiOiIxODk4IiwiTGluZUNvbG9yIjp7IiRpZCI6IjE4OTkiLCIkdHlwZSI6Ik5MUkUuQ29tbW9uLkRvbS5Tb2xpZENvbG9yQnJ1c2gsIE5MUkUuQ29tbW9uIiwiQ29sb3IiOnsiJGlkIjoiMTkwMCIsIkEiOjI1NSwiUiI6MjM0LCJHIjoyMiwiQiI6MzB9fSwiTGluZVdlaWdodCI6MC4wLCJMaW5lVHlwZSI6MCwiUGFyZW50U3R5bGUiOm51bGx9LCJQYXJlbnRTdHlsZSI6bnVsbH0sIlRpdGxlU3R5bGUiOnsiJGlkIjoiMTkwMSIsIkZvbnRTZXR0aW5ncyI6eyIkaWQiOiIxOTAyIiwiRm9udFNpemUiOjExLCJGb250TmFtZSI6IkNhbGlicmkiLCJJc0JvbGQiOmZhbHNlLCJJc0l0YWxpYyI6ZmFsc2UsIklzVW5kZXJsaW5lZCI6ZmFsc2UsIlBhcmVudFN0eWxlIjpudWxsfSwiQXV0b1NpemUiOjAsIkZvcmVncm91bmQiOnsiJGlkIjoiMTkwMyIsIkNvbG9yIjp7IiRpZCI6IjE5MDQ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TkwNSIsIlRvcCI6MC4wLCJMZWZ0IjowLjAsIlJpZ2h0IjowLjAsIkJvdHRvbSI6MC4wfSwiUGFkZGluZyI6eyIkaWQiOiIxOTA2IiwiVG9wIjowLjAsIkxlZnQiOjAuMCwiUmlnaHQiOjAuMCwiQm90dG9tIjowLjB9LCJCYWNrZ3JvdW5kIjp7IiRpZCI6IjE5MDciLCJDb2xvciI6eyIkaWQiOiIxOTA4IiwiQSI6MCwiUiI6MjU1LCJHIjoyNTUsIkIiOjI1NX19LCJJc1Zpc2libGUiOnRydWUsIldpZHRoIjowLjAsIkhlaWdodCI6MC4wLCJCb3JkZXJTdHlsZSI6eyIkaWQiOiIxOTA5IiwiTGluZUNvbG9yIjpudWxsLCJMaW5lV2VpZ2h0IjowLjAsIkxpbmVUeXBlIjowLCJQYXJlbnRTdHlsZSI6bnVsbH0sIlBhcmVudFN0eWxlIjpudWxsfSwiRGF0ZVN0eWxlIjp7IiRpZCI6IjE5MTAiLCJGb250U2V0dGluZ3MiOnsiJGlkIjoiMTkxMSIsIkZvbnRTaXplIjoxMCwiRm9udE5hbWUiOiJDYWxpYnJpIiwiSXNCb2xkIjpmYWxzZSwiSXNJdGFsaWMiOmZhbHNlLCJJc1VuZGVybGluZWQiOmZhbHNlLCJQYXJlbnRTdHlsZSI6bnVsbH0sIkF1dG9TaXplIjowLCJGb3JlZ3JvdW5kIjp7IiRpZCI6IjE5MTIiLCJDb2xvciI6eyIkaWQiOiIxOTE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5MTQiLCJUb3AiOjAuMCwiTGVmdCI6MC4wLCJSaWdodCI6MC4wLCJCb3R0b20iOjAuMH0sIlBhZGRpbmciOnsiJGlkIjoiMTkxNSIsIlRvcCI6MC4wLCJMZWZ0IjowLjAsIlJpZ2h0IjowLjAsIkJvdHRvbSI6MC4wfSwiQmFja2dyb3VuZCI6eyIkaWQiOiIxOTE2IiwiQ29sb3IiOnsiJGlkIjoiMTkxNyIsIkEiOjAsIlIiOjI1NSwiRyI6MjU1LCJCIjoyNTV9fSwiSXNWaXNpYmxlIjp0cnVlLCJXaWR0aCI6MC4wLCJIZWlnaHQiOjAuMCwiQm9yZGVyU3R5bGUiOnsiJGlkIjoiMTkxOCIsIkxpbmVDb2xvciI6bnVsbCwiTGluZVdlaWdodCI6MC4wLCJMaW5lVHlwZSI6MCwiUGFyZW50U3R5bGUiOm51bGx9LCJQYXJlbnRTdHlsZSI6bnVsbH0sIkRhdGVGb3JtYXQiOnsiJGlkIjoiMTkx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IwIiwiRm9ybWF0IjowLCJJc1Zpc2libGUiOmZhbHNlLCJMYXN0S25vd25WaXNpYmlsaXR5U3RhdGUiOmZhbHNlfSwiSXNWaXNpYmxlIjp0cnVlLCJWYXJpYW5jZVN0eWxlIjp7IiRpZCI6IjE5MjEiLCJUZXh0U3R5bGUiOnsiJGlkIjoiMTkyMiIsIkZvbnRTZXR0aW5ncyI6eyIkaWQiOiIxOTIzIiwiRm9udFNpemUiOjEwLCJGb250TmFtZSI6IkNhbGlicmkiLCJJc0JvbGQiOmZhbHNlLCJJc0l0YWxpYyI6ZmFsc2UsIklzVW5kZXJsaW5lZCI6ZmFsc2UsIlBhcmVudFN0eWxlIjpudWxsfSwiQXV0b1NpemUiOjAsIkZvcmVncm91bmQiOnsiJGlkIjoiMTkyNCIsIkNvbG9yIjp7IiRpZCI6IjE5Mj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yNiIsIlRvcCI6MC4wLCJMZWZ0IjowLjAsIlJpZ2h0IjowLjAsIkJvdHRvbSI6MC4wfSwiUGFkZGluZyI6eyIkaWQiOiIxOTI3IiwiVG9wIjowLjAsIkxlZnQiOjAuMCwiUmlnaHQiOjAuMCwiQm90dG9tIjowLjB9LCJCYWNrZ3JvdW5kIjp7IiRpZCI6IjE5MjgiLCJDb2xvciI6eyIkaWQiOiIxOTI5IiwiQSI6MjU1LCJSIjowLCJHIjowLCJCIjowfX0sIklzVmlzaWJsZSI6dHJ1ZSwiV2lkdGgiOjAuMCwiSGVpZ2h0IjowLjAsIkJvcmRlclN0eWxlIjp7IiRpZCI6IjE5MzAiLCJMaW5lQ29sb3IiOm51bGwsIkxpbmVXZWlnaHQiOjAuMCwiTGluZVR5cGUiOjAsIlBhcmVudFN0eWxlIjpudWxsfSwiUGFyZW50U3R5bGUiOm51bGx9LCJQYXJlbnRTdHlsZSI6bnVsbH0sIlBhcmVudFN0eWxlIjpudWxsfSwiSW5kZXgiOjQsIlNtYXJ0RHVyYXRpb25BY3RpdmF0ZWQiOmZhbHNlLCJEYXRlRm9ybWF0Ijp7IiRyZWYiOiIxOTE5In0sIldlZWtOdW1iZXJpbmciOnsiJGlkIjoiMTkzMSIsIkZvcm1hdCI6MCwiSXNWaXNpYmxlIjpmYWxzZSwiTGFzdEtub3duVmlzaWJpbGl0eVN0YXRlIjpmYWxzZX0sIkJhc2VsaW5lRGF0YSI6eyIkaWQiOiIxOTMyIiwiU3RhcnREYXRlIjoiMjAyNi0wOS0wN1QyMzo1OTowMCIsIkVuZERhdGUiOiIyMDI2LTA5LTA5VDIzOjU5OjAwIn0sIklkIjoiOTc5NzE5Y2EtYjA2YS00ZTBmLTk3ZTQtNDhiNzQwOWFjOTIyIiwiSW1wb3J0SWQiOm51bGwsIlRpdGxlIjoiRmxpZ2h0cyAoQ2xvc2luZyB0aGUgbG9vcCkiLCJOb3RlIjpudWxsLCJIeXBlcmxpbmsiOnsiJGlkIjoiMTkzMyIsIkFkZHJlc3MiOiIiLCJTdWJBZGRyZXNzIjoiIn0sIklzQ2hhbmdlZCI6ZmFsc2UsIklzTmV3IjpmYWxzZX0seyIkaWQiOiIxOTM0IiwiR3JvdXBOYW1lIjpudWxsLCJTdGFydERhdGUiOiIyMDI2LTA5LTA5VDIzOjU5OjAwWiIsIkVuZERhdGUiOiIyMDI2LTA5LTE1VDIzOjU5OjAwWiIsIlBlcmNlbnRhZ2VDb21wbGV0ZSI6bnVsbCwiU3R5bGUiOnsiJGlkIjoiMTkzNSIsIlNoYXBlIjoxLCJTaGFwZVRoaWNrbmVzcyI6MCwiRHVyYXRpb25Gb3JtYXQiOjAsIkluY2x1ZGVOb25Xb3JraW5nRGF5c0luRHVyYXRpb24iOmZhbHNlLCJQZXJjZW50YWdlQ29tcGxldGVTdHlsZSI6eyIkaWQiOiIxOTM2IiwiRm9udFNldHRpbmdzIjp7IiRpZCI6IjE5MzciLCJGb250U2l6ZSI6MTAsIkZvbnROYW1lIjoiQ2FsaWJyaSIsIklzQm9sZCI6ZmFsc2UsIklzSXRhbGljIjpmYWxzZSwiSXNVbmRlcmxpbmVkIjpmYWxzZSwiUGFyZW50U3R5bGUiOm51bGx9LCJBdXRvU2l6ZSI6MCwiRm9yZWdyb3VuZCI6eyIkaWQiOiIxOTM4IiwiQ29sb3IiOnsiJGlkIjoiMTkz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OTQwIiwiVG9wIjowLjAsIkxlZnQiOjAuMCwiUmlnaHQiOjAuMCwiQm90dG9tIjowLjB9LCJQYWRkaW5nIjp7IiRpZCI6IjE5NDEiLCJUb3AiOjAuMCwiTGVmdCI6MC4wLCJSaWdodCI6MC4wLCJCb3R0b20iOjAuMH0sIkJhY2tncm91bmQiOnsiJGlkIjoiMTk0MiIsIkNvbG9yIjp7IiRpZCI6IjE5NDMiLCJBIjo4OSwiUiI6MCwiRyI6MCwiQiI6MH19LCJJc1Zpc2libGUiOnRydWUsIldpZHRoIjowLjAsIkhlaWdodCI6MC4wLCJCb3JkZXJTdHlsZSI6eyIkaWQiOiIxOTQ0IiwiTGluZUNvbG9yIjpudWxsLCJMaW5lV2VpZ2h0IjowLjAsIkxpbmVUeXBlIjowLCJQYXJlbnRTdHlsZSI6bnVsbH0sIlBhcmVudFN0eWxlIjpudWxsfSwiRHVyYXRpb25TdHlsZSI6eyIkaWQiOiIxOTQ1IiwiRm9udFNldHRpbmdzIjp7IiRpZCI6IjE5NDYiLCJGb250U2l6ZSI6MTAsIkZvbnROYW1lIjoiQ2FsaWJyaSIsIklzQm9sZCI6ZmFsc2UsIklzSXRhbGljIjpmYWxzZSwiSXNVbmRlcmxpbmVkIjpmYWxzZSwiUGFyZW50U3R5bGUiOm51bGx9LCJBdXRvU2l6ZSI6MCwiRm9yZWdyb3VuZCI6eyIkaWQiOiIxOTQ3IiwiQ29sb3IiOnsiJGlkIjoiMTk0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5NDkiLCJUb3AiOjAuMCwiTGVmdCI6MC4wLCJSaWdodCI6MC4wLCJCb3R0b20iOjAuMH0sIlBhZGRpbmciOnsiJGlkIjoiMTk1MCIsIlRvcCI6MC4wLCJMZWZ0IjowLjAsIlJpZ2h0IjowLjAsIkJvdHRvbSI6MC4wfSwiQmFja2dyb3VuZCI6eyIkaWQiOiIxOTUxIiwiQ29sb3IiOnsiJGlkIjoiMTk1MiIsIkEiOjI1NSwiUiI6MjM3LCJHIjoxMjUsIkIiOjQ5fX0sIklzVmlzaWJsZSI6dHJ1ZSwiV2lkdGgiOjAuMCwiSGVpZ2h0IjowLjAsIkJvcmRlclN0eWxlIjp7IiRpZCI6IjE5NTMiLCJMaW5lQ29sb3IiOm51bGwsIkxpbmVXZWlnaHQiOjAuMCwiTGluZVR5cGUiOjAsIlBhcmVudFN0eWxlIjpudWxsfSwiUGFyZW50U3R5bGUiOm51bGx9LCJIb3Jpem9udGFsQ29ubmVjdG9yU3R5bGUiOnsiJGlkIjoiMTk1NCIsIkxpbmVDb2xvciI6eyIkaWQiOiIxOTU1IiwiJHR5cGUiOiJOTFJFLkNvbW1vbi5Eb20uU29saWRDb2xvckJydXNoLCBOTFJFLkNvbW1vbiIsIkNvbG9yIjp7IiRpZCI6IjE5NTYiLCJBIjo1MSwiUiI6MjEsIkciOjk2LCJCIjoxMzB9fSwiTGluZVdlaWdodCI6MS4wLCJMaW5lVHlwZSI6MCwiUGFyZW50U3R5bGUiOm51bGx9LCJWZXJ0aWNhbENvbm5lY3RvclN0eWxlIjp7IiRpZCI6IjE5NTciLCJMaW5lQ29sb3IiOnsiJGlkIjoiMTk1OCIsIiR0eXBlIjoiTkxSRS5Db21tb24uRG9tLlNvbGlkQ29sb3JCcnVzaCwgTkxSRS5Db21tb24iLCJDb2xvciI6eyIkaWQiOiIxOTU5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xOTYwIiwiU2hhcGVTdHlsZSI6eyIkaWQiOiIxOTYxIiwiTWFyZ2luIjp7IiRpZCI6IjE5NjIiLCJUb3AiOjAuMCwiTGVmdCI6MC4wLCJSaWdodCI6MC4wLCJCb3R0b20iOjAuMH0sIlBhZGRpbmciOnsiJGlkIjoiMTk2MyIsIlRvcCI6MC4wLCJMZWZ0IjowLjAsIlJpZ2h0IjowLjAsIkJvdHRvbSI6MC4wfSwiQmFja2dyb3VuZCI6eyIkaWQiOiIxOTY0IiwiQ29sb3IiOnsiJGlkIjoiMTk2NSIsIkEiOjE1MywiUiI6MCwiRyI6MCwiQiI6MH19LCJJc1Zpc2libGUiOnRydWUsIldpZHRoIjowLjAsIkhlaWdodCI6MC4wLCJCb3JkZXJTdHlsZSI6bnVsbCwiUGFyZW50U3R5bGUiOm51bGx9LCJNYXJnaW4iOnsiJGlkIjoiMTk2NiIsIlRvcCI6MC4wLCJMZWZ0IjowLjAsIlJpZ2h0IjowLjAsIkJvdHRvbSI6MC4wfSwiUGFkZGluZyI6eyIkaWQiOiIxOTY3IiwiVG9wIjowLjAsIkxlZnQiOjAuMCwiUmlnaHQiOjAuMCwiQm90dG9tIjowLjB9LCJCYWNrZ3JvdW5kIjpudWxsLCJJc1Zpc2libGUiOnRydWUsIldpZHRoIjowLjAsIkhlaWdodCI6MC4wLCJCb3JkZXJTdHlsZSI6bnVsbCwiUGFyZW50U3R5bGUiOm51bGx9LCJTaGFwZVN0eWxlIjp7IiRpZCI6IjE5NjgiLCJNYXJnaW4iOnsiJGlkIjoiMTk2OSIsIlRvcCI6MC4wLCJMZWZ0Ijo0LjAsIlJpZ2h0Ijo0LjAsIkJvdHRvbSI6MC4wfSwiUGFkZGluZyI6eyIkaWQiOiIxOTcwIiwiVG9wIjowLjAsIkxlZnQiOjAuMCwiUmlnaHQiOjAuMCwiQm90dG9tIjowLjB9LCJCYWNrZ3JvdW5kIjp7IiRpZCI6IjE5NzEiLCJDb2xvciI6eyIkaWQiOiIxOTcyIiwiQSI6MjU1LCJSIjoxNjAsIkciOjQzLCJCIjoxNDd9fSwiSXNWaXNpYmxlIjp0cnVlLCJXaWR0aCI6MC4wLCJIZWlnaHQiOjEwLjAsIkJvcmRlclN0eWxlIjp7IiRpZCI6IjE5NzMiLCJMaW5lQ29sb3IiOnsiJGlkIjoiMTk3NCIsIiR0eXBlIjoiTkxSRS5Db21tb24uRG9tLlNvbGlkQ29sb3JCcnVzaCwgTkxSRS5Db21tb24iLCJDb2xvciI6eyIkaWQiOiIxOTc1IiwiQSI6MjU1LCJSIjoyMzQsIkciOjIyLCJCIjozMH19LCJMaW5lV2VpZ2h0IjowLjAsIkxpbmVUeXBlIjowLCJQYXJlbnRTdHlsZSI6bnVsbH0sIlBhcmVudFN0eWxlIjpudWxsfSwiVGl0bGVTdHlsZSI6eyIkaWQiOiIxOTc2IiwiRm9udFNldHRpbmdzIjp7IiRpZCI6IjE5NzciLCJGb250U2l6ZSI6MTEsIkZvbnROYW1lIjoiQ2FsaWJyaSIsIklzQm9sZCI6ZmFsc2UsIklzSXRhbGljIjpmYWxzZSwiSXNVbmRlcmxpbmVkIjpmYWxzZSwiUGFyZW50U3R5bGUiOm51bGx9LCJBdXRvU2l6ZSI6MCwiRm9yZWdyb3VuZCI6eyIkaWQiOiIxOTc4IiwiQ29sb3IiOnsiJGlkIjoiMTk3OS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OTgwIiwiVG9wIjowLjAsIkxlZnQiOjAuMCwiUmlnaHQiOjAuMCwiQm90dG9tIjowLjB9LCJQYWRkaW5nIjp7IiRpZCI6IjE5ODEiLCJUb3AiOjAuMCwiTGVmdCI6MC4wLCJSaWdodCI6MC4wLCJCb3R0b20iOjAuMH0sIkJhY2tncm91bmQiOnsiJGlkIjoiMTk4MiIsIkNvbG9yIjp7IiRpZCI6IjE5ODMiLCJBIjowLCJSIjoyNTUsIkciOjI1NSwiQiI6MjU1fX0sIklzVmlzaWJsZSI6dHJ1ZSwiV2lkdGgiOjAuMCwiSGVpZ2h0IjowLjAsIkJvcmRlclN0eWxlIjp7IiRpZCI6IjE5ODQiLCJMaW5lQ29sb3IiOm51bGwsIkxpbmVXZWlnaHQiOjAuMCwiTGluZVR5cGUiOjAsIlBhcmVudFN0eWxlIjpudWxsfSwiUGFyZW50U3R5bGUiOm51bGx9LCJEYXRlU3R5bGUiOnsiJGlkIjoiMTk4NSIsIkZvbnRTZXR0aW5ncyI6eyIkaWQiOiIxOTg2IiwiRm9udFNpemUiOjEwLCJGb250TmFtZSI6IkNhbGlicmkiLCJJc0JvbGQiOmZhbHNlLCJJc0l0YWxpYyI6ZmFsc2UsIklzVW5kZXJsaW5lZCI6ZmFsc2UsIlBhcmVudFN0eWxlIjpudWxsfSwiQXV0b1NpemUiOjAsIkZvcmVncm91bmQiOnsiJGlkIjoiMTk4NyIsIkNvbG9yIjp7IiRpZCI6IjE5OD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k4OSIsIlRvcCI6MC4wLCJMZWZ0IjowLjAsIlJpZ2h0IjowLjAsIkJvdHRvbSI6MC4wfSwiUGFkZGluZyI6eyIkaWQiOiIxOTkwIiwiVG9wIjowLjAsIkxlZnQiOjAuMCwiUmlnaHQiOjAuMCwiQm90dG9tIjowLjB9LCJCYWNrZ3JvdW5kIjp7IiRpZCI6IjE5OTEiLCJDb2xvciI6eyIkaWQiOiIxOTkyIiwiQSI6MCwiUiI6MjU1LCJHIjoyNTUsIkIiOjI1NX19LCJJc1Zpc2libGUiOnRydWUsIldpZHRoIjowLjAsIkhlaWdodCI6MC4wLCJCb3JkZXJTdHlsZSI6eyIkaWQiOiIxOTkzIiwiTGluZUNvbG9yIjpudWxsLCJMaW5lV2VpZ2h0IjowLjAsIkxpbmVUeXBlIjowLCJQYXJlbnRTdHlsZSI6bnVsbH0sIlBhcmVudFN0eWxlIjpudWxsfSwiRGF0ZUZvcm1hdCI6eyIkaWQiOiIxOT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OTUiLCJGb3JtYXQiOjAsIklzVmlzaWJsZSI6ZmFsc2UsIkxhc3RLbm93blZpc2liaWxpdHlTdGF0ZSI6ZmFsc2V9LCJJc1Zpc2libGUiOnRydWUsIlZhcmlhbmNlU3R5bGUiOnsiJGlkIjoiMTk5NiIsIlRleHRTdHlsZSI6eyIkaWQiOiIxOTk3IiwiRm9udFNldHRpbmdzIjp7IiRpZCI6IjE5OTgiLCJGb250U2l6ZSI6MTAsIkZvbnROYW1lIjoiQ2FsaWJyaSIsIklzQm9sZCI6ZmFsc2UsIklzSXRhbGljIjpmYWxzZSwiSXNVbmRlcmxpbmVkIjpmYWxzZSwiUGFyZW50U3R5bGUiOm51bGx9LCJBdXRvU2l6ZSI6MCwiRm9yZWdyb3VuZCI6eyIkaWQiOiIxOTk5IiwiQ29sb3IiOnsiJGlkIjoiMjAw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DAxIiwiVG9wIjowLjAsIkxlZnQiOjAuMCwiUmlnaHQiOjAuMCwiQm90dG9tIjowLjB9LCJQYWRkaW5nIjp7IiRpZCI6IjIwMDIiLCJUb3AiOjAuMCwiTGVmdCI6MC4wLCJSaWdodCI6MC4wLCJCb3R0b20iOjAuMH0sIkJhY2tncm91bmQiOnsiJGlkIjoiMjAwMyIsIkNvbG9yIjp7IiRpZCI6IjIwMDQiLCJBIjoyNTUsIlIiOjAsIkciOjAsIkIiOjB9fSwiSXNWaXNpYmxlIjp0cnVlLCJXaWR0aCI6MC4wLCJIZWlnaHQiOjAuMCwiQm9yZGVyU3R5bGUiOnsiJGlkIjoiMjAwNSIsIkxpbmVDb2xvciI6bnVsbCwiTGluZVdlaWdodCI6MC4wLCJMaW5lVHlwZSI6MCwiUGFyZW50U3R5bGUiOm51bGx9LCJQYXJlbnRTdHlsZSI6bnVsbH0sIlBhcmVudFN0eWxlIjpudWxsfSwiUGFyZW50U3R5bGUiOm51bGx9LCJJbmRleCI6NSwiU21hcnREdXJhdGlvbkFjdGl2YXRlZCI6ZmFsc2UsIkRhdGVGb3JtYXQiOnsiJHJlZiI6IjE5OTQifSwiV2Vla051bWJlcmluZyI6eyIkaWQiOiIyMDA2IiwiRm9ybWF0IjowLCJJc1Zpc2libGUiOmZhbHNlLCJMYXN0S25vd25WaXNpYmlsaXR5U3RhdGUiOmZhbHNlfSwiQmFzZWxpbmVEYXRhIjp7IiRpZCI6IjIwMDciLCJTdGFydERhdGUiOiIyMDI2LTA5LTA5VDIzOjU5OjAwIiwiRW5kRGF0ZSI6IjIwMjYtMDktMTVUMjM6NTk6MDAifSwiSWQiOiI2MjczZDg3Ny1jZDU2LTRhOWMtOWMyYi1hZDQ2N2Y1ZWZiYjAiLCJJbXBvcnRJZCI6bnVsbCwiVGl0bGUiOiJFdmVudCBCYXNlZCBTTEFNIiwiTm90ZSI6bnVsbCwiSHlwZXJsaW5rIjp7IiRpZCI6IjIwMDgiLCJBZGRyZXNzIjoiIiwiU3ViQWRkcmVzcyI6IiJ9LCJJc0NoYW5nZWQiOmZhbHNlLCJJc05ldyI6ZmFsc2V9LHsiJGlkIjoiMjAwOSIsIkdyb3VwTmFtZSI6bnVsbCwiU3RhcnREYXRlIjoiMjAyNi0wOS0xNlQyMzo1OTowMFoiLCJFbmREYXRlIjoiMjAyNi0wOS0yOVQyMzo1OTowMFoiLCJQZXJjZW50YWdlQ29tcGxldGUiOm51bGwsIlN0eWxlIjp7IiRpZCI6IjIwMTAiLCJTaGFwZSI6MSwiU2hhcGVUaGlja25lc3MiOjAsIkR1cmF0aW9uRm9ybWF0IjowLCJJbmNsdWRlTm9uV29ya2luZ0RheXNJbkR1cmF0aW9uIjpmYWxzZSwiUGVyY2VudGFnZUNvbXBsZXRlU3R5bGUiOnsiJGlkIjoiMjAxMSIsIkZvbnRTZXR0aW5ncyI6eyIkaWQiOiIyMDEyIiwiRm9udFNpemUiOjEwLCJGb250TmFtZSI6IkNhbGlicmkiLCJJc0JvbGQiOmZhbHNlLCJJc0l0YWxpYyI6ZmFsc2UsIklzVW5kZXJsaW5lZCI6ZmFsc2UsIlBhcmVudFN0eWxlIjpudWxsfSwiQXV0b1NpemUiOjAsIkZvcmVncm91bmQiOnsiJGlkIjoiMjAxMyIsIkNvbG9yIjp7IiRpZCI6IjIwM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xNSIsIlRvcCI6MC4wLCJMZWZ0IjowLjAsIlJpZ2h0IjowLjAsIkJvdHRvbSI6MC4wfSwiUGFkZGluZyI6eyIkaWQiOiIyMDE2IiwiVG9wIjowLjAsIkxlZnQiOjAuMCwiUmlnaHQiOjAuMCwiQm90dG9tIjowLjB9LCJCYWNrZ3JvdW5kIjp7IiRpZCI6IjIwMTciLCJDb2xvciI6eyIkaWQiOiIyMDE4IiwiQSI6ODksIlIiOjAsIkciOjAsIkIiOjB9fSwiSXNWaXNpYmxlIjp0cnVlLCJXaWR0aCI6MC4wLCJIZWlnaHQiOjAuMCwiQm9yZGVyU3R5bGUiOnsiJGlkIjoiMjAxOSIsIkxpbmVDb2xvciI6bnVsbCwiTGluZVdlaWdodCI6MC4wLCJMaW5lVHlwZSI6MCwiUGFyZW50U3R5bGUiOm51bGx9LCJQYXJlbnRTdHlsZSI6bnVsbH0sIkR1cmF0aW9uU3R5bGUiOnsiJGlkIjoiMjAyMCIsIkZvbnRTZXR0aW5ncyI6eyIkaWQiOiIyMDIxIiwiRm9udFNpemUiOjEwLCJGb250TmFtZSI6IkNhbGlicmkiLCJJc0JvbGQiOmZhbHNlLCJJc0l0YWxpYyI6ZmFsc2UsIklzVW5kZXJsaW5lZCI6ZmFsc2UsIlBhcmVudFN0eWxlIjpudWxsfSwiQXV0b1NpemUiOjAsIkZvcmVncm91bmQiOnsiJGlkIjoiMjAyMiIsIkNvbG9yIjp7IiRpZCI6IjIwM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DI0IiwiVG9wIjowLjAsIkxlZnQiOjAuMCwiUmlnaHQiOjAuMCwiQm90dG9tIjowLjB9LCJQYWRkaW5nIjp7IiRpZCI6IjIwMjUiLCJUb3AiOjAuMCwiTGVmdCI6MC4wLCJSaWdodCI6MC4wLCJCb3R0b20iOjAuMH0sIkJhY2tncm91bmQiOnsiJGlkIjoiMjAyNiIsIkNvbG9yIjp7IiRpZCI6IjIwMjciLCJBIjoyNTUsIlIiOjIzNywiRyI6MTI1LCJCIjo0OX19LCJJc1Zpc2libGUiOnRydWUsIldpZHRoIjowLjAsIkhlaWdodCI6MC4wLCJCb3JkZXJTdHlsZSI6eyIkaWQiOiIyMDI4IiwiTGluZUNvbG9yIjpudWxsLCJMaW5lV2VpZ2h0IjowLjAsIkxpbmVUeXBlIjowLCJQYXJlbnRTdHlsZSI6bnVsbH0sIlBhcmVudFN0eWxlIjpudWxsfSwiSG9yaXpvbnRhbENvbm5lY3RvclN0eWxlIjp7IiRpZCI6IjIwMjkiLCJMaW5lQ29sb3IiOnsiJGlkIjoiMjAzMCIsIiR0eXBlIjoiTkxSRS5Db21tb24uRG9tLlNvbGlkQ29sb3JCcnVzaCwgTkxSRS5Db21tb24iLCJDb2xvciI6eyIkaWQiOiIyMDMxIiwiQSI6NTEsIlIiOjIxLCJHIjo5NiwiQiI6MTMwfX0sIkxpbmVXZWlnaHQiOjEuMCwiTGluZVR5cGUiOjAsIlBhcmVudFN0eWxlIjpudWxsfSwiVmVydGljYWxDb25uZWN0b3JTdHlsZSI6eyIkaWQiOiIyMDMyIiwiTGluZUNvbG9yIjp7IiRpZCI6IjIwMzMiLCIkdHlwZSI6Ik5MUkUuQ29tbW9uLkRvbS5Tb2xpZENvbG9yQnJ1c2gsIE5MUkUuQ29tbW9uIiwiQ29sb3IiOnsiJGlkIjoiMjAzNC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yLCJWYXJpYW5jZVBvc2l0aW9uIjo2LCJTcGFjaW5nIjozLCJJc0JlbG93VGltZWJhbmQiOnRydWUsIlBlcmNlbnRhZ2VDb21wbGV0ZVNoYXBlT3BhY2l0eSI6MzUsIkJhc2VsaW5lU3R5bGUiOnsiJGlkIjoiMjAzNSIsIlNoYXBlU3R5bGUiOnsiJGlkIjoiMjAzNiIsIk1hcmdpbiI6eyIkaWQiOiIyMDM3IiwiVG9wIjowLjAsIkxlZnQiOjAuMCwiUmlnaHQiOjAuMCwiQm90dG9tIjowLjB9LCJQYWRkaW5nIjp7IiRpZCI6IjIwMzgiLCJUb3AiOjAuMCwiTGVmdCI6MC4wLCJSaWdodCI6MC4wLCJCb3R0b20iOjAuMH0sIkJhY2tncm91bmQiOnsiJGlkIjoiMjAzOSIsIkNvbG9yIjp7IiRpZCI6IjIwNDAiLCJBIjoxNTMsIlIiOjAsIkciOjAsIkIiOjB9fSwiSXNWaXNpYmxlIjp0cnVlLCJXaWR0aCI6MC4wLCJIZWlnaHQiOjAuMCwiQm9yZGVyU3R5bGUiOm51bGwsIlBhcmVudFN0eWxlIjpudWxsfSwiTWFyZ2luIjp7IiRpZCI6IjIwNDEiLCJUb3AiOjAuMCwiTGVmdCI6MC4wLCJSaWdodCI6MC4wLCJCb3R0b20iOjAuMH0sIlBhZGRpbmciOnsiJGlkIjoiMjA0MiIsIlRvcCI6MC4wLCJMZWZ0IjowLjAsIlJpZ2h0IjowLjAsIkJvdHRvbSI6MC4wfSwiQmFja2dyb3VuZCI6bnVsbCwiSXNWaXNpYmxlIjp0cnVlLCJXaWR0aCI6MC4wLCJIZWlnaHQiOjAuMCwiQm9yZGVyU3R5bGUiOm51bGwsIlBhcmVudFN0eWxlIjpudWxsfSwiU2hhcGVTdHlsZSI6eyIkaWQiOiIyMDQzIiwiTWFyZ2luIjp7IiRpZCI6IjIwNDQiLCJUb3AiOjAuMCwiTGVmdCI6NC4wLCJSaWdodCI6NC4wLCJCb3R0b20iOjAuMH0sIlBhZGRpbmciOnsiJGlkIjoiMjA0NSIsIlRvcCI6MC4wLCJMZWZ0IjowLjAsIlJpZ2h0IjowLjAsIkJvdHRvbSI6MC4wfSwiQmFja2dyb3VuZCI6eyIkaWQiOiIyMDQ2IiwiQ29sb3IiOnsiJGlkIjoiMjA0NyIsIkEiOjI1NSwiUiI6MTYwLCJHIjo0MywiQiI6MTQ3fX0sIklzVmlzaWJsZSI6dHJ1ZSwiV2lkdGgiOjAuMCwiSGVpZ2h0IjoxMC4wLCJCb3JkZXJTdHlsZSI6eyIkaWQiOiIyMDQ4IiwiTGluZUNvbG9yIjp7IiRpZCI6IjIwNDkiLCIkdHlwZSI6Ik5MUkUuQ29tbW9uLkRvbS5Tb2xpZENvbG9yQnJ1c2gsIE5MUkUuQ29tbW9uIiwiQ29sb3IiOnsiJGlkIjoiMjA1MCIsIkEiOjI1NSwiUiI6MjM0LCJHIjoyMiwiQiI6MzB9fSwiTGluZVdlaWdodCI6MC4wLCJMaW5lVHlwZSI6MCwiUGFyZW50U3R5bGUiOm51bGx9LCJQYXJlbnRTdHlsZSI6bnVsbH0sIlRpdGxlU3R5bGUiOnsiJGlkIjoiMjA1MSIsIkZvbnRTZXR0aW5ncyI6eyIkaWQiOiIyMDUyIiwiRm9udFNpemUiOjExLCJGb250TmFtZSI6IkNhbGlicmkiLCJJc0JvbGQiOmZhbHNlLCJJc0l0YWxpYyI6ZmFsc2UsIklzVW5kZXJsaW5lZCI6ZmFsc2UsIlBhcmVudFN0eWxlIjpudWxsfSwiQXV0b1NpemUiOjAsIkZvcmVncm91bmQiOnsiJGlkIjoiMjA1MyIsIkNvbG9yIjp7IiRpZCI6IjIwNTQ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1NSIsIlRvcCI6MC4wLCJMZWZ0IjowLjAsIlJpZ2h0IjowLjAsIkJvdHRvbSI6MC4wfSwiUGFkZGluZyI6eyIkaWQiOiIyMDU2IiwiVG9wIjowLjAsIkxlZnQiOjAuMCwiUmlnaHQiOjAuMCwiQm90dG9tIjowLjB9LCJCYWNrZ3JvdW5kIjp7IiRpZCI6IjIwNTciLCJDb2xvciI6eyIkaWQiOiIyMDU4IiwiQSI6MCwiUiI6MjU1LCJHIjoyNTUsIkIiOjI1NX19LCJJc1Zpc2libGUiOnRydWUsIldpZHRoIjowLjAsIkhlaWdodCI6MC4wLCJCb3JkZXJTdHlsZSI6eyIkaWQiOiIyMDU5IiwiTGluZUNvbG9yIjpudWxsLCJMaW5lV2VpZ2h0IjowLjAsIkxpbmVUeXBlIjowLCJQYXJlbnRTdHlsZSI6bnVsbH0sIlBhcmVudFN0eWxlIjpudWxsfSwiRGF0ZVN0eWxlIjp7IiRpZCI6IjIwNjAiLCJGb250U2V0dGluZ3MiOnsiJGlkIjoiMjA2MSIsIkZvbnRTaXplIjoxMCwiRm9udE5hbWUiOiJDYWxpYnJpIiwiSXNCb2xkIjpmYWxzZSwiSXNJdGFsaWMiOmZhbHNlLCJJc1VuZGVybGluZWQiOmZhbHNlLCJQYXJlbnRTdHlsZSI6bnVsbH0sIkF1dG9TaXplIjowLCJGb3JlZ3JvdW5kIjp7IiRpZCI6IjIwNjIiLCJDb2xvciI6eyIkaWQiOiIyMDY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IwNjQiLCJUb3AiOjAuMCwiTGVmdCI6MC4wLCJSaWdodCI6MC4wLCJCb3R0b20iOjAuMH0sIlBhZGRpbmciOnsiJGlkIjoiMjA2NSIsIlRvcCI6MC4wLCJMZWZ0IjowLjAsIlJpZ2h0IjowLjAsIkJvdHRvbSI6MC4wfSwiQmFja2dyb3VuZCI6eyIkaWQiOiIyMDY2IiwiQ29sb3IiOnsiJGlkIjoiMjA2NyIsIkEiOjAsIlIiOjI1NSwiRyI6MjU1LCJCIjoyNTV9fSwiSXNWaXNpYmxlIjp0cnVlLCJXaWR0aCI6MC4wLCJIZWlnaHQiOjAuMCwiQm9yZGVyU3R5bGUiOnsiJGlkIjoiMjA2OCIsIkxpbmVDb2xvciI6bnVsbCwiTGluZVdlaWdodCI6MC4wLCJMaW5lVHlwZSI6MCwiUGFyZW50U3R5bGUiOm51bGx9LCJQYXJlbnRTdHlsZSI6bnVsbH0sIkRhdGVGb3JtYXQiOnsiJGlkIjoiMjA2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cwIiwiRm9ybWF0IjowLCJJc1Zpc2libGUiOmZhbHNlLCJMYXN0S25vd25WaXNpYmlsaXR5U3RhdGUiOmZhbHNlfSwiSXNWaXNpYmxlIjp0cnVlLCJWYXJpYW5jZVN0eWxlIjp7IiRpZCI6IjIwNzEiLCJUZXh0U3R5bGUiOnsiJGlkIjoiMjA3MiIsIkZvbnRTZXR0aW5ncyI6eyIkaWQiOiIyMDczIiwiRm9udFNpemUiOjEwLCJGb250TmFtZSI6IkNhbGlicmkiLCJJc0JvbGQiOmZhbHNlLCJJc0l0YWxpYyI6ZmFsc2UsIklzVW5kZXJsaW5lZCI6ZmFsc2UsIlBhcmVudFN0eWxlIjpudWxsfSwiQXV0b1NpemUiOjAsIkZvcmVncm91bmQiOnsiJGlkIjoiMjA3NCIsIkNvbG9yIjp7IiRpZCI6IjIwN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3NiIsIlRvcCI6MC4wLCJMZWZ0IjowLjAsIlJpZ2h0IjowLjAsIkJvdHRvbSI6MC4wfSwiUGFkZGluZyI6eyIkaWQiOiIyMDc3IiwiVG9wIjowLjAsIkxlZnQiOjAuMCwiUmlnaHQiOjAuMCwiQm90dG9tIjowLjB9LCJCYWNrZ3JvdW5kIjp7IiRpZCI6IjIwNzgiLCJDb2xvciI6eyIkaWQiOiIyMDc5IiwiQSI6MjU1LCJSIjowLCJHIjowLCJCIjowfX0sIklzVmlzaWJsZSI6dHJ1ZSwiV2lkdGgiOjAuMCwiSGVpZ2h0IjowLjAsIkJvcmRlclN0eWxlIjp7IiRpZCI6IjIwODAiLCJMaW5lQ29sb3IiOm51bGwsIkxpbmVXZWlnaHQiOjAuMCwiTGluZVR5cGUiOjAsIlBhcmVudFN0eWxlIjpudWxsfSwiUGFyZW50U3R5bGUiOm51bGx9LCJQYXJlbnRTdHlsZSI6bnVsbH0sIlBhcmVudFN0eWxlIjpudWxsfSwiSW5kZXgiOjYsIlNtYXJ0RHVyYXRpb25BY3RpdmF0ZWQiOmZhbHNlLCJEYXRlRm9ybWF0Ijp7IiRyZWYiOiIyMDY5In0sIldlZWtOdW1iZXJpbmciOnsiJGlkIjoiMjA4MSIsIkZvcm1hdCI6MCwiSXNWaXNpYmxlIjpmYWxzZSwiTGFzdEtub3duVmlzaWJpbGl0eVN0YXRlIjpmYWxzZX0sIkJhc2VsaW5lRGF0YSI6eyIkaWQiOiIyMDgyIiwiU3RhcnREYXRlIjoiMjAyNi0wOS0xNlQyMzo1OTowMCIsIkVuZERhdGUiOiIyMDI2LTA5LTI5VDIzOjU5OjAwIn0sIklkIjoiM2YxY2VlNWItZmQ5YS00MWM3LWE1YjctMTlmOWU5YTgxNjAwIiwiSW1wb3J0SWQiOm51bGwsIlRpdGxlIjoiU3lzdGVtIFR1bm5pbmciLCJOb3RlIjpudWxsLCJIeXBlcmxpbmsiOnsiJGlkIjoiMjA4MyIsIkFkZHJlc3MiOiIiLCJTdWJBZGRyZXNzIjoiIn0sIklzQ2hhbmdlZCI6ZmFsc2UsIklzTmV3IjpmYWxzZX0seyIkaWQiOiIyMDg0IiwiR3JvdXBOYW1lIjpudWxsLCJTdGFydERhdGUiOiIyMDI2LTA5LTE2VDIzOjU5OjAwWiIsIkVuZERhdGUiOiIyMDI2LTEwLTA2VDIzOjU5OjAwWiIsIlBlcmNlbnRhZ2VDb21wbGV0ZSI6bnVsbCwiU3R5bGUiOnsiJGlkIjoiMjA4NSIsIlNoYXBlIjoxLCJTaGFwZVRoaWNrbmVzcyI6MCwiRHVyYXRpb25Gb3JtYXQiOjAsIkluY2x1ZGVOb25Xb3JraW5nRGF5c0luRHVyYXRpb24iOmZhbHNlLCJQZXJjZW50YWdlQ29tcGxldGVTdHlsZSI6eyIkaWQiOiIyMDg2IiwiRm9udFNldHRpbmdzIjp7IiRpZCI6IjIwODciLCJGb250U2l6ZSI6MTAsIkZvbnROYW1lIjoiQ2FsaWJyaSIsIklzQm9sZCI6ZmFsc2UsIklzSXRhbGljIjpmYWxzZSwiSXNVbmRlcmxpbmVkIjpmYWxzZSwiUGFyZW50U3R5bGUiOm51bGx9LCJBdXRvU2l6ZSI6MCwiRm9yZWdyb3VuZCI6eyIkaWQiOiIyMDg4IiwiQ29sb3IiOnsiJGlkIjoiMjA4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MDkwIiwiVG9wIjowLjAsIkxlZnQiOjAuMCwiUmlnaHQiOjAuMCwiQm90dG9tIjowLjB9LCJQYWRkaW5nIjp7IiRpZCI6IjIwOTEiLCJUb3AiOjAuMCwiTGVmdCI6MC4wLCJSaWdodCI6MC4wLCJCb3R0b20iOjAuMH0sIkJhY2tncm91bmQiOnsiJGlkIjoiMjA5MiIsIkNvbG9yIjp7IiRpZCI6IjIwOTMiLCJBIjo4OSwiUiI6MCwiRyI6MCwiQiI6MH19LCJJc1Zpc2libGUiOnRydWUsIldpZHRoIjowLjAsIkhlaWdodCI6MC4wLCJCb3JkZXJTdHlsZSI6eyIkaWQiOiIyMDk0IiwiTGluZUNvbG9yIjpudWxsLCJMaW5lV2VpZ2h0IjowLjAsIkxpbmVUeXBlIjowLCJQYXJlbnRTdHlsZSI6bnVsbH0sIlBhcmVudFN0eWxlIjpudWxsfSwiRHVyYXRpb25TdHlsZSI6eyIkaWQiOiIyMDk1IiwiRm9udFNldHRpbmdzIjp7IiRpZCI6IjIwOTYiLCJGb250U2l6ZSI6MTAsIkZvbnROYW1lIjoiQ2FsaWJyaSIsIklzQm9sZCI6ZmFsc2UsIklzSXRhbGljIjpmYWxzZSwiSXNVbmRlcmxpbmVkIjpmYWxzZSwiUGFyZW50U3R5bGUiOm51bGx9LCJBdXRvU2l6ZSI6MCwiRm9yZWdyb3VuZCI6eyIkaWQiOiIyMDk3IiwiQ29sb3IiOnsiJGlkIjoiMjA5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IwOTkiLCJUb3AiOjAuMCwiTGVmdCI6MC4wLCJSaWdodCI6MC4wLCJCb3R0b20iOjAuMH0sIlBhZGRpbmciOnsiJGlkIjoiMjEwMCIsIlRvcCI6MC4wLCJMZWZ0IjowLjAsIlJpZ2h0IjowLjAsIkJvdHRvbSI6MC4wfSwiQmFja2dyb3VuZCI6eyIkaWQiOiIyMTAxIiwiQ29sb3IiOnsiJGlkIjoiMjEwMiIsIkEiOjI1NSwiUiI6MjM3LCJHIjoxMjUsIkIiOjQ5fX0sIklzVmlzaWJsZSI6dHJ1ZSwiV2lkdGgiOjAuMCwiSGVpZ2h0IjowLjAsIkJvcmRlclN0eWxlIjp7IiRpZCI6IjIxMDMiLCJMaW5lQ29sb3IiOm51bGwsIkxpbmVXZWlnaHQiOjAuMCwiTGluZVR5cGUiOjAsIlBhcmVudFN0eWxlIjpudWxsfSwiUGFyZW50U3R5bGUiOm51bGx9LCJIb3Jpem9udGFsQ29ubmVjdG9yU3R5bGUiOnsiJGlkIjoiMjEwNCIsIkxpbmVDb2xvciI6eyIkaWQiOiIyMTA1IiwiJHR5cGUiOiJOTFJFLkNvbW1vbi5Eb20uU29saWRDb2xvckJydXNoLCBOTFJFLkNvbW1vbiIsIkNvbG9yIjp7IiRpZCI6IjIxMDYiLCJBIjo1MSwiUiI6MjEsIkciOjk2LCJCIjoxMzB9fSwiTGluZVdlaWdodCI6MS4wLCJMaW5lVHlwZSI6MCwiUGFyZW50U3R5bGUiOm51bGx9LCJWZXJ0aWNhbENvbm5lY3RvclN0eWxlIjp7IiRpZCI6IjIxMDciLCJMaW5lQ29sb3IiOnsiJGlkIjoiMjEwOCIsIiR0eXBlIjoiTkxSRS5Db21tb24uRG9tLlNvbGlkQ29sb3JCcnVzaCwgTkxSRS5Db21tb24iLCJDb2xvciI6eyIkaWQiOiIyMTA5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yMTEwIiwiU2hhcGVTdHlsZSI6eyIkaWQiOiIyMTExIiwiTWFyZ2luIjp7IiRpZCI6IjIxMTIiLCJUb3AiOjAuMCwiTGVmdCI6MC4wLCJSaWdodCI6MC4wLCJCb3R0b20iOjAuMH0sIlBhZGRpbmciOnsiJGlkIjoiMjExMyIsIlRvcCI6MC4wLCJMZWZ0IjowLjAsIlJpZ2h0IjowLjAsIkJvdHRvbSI6MC4wfSwiQmFja2dyb3VuZCI6eyIkaWQiOiIyMTE0IiwiQ29sb3IiOnsiJGlkIjoiMjExNSIsIkEiOjE1MywiUiI6MCwiRyI6MCwiQiI6MH19LCJJc1Zpc2libGUiOnRydWUsIldpZHRoIjowLjAsIkhlaWdodCI6MC4wLCJCb3JkZXJTdHlsZSI6bnVsbCwiUGFyZW50U3R5bGUiOm51bGx9LCJNYXJnaW4iOnsiJGlkIjoiMjExNiIsIlRvcCI6MC4wLCJMZWZ0IjowLjAsIlJpZ2h0IjowLjAsIkJvdHRvbSI6MC4wfSwiUGFkZGluZyI6eyIkaWQiOiIyMTE3IiwiVG9wIjowLjAsIkxlZnQiOjAuMCwiUmlnaHQiOjAuMCwiQm90dG9tIjowLjB9LCJCYWNrZ3JvdW5kIjpudWxsLCJJc1Zpc2libGUiOnRydWUsIldpZHRoIjowLjAsIkhlaWdodCI6MC4wLCJCb3JkZXJTdHlsZSI6bnVsbCwiUGFyZW50U3R5bGUiOm51bGx9LCJTaGFwZVN0eWxlIjp7IiRpZCI6IjIxMTgiLCJNYXJnaW4iOnsiJGlkIjoiMjExOSIsIlRvcCI6MC4wLCJMZWZ0Ijo0LjAsIlJpZ2h0Ijo0LjAsIkJvdHRvbSI6MC4wfSwiUGFkZGluZyI6eyIkaWQiOiIyMTIwIiwiVG9wIjowLjAsIkxlZnQiOjAuMCwiUmlnaHQiOjAuMCwiQm90dG9tIjowLjB9LCJCYWNrZ3JvdW5kIjp7IiRpZCI6IjIxMjEiLCJDb2xvciI6eyIkaWQiOiIyMTIyIiwiQSI6MjU1LCJSIjoxNjAsIkciOjQzLCJCIjoxNDd9fSwiSXNWaXNpYmxlIjp0cnVlLCJXaWR0aCI6MC4wLCJIZWlnaHQiOjEwLjAsIkJvcmRlclN0eWxlIjp7IiRpZCI6IjIxMjMiLCJMaW5lQ29sb3IiOnsiJGlkIjoiMjEyNCIsIiR0eXBlIjoiTkxSRS5Db21tb24uRG9tLlNvbGlkQ29sb3JCcnVzaCwgTkxSRS5Db21tb24iLCJDb2xvciI6eyIkaWQiOiIyMTI1IiwiQSI6MjU1LCJSIjoyMzQsIkciOjIyLCJCIjozMH19LCJMaW5lV2VpZ2h0IjowLjAsIkxpbmVUeXBlIjowLCJQYXJlbnRTdHlsZSI6bnVsbH0sIlBhcmVudFN0eWxlIjpudWxsfSwiVGl0bGVTdHlsZSI6eyIkaWQiOiIyMTI2IiwiRm9udFNldHRpbmdzIjp7IiRpZCI6IjIxMjciLCJGb250U2l6ZSI6MTEsIkZvbnROYW1lIjoiQ2FsaWJyaSIsIklzQm9sZCI6ZmFsc2UsIklzSXRhbGljIjpmYWxzZSwiSXNVbmRlcmxpbmVkIjpmYWxzZSwiUGFyZW50U3R5bGUiOm51bGx9LCJBdXRvU2l6ZSI6MCwiRm9yZWdyb3VuZCI6eyIkaWQiOiIyMTI4IiwiQ29sb3IiOnsiJGlkIjoiMjEyOS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yMTMwIiwiVG9wIjowLjAsIkxlZnQiOjAuMCwiUmlnaHQiOjAuMCwiQm90dG9tIjowLjB9LCJQYWRkaW5nIjp7IiRpZCI6IjIxMzEiLCJUb3AiOjAuMCwiTGVmdCI6MC4wLCJSaWdodCI6MC4wLCJCb3R0b20iOjAuMH0sIkJhY2tncm91bmQiOnsiJGlkIjoiMjEzMiIsIkNvbG9yIjp7IiRpZCI6IjIxMzMiLCJBIjowLCJSIjoyNTUsIkciOjI1NSwiQiI6MjU1fX0sIklzVmlzaWJsZSI6dHJ1ZSwiV2lkdGgiOjAuMCwiSGVpZ2h0IjowLjAsIkJvcmRlclN0eWxlIjp7IiRpZCI6IjIxMzQiLCJMaW5lQ29sb3IiOm51bGwsIkxpbmVXZWlnaHQiOjAuMCwiTGluZVR5cGUiOjAsIlBhcmVudFN0eWxlIjpudWxsfSwiUGFyZW50U3R5bGUiOm51bGx9LCJEYXRlU3R5bGUiOnsiJGlkIjoiMjEzNSIsIkZvbnRTZXR0aW5ncyI6eyIkaWQiOiIyMTM2IiwiRm9udFNpemUiOjEwLCJGb250TmFtZSI6IkNhbGlicmkiLCJJc0JvbGQiOmZhbHNlLCJJc0l0YWxpYyI6ZmFsc2UsIklzVW5kZXJsaW5lZCI6ZmFsc2UsIlBhcmVudFN0eWxlIjpudWxsfSwiQXV0b1NpemUiOjAsIkZvcmVncm91bmQiOnsiJGlkIjoiMjEzNyIsIkNvbG9yIjp7IiRpZCI6IjIxMz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jEzOSIsIlRvcCI6MC4wLCJMZWZ0IjowLjAsIlJpZ2h0IjowLjAsIkJvdHRvbSI6MC4wfSwiUGFkZGluZyI6eyIkaWQiOiIyMTQwIiwiVG9wIjowLjAsIkxlZnQiOjAuMCwiUmlnaHQiOjAuMCwiQm90dG9tIjowLjB9LCJCYWNrZ3JvdW5kIjp7IiRpZCI6IjIxNDEiLCJDb2xvciI6eyIkaWQiOiIyMTQyIiwiQSI6MCwiUiI6MjU1LCJHIjoyNTUsIkIiOjI1NX19LCJJc1Zpc2libGUiOnRydWUsIldpZHRoIjowLjAsIkhlaWdodCI6MC4wLCJCb3JkZXJTdHlsZSI6eyIkaWQiOiIyMTQzIiwiTGluZUNvbG9yIjpudWxsLCJMaW5lV2VpZ2h0IjowLjAsIkxpbmVUeXBlIjowLCJQYXJlbnRTdHlsZSI6bnVsbH0sIlBhcmVudFN0eWxlIjpudWxsfSwiRGF0ZUZvcm1hdCI6eyIkaWQiOiIyMT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NDUiLCJGb3JtYXQiOjAsIklzVmlzaWJsZSI6ZmFsc2UsIkxhc3RLbm93blZpc2liaWxpdHlTdGF0ZSI6ZmFsc2V9LCJJc1Zpc2libGUiOnRydWUsIlZhcmlhbmNlU3R5bGUiOnsiJGlkIjoiMjE0NiIsIlRleHRTdHlsZSI6eyIkaWQiOiIyMTQ3IiwiRm9udFNldHRpbmdzIjp7IiRpZCI6IjIxNDgiLCJGb250U2l6ZSI6MTAsIkZvbnROYW1lIjoiQ2FsaWJyaSIsIklzQm9sZCI6ZmFsc2UsIklzSXRhbGljIjpmYWxzZSwiSXNVbmRlcmxpbmVkIjpmYWxzZSwiUGFyZW50U3R5bGUiOm51bGx9LCJBdXRvU2l6ZSI6MCwiRm9yZWdyb3VuZCI6eyIkaWQiOiIyMTQ5IiwiQ29sb3IiOnsiJGlkIjoiMjE1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TUxIiwiVG9wIjowLjAsIkxlZnQiOjAuMCwiUmlnaHQiOjAuMCwiQm90dG9tIjowLjB9LCJQYWRkaW5nIjp7IiRpZCI6IjIxNTIiLCJUb3AiOjAuMCwiTGVmdCI6MC4wLCJSaWdodCI6MC4wLCJCb3R0b20iOjAuMH0sIkJhY2tncm91bmQiOnsiJGlkIjoiMjE1MyIsIkNvbG9yIjp7IiRpZCI6IjIxNTQiLCJBIjoyNTUsIlIiOjAsIkciOjAsIkIiOjB9fSwiSXNWaXNpYmxlIjp0cnVlLCJXaWR0aCI6MC4wLCJIZWlnaHQiOjAuMCwiQm9yZGVyU3R5bGUiOnsiJGlkIjoiMjE1NSIsIkxpbmVDb2xvciI6bnVsbCwiTGluZVdlaWdodCI6MC4wLCJMaW5lVHlwZSI6MCwiUGFyZW50U3R5bGUiOm51bGx9LCJQYXJlbnRTdHlsZSI6bnVsbH0sIlBhcmVudFN0eWxlIjpudWxsfSwiUGFyZW50U3R5bGUiOm51bGx9LCJJbmRleCI6NywiU21hcnREdXJhdGlvbkFjdGl2YXRlZCI6ZmFsc2UsIkRhdGVGb3JtYXQiOnsiJHJlZiI6IjIxNDQifSwiV2Vla051bWJlcmluZyI6eyIkaWQiOiIyMTU2IiwiRm9ybWF0IjowLCJJc1Zpc2libGUiOmZhbHNlLCJMYXN0S25vd25WaXNpYmlsaXR5U3RhdGUiOmZhbHNlfSwiQmFzZWxpbmVEYXRhIjp7IiRpZCI6IjIxNTciLCJTdGFydERhdGUiOiIyMDI2LTA5LTE2VDIzOjU5OjAwIiwiRW5kRGF0ZSI6IjIwMjYtMTAtMDZUMjM6NTk6MDAifSwiSWQiOiIxY2ZjN2U4NC0wODU5LTQ2MmUtODdkYy0zNzFkNTI5N2ZlYjgiLCJJbXBvcnRJZCI6bnVsbCwiVGl0bGUiOiJEb2N1bWVudCIsIk5vdGUiOm51bGwsIkh5cGVybGluayI6eyIkaWQiOiIyMTU4IiwiQWRkcmVzcyI6IiIsIlN1YkFkZHJlc3MiOiIifSwiSXNDaGFuZ2VkIjpmYWxzZSwiSXNOZXciOmZhbHNlfV0sIlN3aW1sYW5lcyI6W10sIk1zUHJvamVjdEl0ZW1zVHJlZSI6eyIkaWQiOiIyMTU5IiwiUm9vdCI6eyJJbXBvcnRJZCI6bnVsbCwiSXNJbXBvcnRlZCI6ZmFsc2UsIkNoaWxkcmVuIjpbXX19LCJNZXRhZGF0YSI6eyIkaWQiOiIyMTYwIiwiU291cmNlVGhlbWUiOiJ7XCIkaWRcIjpcIjFcIixcIklkXCI6XCI1OTlkODk3OC0zOTI3LTQzZmMtYWQ5YS00ZmJmNzAyMjc5NWJcIixcIkNhdGVnb3J5XCI6MSxcIkN1bHR1cmVJbmZvTmFtZVwiOlwiZW4tVVNcIixcIlZlcnNpb25cIjp7XCIkaWRcIjpcIjJcIixcIlRoZW1lRG9tVmVyc2lvblwiOlwiMi4x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IzMyxcIkdcIjoxMTMsXCJCXCI6NTB9fSxcIkhvcml6b250YWxBbGlnbm1lbnRcIjowLFwiSXNWaXNpYmxlXCI6dHJ1ZX0sXCJMZWZ0RW5kQ2Fwc1N0eWxlXCI6e1wiJGlkXCI6XCI5XCIsXCJGb250U2V0dGluZ3NcIjp7XCIkaWRcIjpcIjEwXCIsXCJGb250U2l6ZVwiOjE4LFwiRm9udE5hbWVcIjpcIkNhbGlicmlcIixcIklzQm9sZFwiOnRydWUsXCJJc0l0YWxpY1wiOmZhbHNlLFwiSXNVbmRlcmxpbmVkXCI6ZmFsc2V9LFwiRm9yZWdyb3VuZFwiOntcIiRpZFwiOlwiMTFcIixcIkNvbG9yXCI6e1wiJGlkXCI6XCIxMlwiLFwiQVwiOjI1NSxcIlJcIjoyMzcsXCJHXCI6MTI1LFwiQlwiOjQ5fX0sXCJIb3Jpem9udGFsQWxpZ25tZW50XCI6MCxcIklzVmlzaWJsZVwiOmZhbHNlfSxcIlRvZGF5TWFya2VyU3R5bGVcIjp7XCIkaWRcIjpcIjEzXCIsXCJUb2RheVRleHRTdHlsZVwiOntcIiRpZFwiOlwiMTRcIixcIkZvbnRTZXR0aW5nc1wiOntcIiRpZFwiOlwiMTVcIixcIkZvbnRTaXplXCI6MTIsXCJGb250TmFtZVwiOlwiQ2FsaWJyaVwiLFwiSXNCb2xkXCI6ZmFsc2UsXCJJc0l0YWxpY1wiOmZhbHNlLFwiSXNVbmRlcmxpbmVkXCI6ZmFsc2V9LFwiRm9yZWdyb3VuZFwiOntcIiRpZFwiOlwiMTZcIixcIkNvbG9yXCI6e1wiJGlkXCI6XCIxN1wiLFwiQVwiOjI1NSxcIlJcIjowLFwiR1wiOjAsXCJCXCI6MH19LFwiSG9yaXpvbnRhbEFsaWdubWVudFwiOjAsXCJJc1Zpc2libGVcIjp0cnVlfSxcIlRvZGF5TWFya2VyU2hhcGVTdHlsZVwiOntcIiRpZFwiOlwiMThcIixcIk1hcmdpblwiOntcIiRpZFwiOlwiMTlcIixcIlRvcFwiOjAuMCxcIkxlZnRcIjowLjAsXCJSaWdodFwiOjAuMCxcIkJvdHRvbVwiOjAuMH0sXCJQYWRkaW5nXCI6e1wiJGlkXCI6XCIyMFwiLFwiVG9wXCI6MC4wLFwiTGVmdFwiOjAuMCxcIlJpZ2h0XCI6MC4wLFwiQm90dG9tXCI6MC4wfSxcIkJhY2tncm91bmRcIjp7XCIkaWRcIjpcIjIxXCIsXCJDb2xvclwiOntcIiRpZFwiOlwiMjJcIixcIkFcIjoyNTUsXCJSXCI6MjU1LFwiR1wiOjAsXCJCXCI6MH19LFwiSXNWaXNpYmxlXCI6dHJ1ZSxcIldpZHRoXCI6MC4wLFwiSGVpZ2h0XCI6MC4wLFwiQm9yZGVyU3R5bGVcIjpudWxsfSxcIlRvZGF5TWFya2VyUG9zaXRpb25cIjozLFwiSXNWaXNpYmxlXCI6dHJ1ZX0sXCJTY2FsZVN0eWxlXCI6e1wiJGlkXCI6XCIyM1wiLFwiU2hvd1NlZ21lbnRTZXBhcmF0b3JzXCI6dHJ1ZSxcIlNlZ21lbnRTZXBhcmF0b3JPcGFjaXR5XCI6MzAsXCJTaGFwZVwiOjMsXCJTZWdtZW50VGV4dFN0eWxlXCI6e1wiJGlkXCI6XCIyNFwiLFwiRm9udFNldHRpbmdzXCI6e1wiJGlkXCI6XCIyNVwiLFwiRm9udFNpemVcIjoxMixcIkZvbnROYW1lXCI6XCJDYWxpYnJpXCIsXCJJc0JvbGRcIjpmYWxzZSxcIklzSXRhbGljXCI6ZmFsc2UsXCJJc1VuZGVybGluZWRcIjpmYWxzZX0sXCJGb3JlZ3JvdW5kXCI6e1wiJGlkXCI6XCIyNlwiLFwiQ29sb3JcIjp7XCIkaWRcIjpcIjI3XCIsXCJBXCI6MjU1LFwiUlwiOjIzMixcIkdcIjoyMzIsXCJCXCI6MjMyfX0sXCJIb3Jpem9udGFsQWxpZ25tZW50XCI6MCxcIklzVmlzaWJsZVwiOnRydWV9LFwiU2hhcGVTdHlsZVwiOntcIiRpZFwiOlwiMjhcIixcIk1hcmdpblwiOntcIiRpZFwiOlwiMjlcIixcIlRvcFwiOjAuMCxcIkxlZnRcIjoxMC4wLFwiUmlnaHRcIjoxMC4wLFwiQm90dG9tXCI6MC4wfSxcIlBhZGRpbmdcIjp7XCIkaWRcIjpcIjMwXCIsXCJUb3BcIjowLjAsXCJMZWZ0XCI6MC4wLFwiUmlnaHRcIjowLjAsXCJCb3R0b21cIjowLjB9LFwiQmFja2dyb3VuZFwiOntcIiRpZFwiOlwiMzFcIixcIkNvbG9yXCI6e1wiJGlkXCI6XCIzMlwiLFwiQVwiOjI1NSxcIlJcIjoxNCxcIkdcIjo0MCxcIkJcIjo2NX19LFwiSXNWaXNpYmxlXCI6dHJ1ZSxcIldpZHRoXCI6ODU4LjAsXCJIZWlnaHRcIjoyMC4wLFwiQm9yZGVyU3R5bGVcIjp7XCIkaWRcIjpcIjMzXCIsXCJMaW5lU3R5bGVcIjp7XCIkaWRcIjpcIjM0XCIsXCJMaW5lQ29sb3JcIjp7XCIkaWRcIjpcIjM1XCIsXCJDb2xvclwiOntcIiRpZFwiOlwiMzZcIixcIkFcIjoyNTUsXCJSXCI6MjU1LFwiR1wiOjAsXCJCXCI6MH19LFwiTGluZVdlaWdodFwiOjAuMCxcIkxpbmVUeXBlXCI6MH0sXCJJc1Zpc2libGVcIjpmYWxzZX19fSxcIkVsYXBzZWRUaW1lU3R5bGVcIjp7XCIkaWRcIjpcIjM3XCIsXCJFbGFwc2VkVGltZUJhY2tncm91bmRcIjp7XCIkaWRcIjpcIjM4XCIsXCJDb2xvclwiOntcIiRpZFwiOlwiMzlcIixcIkFcIjoxOTEsXCJSXCI6MjU1LFwiR1wiOjAsXCJCXCI6MH19LFwiRWxhcHNlZFRpbWVGb3JtYXRcIjoxLFwiSXNWaXNpYmxlXCI6dHJ1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MyxcIlNoYXBlVGhpY2tuZXNzXCI6MCxcIkR1cmF0aW9uRm9ybWF0XCI6MC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yMzIsXCJHXCI6MjMyLFwiQlwiOjIzMn19LFwiSG9yaXpvbnRhbEFsaWdubWVudFwiOjEsXCJJc1Zpc2libGVcIjp0cnVlfSxcIlBlcmNlbnRhZ2VDb21wbGV0ZUhpZ2hsaWdodFN0eWxlXCI6e1wiJGlkXCI6XCI0OVwiLFwiQmFja2dyb3VuZFwiOntcIiRpZFwiOlwiNTBcIixcIkNvbG9yXCI6e1wiJGlkXCI6XCI1MVwiLFwiQVwiOjg5LFwiUlwiOjAsXCJHXCI6MCxcIkJcIjowfX19LFwiRHVyYXRpb25TdHlsZVwiOntcIiRpZFwiOlwiNTJcIixcIkZvbnRTZXR0aW5nc1wiOntcIiRpZFwiOlwiNTNcIixcIkZvbnRTaXplXCI6MTAsXCJGb250TmFtZVwiOlwiQ2FsaWJyaVwiLFwiSXNCb2xkXCI6ZmFsc2UsXCJJc0l0YWxpY1wiOmZhbHNlLFwiSXNVbmRlcmxpbmVkXCI6ZmFsc2V9LFwiRm9yZWdyb3VuZFwiOntcIiRpZFwiOlwiNTRcIixcIkNvbG9yXCI6e1wiJGlkXCI6XCI1NVwiLFwiQVwiOjI1NSxcIlJcIjoyMzcsXCJHXCI6MTI1LFwiQlwiOjQ5fX0sXCJIb3Jpem9udGFsQWxpZ25tZW50XCI6MCxcIklzVmlzaWJsZVwiOmZhbHNlfSxcIkhvcml6b250YWxDb25uZWN0b3JTdHlsZVwiOntcIiRpZFwiOlwiNTZcIixcIkxpbmVTdHlsZVwiOntcIiRpZFwiOlwiNTdcIixcIkxpbmVDb2xvclwiOntcIiRpZFwiOlwiNThcIixcIkNvbG9yXCI6e1wiJGlkXCI6XCI1OVwiLFwiQVwiOjUxLFwiUlwiOjIxLFwiR1wiOjk2LFwiQlwiOjEzMH19LFwiTGluZVdlaWdodFwiOjEuMCxcIkxpbmVUeXBlXCI6MH0sXCJJc1Zpc2libGVcIjp0cnVlfSxcIlZlcnRpY2FsQ29ubmVjdG9yU3R5bGVcIjp7XCIkaWRcIjpcIjYwXCIsXCJMaW5lU3R5bGVcIjp7XCIkaWRcIjpcIjYxXCIsXCJMaW5lQ29sb3JcIjp7XCIkaWRcIjpcIjYyXCIsXCJDb2xvclwiOntcIiRpZFwiOlwiNjNcIixcIkFcIjo1MSxcIlJcIjoyMSxcIkdcIjo5NixcIkJcIjoxMzB9fSxcIkxpbmVXZWlnaHRcIjoxLjAsXCJMaW5lVHlwZVwiOjB9LFwiSXNWaXNpYmxlXCI6ZmFsc2V9LFwiTWFyZ2luXCI6e1wiJGlkXCI6XCI2NFwiLFwiVG9wXCI6MC4wLFwiTGVmdFwiOjAuMCxcIlJpZ2h0XCI6MC4wLFwiQm90dG9tXCI6MC4wfSxcIlN0YXJ0RGF0ZVBvc2l0aW9uXCI6NCxcIkVuZERhdGVQb3NpdGlvblwiOjQsXCJUaXRsZVBvc2l0aW9uXCI6MyxcIkR1cmF0aW9uUG9zaXRpb25cIjowLFwiUGVyY2VudGFnZUNvbXBsZXRlZFBvc2l0aW9uXCI6Mi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IxLFwiR1wiOjk2LFwiQlwiOjEzMH19LFwiSXNWaXNpYmxlXCI6dHJ1ZSxcIldpZHRoXCI6MC4wLFwiSGVpZ2h0XCI6MTAuMCxcIkJvcmRlclN0eWxlXCI6e1wiJGlkXCI6XCI4MFwiLFwiTGluZVN0eWxlXCI6e1wiJGlkXCI6XCI4MVwiLFwiTGluZUNvbG9yXCI6e1wiJGlkXCI6XCI4MlwiLFwiQ29sb3JcIjp7XCIkaWRcIjpcIjgzXCIsXCJBXCI6MjU1LFwiUlwiOjIzNCxcIkdcIjoyMixcIkJcIjozMH19LFwiTGluZVdlaWdodFwiOjIuMCxcIkxpbmVUeXBlXCI6MH0sXCJJc1Zpc2libGVcIjpmYWxzZX19LFwiVGl0bGVTdHlsZVwiOntcIiRpZFwiOlwiODRcIixcIkZvbnRTZXR0aW5nc1wiOntcIiRpZFwiOlwiODVcIixcIkZvbnRTaXplXCI6MTEsXCJGb250TmFtZVwiOlwiQ2FsaWJyaVwiLFwiSXNCb2xkXCI6ZmFsc2UsXCJJc0l0YWxpY1wiOmZhbHNlLFwiSXNVbmRlcmxpbmVkXCI6ZmFsc2V9LFwiRm9yZWdyb3VuZFwiOntcIiRpZFwiOlwiODZcIixcIkNvbG9yXCI6e1wiJGlkXCI6XCI4N1wiLFwiQVwiOjI1NSxcIlJcIjowLFwiR1wiOjAsXCJCXCI6MH19LFwiSG9yaXpvbnRhbEFsaWdubWVudFwiOjIsXCJJc1Zpc2libGVcIjp0cnVlfSxcIkRhdGVTdHlsZVwiOntcIiRpZFwiOlwiODhcIixcIkZvbnRTZXR0aW5nc1wiOntcIiRpZFwiOlwiODlcIixcIkZvbnRTaXplXCI6MTAsXCJGb250TmFtZVwiOlwiQ2FsaWJyaVwiLFwiSXNCb2xkXCI6ZmFsc2UsXCJJc0l0YWxpY1wiOmZhbHNlLFwiSXNVbmRlcmxpbmVkXCI6ZmFsc2V9LFwiRm9yZWdyb3VuZFwiOntcIiRpZFwiOlwiOTBcIixcIkNvbG9yXCI6e1wiJGlkXCI6XCI5MVwiLFwiQVwiOjI1NSxcIlJcIjoxNCxcIkdcIjo0MCxcIkJcIjo2NX19LFwiSG9yaXpvbnRhbEFsaWdubWVudFwiOjAsXCJJc1Zpc2libGVcIjp0cnVlfSxcIkRhdGVGb3JtYXRcIjp7XCIkaWRcIjpcIj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kzXCIsXCJGb3JtYXRcIjowLFwiSXNWaXNpYmxlXCI6ZmFsc2UsXCJMYXN0S25vd25WaXNpYmlsaXR5U3RhdGVcIjpmYWxzZX0sXCJWYXJpYW5jZVN0eWxlXCI6e1wiJGlkXCI6XCI5NFwiLFwiVmFyaWFuY2VUZXh0U3R5bGVcIjp7XCIkaWRcIjpcIjk1XCIsXCJGb250U2V0dGluZ3NcIjp7XCIkaWRcIjpcIjk2XCIsXCJGb250U2l6ZVwiOjEwLFwiRm9udE5hbWVcIjpcIkNhbGlicmlcIixcIklzQm9sZFwiOmZhbHNlLFwiSXNJdGFsaWNcIjpmYWxzZSxcIklzVW5kZXJsaW5lZFwiOmZhbHNlfSxcIkZvcmVncm91bmRcIjp7XCIkaWRcIjpcIjk3XCIsXCJDb2xvclwiOntcIiRpZFwiOlwiOThcIixcIkFcIjoyNTUsXCJSXCI6MCxcIkdcIjowLFwiQlwiOjB9fSxcIkhvcml6b250YWxBbGlnbm1lbnRcIjowLFwiSXNWaXNpYmxlXCI6dHJ1ZX19fSxcIk1pbGVzdG9uZVN0eWxlXCI6e1wiJGlkXCI6XCI5OVwiLFwiU2hhcGVcIjoyLFwiSXNCZWxvd1RpbWViYW5kXCI6ZmFsc2UsXCJTaGFwZVNpemVcIjoxLFwiUGFkZGluZ1wiOntcIiRpZFwiOlwiMTAwXCIsXCJUb3BcIjo1LjAsXCJMZWZ0XCI6My4wLFwiUmlnaHRcIjowLjAsXCJCb3R0b21cIjoyLjB9LFwiU2hhcGVTdHlsZVwiOntcIiRpZFwiOlwiMTAxXCIsXCJNYXJnaW5cIjp7XCIkaWRcIjpcIjEwMlwiLFwiVG9wXCI6MC4wLFwiTGVmdFwiOjAuMCxcIlJpZ2h0XCI6MC4wLFwiQm90dG9tXCI6MC4wfSxcIlBhZGRpbmdcIjp7XCIkaWRcIjpcIjEwM1wiLFwiVG9wXCI6MC4wLFwiTGVmdFwiOjAuMCxcIlJpZ2h0XCI6MC4wLFwiQm90dG9tXCI6MC4wfSxcIkJhY2tncm91bmRcIjp7XCIkaWRcIjpcIjEwNFwiLFwiQ29sb3JcIjp7XCIkaWRcIjpcIjEwNVwiLFwiQVwiOjI1NSxcIlJcIjoyMzMsXCJHXCI6MTEzLFwiQlwiOjUwfX0sXCJJc1Zpc2libGVcIjp0cnVlLFwiV2lkdGhcIjoxOC4wLFwiSGVpZ2h0XCI6MjAuMCxcIkJvcmRlclN0eWxlXCI6e1wiJGlkXCI6XCIxMDZcIixcIkxpbmVTdHlsZVwiOntcIiRpZFwiOlwiMTA3XCIsXCJMaW5lQ29sb3JcIjp7XCIkaWRcIjpcIjEwOFwiLFwiQ29sb3JcIjp7XCIkaWRcIjpcIjEwOVwiLFwiQVwiOjI1NSxcIlJcIjoyMzQsXCJHXCI6MjIsXCJCXCI6MzB9fSxcIkxpbmVXZWlnaHRcIjoyLjAsXCJMaW5lVHlwZVwiOjB9LFwiSXNWaXNpYmxlXCI6ZmFsc2V9fSxcIlRpdGxlU3R5bGVcIjp7XCIkaWRcIjpcIjExMFwiLFwiRm9udFNldHRpbmdzXCI6e1wiJGlkXCI6XCIxMTFcIixcIkZvbnRTaXplXCI6MTEsXCJGb250TmFtZVwiOlwiQ2FsaWJyaVwiLFwiSXNCb2xkXCI6dHJ1ZSxcIklzSXRhbGljXCI6ZmFsc2UsXCJJc1VuZGVybGluZWRcIjpmYWxzZX0sXCJGb3JlZ3JvdW5kXCI6e1wiJGlkXCI6XCIxMTJcIixcIkNvbG9yXCI6e1wiJGlkXCI6XCIxMTNcIixcIkFcIjoyNTUsXCJSXCI6MCxcIkdcIjowLFwiQlwiOjB9fSxcIkhvcml6b250YWxBbGlnbm1lbnRcIjowLFwiSXNWaXNpYmxlXCI6dHJ1ZX0sXCJEYXRlU3R5bGVcIjp7XCIkaWRcIjpcIjExNFwiLFwiRm9udFNldHRpbmdzXCI6e1wiJGlkXCI6XCIxMTVcIixcIkZvbnRTaXplXCI6MTAsXCJGb250TmFtZVwiOlwiQ2FsaWJyaVwiLFwiSXNCb2xkXCI6ZmFsc2UsXCJJc0l0YWxpY1wiOmZhbHNlLFwiSXNVbmRlcmxpbmVkXCI6ZmFsc2V9LFwiRm9yZWdyb3VuZFwiOntcIiRpZFwiOlwiMTE2XCIsXCJDb2xvclwiOntcIiRpZFwiOlwiMTE3XCIsXCJBXCI6MjU1LFwiUlwiOjE0LFwiR1wiOjQwLFwiQlwiOjY1fX0sXCJIb3Jpem9udGFsQWxpZ25tZW50XCI6MCxcIklzVmlzaWJsZVwiOnRydWV9LFwiRGF0ZUZvcm1hdFwiOntcIiRpZFwiOlwiMTE4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xOVwiLFwiRm9ybWF0XCI6MCxcIklzVmlzaWJsZVwiOmZhbHNlLFwiTGFzdEtub3duVmlzaWJpbGl0eVN0YXRlXCI6ZmFsc2V9LFwiVmFyaWFuY2VTdHlsZVwiOntcIiRpZFwiOlwiMTIwXCIsXCJWYXJpYW5jZVRleHRTdHlsZVwiOntcIiRpZFwiOlwiMTIxXCIsXCJGb250U2V0dGluZ3NcIjp7XCIkaWRcIjpcIjEyMlwiLFwiRm9udFNpemVcIjoxMCxcIkZvbnROYW1lXCI6XCJDYWxpYnJpXCIsXCJJc0JvbGRcIjpmYWxzZSxcIklzSXRhbGljXCI6ZmFsc2UsXCJJc1VuZGVybGluZWRcIjpmYWxzZX0sXCJGb3JlZ3JvdW5kXCI6e1wiJGlkXCI6XCIxMjNcIixcIkNvbG9yXCI6e1wiJGlkXCI6XCIxMjRcIixcIkFcIjoyNTUsXCJSXCI6MCxcIkdcIjowLFwiQlwiOjB9fSxcIkhvcml6b250YWxBbGlnbm1lbnRcIjowLFwiSXNWaXNpYmxlXCI6dHJ1ZX19fSxcIk1vdFN0eWxlXCI6e1wiJGlkXCI6XCIxMjVcIixcIlNoYXBlXCI6Mi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jMzLFwiR1wiOjExMyxcIkJcIjo1MH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C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xNCxcIkdcIjo0MCxcIkJcIjo2NX19LFwiSG9yaXpvbnRhbEFsaWdubWVudFwiOjAsXCJJc1Zpc2libGVcIjp0cnVlfSxcIkRhdGVGb3JtYXRcIjp7XCIkaWRcIjpcIjE0N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NDVcIixcIkZvcm1hdFwiOjAsXCJJc1Zpc2libGVcIjpmYWxzZSxcIkxhc3RLbm93blZpc2liaWxpdHlTdGF0ZVwiOmZhbHNlfSxcIlZhcmlhbmNlU3R5bGVcIjp7XCIkaWRcIjpcIjE0NlwiLFwiVmFyaWFuY2VUZXh0U3R5bGVcIjp7XCIkaWRcIjpcIjE0N1wiLFwiRm9udFNldHRpbmdzXCI6e1wiJGlkXCI6XCIxNDhcIixcIkZvbnRTaXplXCI6MTAsXCJGb250TmFtZVwiOlwiQ2FsaWJyaVwiLFwiSXNCb2xkXCI6ZmFsc2UsXCJJc0l0YWxpY1wiOmZhbHNlLFwiSXNVbmRlcmxpbmVkXCI6ZmFsc2V9LFwiRm9yZWdyb3VuZFwiOntcIiRpZFwiOlwiMTQ5XCIsXCJDb2xvclwiOntcIiRpZFwiOlwiMTUwXCIsXCJBXCI6MjU1LFwiUlwiOjAsXCJHXCI6MCxcIkJcIjowfX0sXCJIb3Jpem9udGFsQWxpZ25tZW50XCI6MCxcIklzVmlzaWJsZVwiOnRydWV9fX0sXCJTd2ltbGFuZVYyU3R5bGVcIjp7XCIkaWRcIjpcIjE1MVwiLFwiU3R5bGVJZFwiOlwiMzMyY2ZiMTMtYjQwMS00ZWMzLWI2NTUtNzM5NjhkMDRkNzQ5XCIsXCJOYW1lXCI6XCJTd2ltbGFuZSBTdHlsZSAxXCIsXCJIZWFkZXJTdHlsZVwiOntcIiRpZFwiOlwiMTUyXCIsXCJUZXh0U3R5bGVcIjp7XCIkaWRcIjpcIjE1M1wiLFwiRm9udFNldHRpbmdzXCI6e1wiJGlkXCI6XCIxNTRcIixcIkZvbnRTaXplXCI6MTEsXCJGb250TmFtZVwiOlwiQ2FsaWJyaVwiLFwiSXNCb2xkXCI6ZmFsc2UsXCJJc0l0YWxpY1wiOmZhbHNlLFwiSXNVbmRlcmxpbmVkXCI6ZmFsc2V9LFwiRm9yZWdyb3VuZFwiOntcIiRpZFwiOlwiMTU1XCIsXCJDb2xvclwiOntcIiRpZFwiOlwiMTU2XCIsXCJBXCI6MjU1LFwiUlwiOjI1NSxcIkdcIjoyNTUsXCJCXCI6MjU1fX0sXCJIb3Jpem9udGFsQWxpZ25tZW50XCI6MCxcIklzVmlzaWJsZVwiOnRydWV9LFwiUmVjdGFuZ2xlU3R5bGVcIjp7XCIkaWRcIjpcIjE1N1wiLFwiTWFyZ2luXCI6e1wiJGlkXCI6XCIxNThcIixcIlRvcFwiOjAuMCxcIkxlZnRcIjowLjAsXCJSaWdodFwiOjAuMCxcIkJvdHRvbVwiOjAuMH0sXCJQYWRkaW5nXCI6e1wiJGlkXCI6XCIxNTlcIixcIlRvcFwiOjAuMCxcIkxlZnRcIjowLjAsXCJSaWdodFwiOjAuMCxcIkJvdHRvbVwiOjAuMH0sXCJCYWNrZ3JvdW5kXCI6e1wiJGlkXCI6XCIxNjBcIixcIkNvbG9yXCI6e1wiJGlkXCI6XCIxNjFcIixcIkFcIjoyNTUsXCJSXCI6MjEsXCJHXCI6OTYsXCJCXCI6MTMwfX0sXCJJc1Zpc2libGVcIjp0cnVlLFwiV2lkdGhcIjowLjAsXCJIZWlnaHRcIjowLjAsXCJCb3JkZXJTdHlsZVwiOntcIiRpZFwiOlwiMTYyXCIsXCJMaW5lU3R5bGVcIjp7XCIkaWRcIjpcIjE2M1wiLFwiTGluZUNvbG9yXCI6e1wiJGlkXCI6XCIxNjRcIixcIkNvbG9yXCI6e1wiJGlkXCI6XCIxNjVcIixcIkFcIjoyNTUsXCJSXCI6MjU1LFwiR1wiOjI1NSxcIkJcIjoyNTV9fSxcIkxpbmVXZWlnaHRcIjowLjAsXCJMaW5lVHlwZVwiOjB9LFwiSXNWaXNpYmxlXCI6ZmFsc2V9fX0sXCJCYWNrZ3JvdW5k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1MSxcIlJcIjoyMDAsXCJHXCI6MjAwLFwiQlwiOjIwMH19LFwiSXNWaXNpYmxlXCI6dHJ1ZSxcIldpZHRoXCI6MC4wLFwiSGVpZ2h0XCI6MC4wLFwiQm9yZGVyU3R5bGVcIjp7XCIkaWRcIjpcIjE3MVwiLFwiTGluZVN0eWxlXCI6e1wiJGlkXCI6XCIxNzJcIixcIkxpbmVDb2xvclwiOntcIiRpZFwiOlwiMTczXCIsXCJDb2xvclwiOntcIiRpZFwiOlwiMTc0XCIsXCJBXCI6MjU1LFwiUlwiOjIzNCxcIkdcIjoyMixcIkJcIjozMH19LFwiTGluZVdlaWdodFwiOjIuMCxcIkxpbmVUeXBlXCI6MH0sXCJJc1Zpc2libGVcIjpmYWxzZX19LFwiSXNBYm92ZVRpbWViYW5kXCI6ZmFsc2UsXCJTcGFjaW5nXCI6MyxcIkRlZmF1bHRTd2ltbGFuZUFjdGl2aXR5U3R5bGVcIjp7XCIkaWRcIjpcIjE3NVwiLFwiSGVhZGVyU3R5bGVcIjp7XCIkaWRcIjpcIjE3NlwiLFwiVGV4dFN0eWxlXCI6e1wiJGlkXCI6XCIxNzdcIixcIkZvbnRTZXR0aW5nc1wiOntcIiRpZFwiOlwiMTc4XCIsXCJGb250U2l6ZVwiOjExLFwiRm9udE5hbWVcIjpcIkNhbGlicmlcIixcIklzQm9sZFwiOmZhbHNlLFwiSXNJdGFsaWNcIjpmYWxzZSxcIklzVW5kZXJsaW5lZFwiOmZhbHNlfSxcIkZvcmVncm91bmRcIjp7XCIkaWRcIjpcIjE3OVwiLFwiQ29sb3JcIjp7XCIkaWRcIjpcIjE4MFwiLFwiQVwiOjI1NSxcIlJcIjowLFwiR1wiOjAsXCJCXCI6MH19LFwiSG9yaXpvbnRhbEFsaWdubWVudFwiOjAsXCJJc1Zpc2libGVcIjp0cnVlfSxcIlJlY3RhbmdsZVN0eWxlXCI6e1wiJGlkXCI6XCIxODFcIixcIk1hcmdpblwiOntcIiRpZFwiOlwiMTgyXCIsXCJUb3BcIjowLjAsXCJMZWZ0XCI6MC4wLFwiUmlnaHRcIjowLjAsXCJCb3R0b21cIjowLjB9LFwiUGFkZGluZ1wiOntcIiRpZFwiOlwiMTgzXCIsXCJUb3BcIjowLjAsXCJMZWZ0XCI6MC4wLFwiUmlnaHRcIjowLjAsXCJCb3R0b21cIjowLjB9LFwiQmFja2dyb3VuZFwiOntcIiRpZFwiOlwiMTg0XCIsXCJDb2xvclwiOntcIiRpZFwiOlwiMTg1XCIsXCJBXCI6NjMsXCJSXCI6MjEsXCJHXCI6OTYsXCJCXCI6MTMwfX0sXCJJc1Zpc2libGVcIjp0cnVlLFwiV2lkdGhcIjowLjAsXCJIZWlnaHRcIjowLjAsXCJCb3JkZXJTdHlsZVwiOntcIiRpZFwiOlwiMTg2XCIsXCJMaW5lU3R5bGVcIjp7XCIkaWRcIjpcIjE4N1wiLFwiTGluZUNvbG9yXCI6e1wiJGlkXCI6XCIxODhcIixcIkNvbG9yXCI6e1wiJGlkXCI6XCIxODlcIixcIkFcIjoyNTUsXCJSXCI6MjU1LFwiR1wiOjAsXCJCXCI6MH19LFwiTGluZVdlaWdodFwiOjAuMCxcIkxpbmVUeXBlXCI6MH0sXCJJc1Zpc2libGVcIjpmYWxzZX19fSxcIkJhY2tncm91bmRTdHlsZVwiOntcIiRpZFwiOlwiMTkwXCIsXCJNYXJnaW5cIjp7XCIkaWRcIjpcIjE5MVwiLFwiVG9wXCI6MC4wLFwiTGVmdFwiOjAuMCxcIlJpZ2h0XCI6MC4wLFwiQm90dG9tXCI6MC4wfSxcIlBhZGRpbmdcIjp7XCIkaWRcIjpcIjE5MlwiLFwiVG9wXCI6MC4wLFwiTGVmdFwiOjAuMCxcIlJpZ2h0XCI6MC4wLFwiQm90dG9tXCI6MC4wfSxcIkJhY2tncm91bmRcIjp7XCIkaWRcIjpcIjE5M1wiLFwiQ29sb3JcIjp7XCIkaWRcIjpcIjE5NFwiLFwiQVwiOjUxLFwiUlwiOjIwMCxcIkdcIjoyMDAsXCJCXCI6MjAwfX0sXCJJc1Zpc2libGVcIjp0cnVlLFwiV2lkdGhcIjowLjAsXCJIZWlnaHRcIjowLjAsXCJCb3JkZXJTdHlsZVwiOntcIiRpZFwiOlwiMTk1XCIsXCJMaW5lU3R5bGVcIjp7XCIkaWRcIjpcIjE5NlwiLFwiTGluZUNvbG9yXCI6e1wiJGlkXCI6XCIxOTdcIixcIkNvbG9yXCI6e1wiJGlkXCI6XCIxOThcIixcIkFcIjoyNTUsXCJSXCI6MjM0LFwiR1wiOjIyLFwiQlwiOjMwfX0sXCJMaW5lV2VpZ2h0XCI6Mi4wLFwiTGluZVR5cGVcIjowfSxcIklzVmlzaWJsZVwiOmZhbHNlfX19LFwiRGVmYXVsdFN3aW1sYW5lTWlsZXN0b25lU3R5bGVcIjp7XCIkaWRcIjpcIjE5OVwiLFwiVGl0bGVQb3NpdGlvblwiOjAsXCJEYXRlUG9zaXRpb25cIjoyLFwiVmFyaWFuY2VQb3NpdGlvblwiOjIsXCJTaGFwZVR5cGVcIjoxLFwiU2hhcGVTaXplXCI6MCxcIlNwYWNpbmdcIjo1LFwiU2hhcGVTdHlsZVwiOntcIiRpZFwiOlwiMjAwXCIsXCJNYXJnaW5cIjp7XCIkaWRcIjpcIjIwMVwiLFwiVG9wXCI6MC4wLFwiTGVmdFwiOjAuMCxcIlJpZ2h0XCI6MC4wLFwiQm90dG9tXCI6MC4wfSxcIlBhZGRpbmdcIjp7XCIkaWRcIjpcIjIwMlwiLFwiVG9wXCI6MC4wLFwiTGVmdFwiOjAuMCxcIlJpZ2h0XCI6MC4wLFwiQm90dG9tXCI6MC4wfSxcIkJhY2tncm91bmRcIjp7XCIkaWRcIjpcIjIwM1wiLFwiQ29sb3JcIjp7XCIkaWRcIjpcIjIwNFwiLFwiQVwiOjI1NSxcIlJcIjoyMSxcIkdcIjo5NixcIkJcIjoxMzB9fSxcIklzVmlzaWJsZVwiOnRydWUsXCJXaWR0aFwiOjEyLjAsXCJIZWlnaHRcIjoxNC4wLFwiQm9yZGVyU3R5bGVcIjp7XCIkaWRcIjpcIjIwNVwiLFwiTGluZVN0eWxlXCI6e1wiJGlkXCI6XCIyMDZcIixcIkxpbmVDb2xvclwiOntcIiRpZFwiOlwiMjA3XCIsXCJDb2xvclwiOntcIiRpZFwiOlwiMjA4XCIsXCJBXCI6MjU1LFwiUlwiOjIzNCxcIkdcIjoyMixcIkJcIjozMH19LFwiTGluZVdlaWdodFwiOjIuMCxcIkxpbmVUeXBlXCI6MH0sXCJJc1Zpc2libGVcIjpmYWxzZX19LFwiVGl0bGVTdHlsZVwiOntcIiRpZFwiOlwiMjA5XCIsXCJGb250U2V0dGluZ3NcIjp7XCIkaWRcIjpcIjIxMFwiLFwiRm9udFNpemVcIjoxMSxcIkZvbnROYW1lXCI6XCJDYWxpYnJpXCIsXCJJc0JvbGRcIjpmYWxzZSxcIklzSXRhbGljXCI6ZmFsc2UsXCJJc1VuZGVybGluZWRcIjpmYWxzZX0sXCJGb3JlZ3JvdW5kXCI6e1wiJGlkXCI6XCIyMTFcIixcIkNvbG9yXCI6e1wiJGlkXCI6XCIyMTJcIixcIkFcIjoyNTUsXCJSXCI6MCxcIkdcIjowLFwiQlwiOjB9fSxcIkhvcml6b250YWxBbGlnbm1lbnRcIjoyLFwiSXNWaXNpYmxlXCI6dHJ1ZX0sXCJEYXRlU3R5bGVcIjp7XCIkaWRcIjpcIjIxM1wiLFwiRm9udFNldHRpbmdzXCI6e1wiJGlkXCI6XCIyMTRcIixcIkZvbnRTaXplXCI6MTAsXCJGb250TmFtZVwiOlwiQ2FsaWJyaVwiLFwiSXNCb2xkXCI6ZmFsc2UsXCJJc0l0YWxpY1wiOmZhbHNlLFwiSXNVbmRlcmxpbmVkXCI6ZmFsc2V9LFwiRm9yZWdyb3VuZFwiOntcIiRpZFwiOlwiMjE1XCIsXCJDb2xvclwiOntcIiRpZFwiOlwiMjE2XCIsXCJBXCI6MjU1LFwiUlwiOjE0LFwiR1wiOjQwLFwiQlwiOjY1fX0sXCJIb3Jpem9udGFsQWxpZ25tZW50XCI6MCxcIklzVmlzaWJsZVwiOnRydWV9LFwiRGF0ZUZvcm1hdFwiOntcIiRpZFwiOlwiMjE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dHJ1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MixcIkdcIjoyMzIsXCJCXCI6MjMy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yMzcsXCJHXCI6MTI1LFwiQlwiOjQ5fX0sXCJIb3Jpem9udGFsQWxpZ25tZW50XCI6MCxcIklzVmlzaWJsZVwiOmZhbHNlfSxcIk1hcmdpblwiOntcIiRpZFwiOlwiMjM2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IzN1wiLFwiQmFzZWxpbmVTaGFwZVN0eWxlXCI6e1wiJGlkXCI6XCIyMzhcIixcIk1hcmdpblwiOntcIiRpZFwiOlwiMjM5XCIsXCJUb3BcIjowLjAsXCJMZWZ0XCI6MC4wLFwiUmlnaHRcIjowLjAsXCJCb3R0b21cIjowLjB9LFwiUGFkZGluZ1wiOntcIiRpZFwiOlwiMjQwXCIsXCJUb3BcIjowLjAsXCJMZWZ0XCI6MC4wLFwiUmlnaHRcIjowLjAsXCJCb3R0b21cIjowLjB9LFwiQmFja2dyb3VuZFwiOntcIiRpZFwiOlwiMjQxXCIsXCJDb2xvclwiOntcIiRpZFwiOlwiMjQyXCIsXCJBXCI6MTUzLFwiUlwiOjAsXCJHXCI6MCxcIkJcIjowfX0sXCJJc1Zpc2libGVcIjpmYWxzZSxcIldpZHRoXCI6MC4wLFwiSGVpZ2h0XCI6MC4wLFwiQm9yZGVyU3R5bGVcIjp7XCIkaWRcIjpcIjI0M1wiLFwiTGluZVN0eWxlXCI6e1wiJGlkXCI6XCIyNDRcIixcIkxpbmVDb2xvclwiOntcIiRpZFwiOlwiMjQ1XCIsXCJDb2xvclwiOntcIiRpZFwiOlwiMjQ2XCIsXCJBXCI6MjU1LFwiUlwiOjI1NSxcIkdcIjowLFwiQlwiOjB9fSxcIkxpbmVXZWlnaHRcIjoyLjAsXCJMaW5lVHlwZVwiOjB9LFwiSXNWaXNpYmxlXCI6ZmFsc2V9fX0sXCJTaGFwZVN0eWxlXCI6e1wiJGlkXCI6XCIyNDdcIixcIk1hcmdpblwiOntcIiRpZFwiOlwiMjQ4XCIsXCJUb3BcIjowLjAsXCJMZWZ0XCI6NC4wLFwiUmlnaHRcIjo0LjAsXCJCb3R0b21cIjowLjB9LFwiUGFkZGluZ1wiOntcIiRpZFwiOlwiMjQ5XCIsXCJUb3BcIjowLjAsXCJMZWZ0XCI6MC4wLFwiUmlnaHRcIjowLjAsXCJCb3R0b21cIjowLjB9LFwiQmFja2dyb3VuZFwiOntcIiRpZFwiOlwiMjUwXCIsXCJDb2xvclwiOntcIiRpZFwiOlwiMjUxXCIsXCJBXCI6MjU1LFwiUlwiOjIxLFwiR1wiOjk2LFwiQlwiOjEzMH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xNCxcIkdcIjo0MCxcIkJcIjo2NX19LFwiSG9yaXpvbnRhbEFsaWdubWVudFwiOjIsXCJJc1Zpc2libGVcIjp0cnVlfSxcIkRhdGVGb3JtYXRcIjp7XCIkaWRcIjpcIjI2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NjVcIixcIkZvcm1hdFwiOjAsXCJJc1Zpc2libGVcIjpmYWxzZSxcIkxhc3RLbm93blZpc2liaWxpdHlTdGF0ZVwiOmZhbHNlfSxcIlZhcmlhbmNlU3R5bGVcIjp7XCIkaWRcIjpcIjI2NlwiLFwiVmFyaWFuY2VUZXh0U3R5bGVcIjp7XCIkaWRcIjpcIjI2N1wiLFwiRm9udFNldHRpbmdzXCI6e1wiJGlkXCI6XCIyNjhcIixcIkZvbnRTaXplXCI6MTAsXCJGb250TmFtZVwiOlwiQ2FsaWJyaVwiLFwiSXNCb2xkXCI6ZmFsc2UsXCJJc0l0YWxpY1wiOmZhbHNlLFwiSXNVbmRlcmxpbmVkXCI6ZmFsc2V9LFwiRm9yZWdyb3VuZFwiOntcIiRpZFwiOlwiMjY5XCIsXCJDb2xvclwiOntcIiRpZFwiOlwiMjcwXCIsXCJBXCI6MjU1LFwiUlwiOjAsXCJHXCI6MCxcIkJcIjowfX0sXCJIb3Jpem9udGFsQWxpZ25tZW50XCI6MCxcIklzVmlzaWJsZVwiOnRydWV9fX0sXCJEZWZhdWx0U3dpbWxhbmVNb3RTdHlsZVwiOntcIiRpZFwiOlwiMjcxXCIsXCJTaGFwZVwiOjEsXCJTaGFwZVNpemVcIjowLFwiRGV0YWlsc1NwYWNpbmdcIjowLjAsXCJQYWRkaW5nXCI6e1wiJGlkXCI6XCIyNzJcIixcIlRvcFwiOjUuMCxcIkxlZnRcIjozLjAsXCJSaWdodFwiOjAuMCxcIkJvdHRvbVwiOjIuMH0sXCJQb3NpdGlvbk9uVGFza1wiOjEsXCJTaGFwZVN0eWxlXCI6e1wiJGlkXCI6XCIyNzNcIixcIk1hcmdpblwiOntcIiRpZFwiOlwiMjc0XCIsXCJUb3BcIjowLjAsXCJMZWZ0XCI6MC4wLFwiUmlnaHRcIjowLjAsXCJCb3R0b21cIjowLjB9LFwiUGFkZGluZ1wiOntcIiRpZFwiOlwiMjc1XCIsXCJUb3BcIjowLjAsXCJMZWZ0XCI6MC4wLFwiUmlnaHRcIjowLjAsXCJCb3R0b21cIjowLjB9LFwiQmFja2dyb3VuZFwiOntcIiRpZFwiOlwiMjc2XCIsXCJDb2xvclwiOntcIiRpZFwiOlwiMjc3XCIsXCJBXCI6MjU1LFwiUlwiOjExLFwiR1wiOjQ4LFwiQlwiOjY1fX0sXCJJc1Zpc2libGVcIjp0cnVlLFwiV2lkdGhcIjoxMi4wLFwiSGVpZ2h0XCI6MTQuMCxcIkJvcmRlclN0eWxlXCI6e1wiJGlkXCI6XCIyNzhcIixcIkxpbmVTdHlsZVwiOntcIiRpZFwiOlwiMjc5XCIsXCJMaW5lQ29sb3JcIjp7XCIkaWRcIjpcIjI4MFwiLFwiQ29sb3JcIjp7XCIkaWRcIjpcIjI4MVwiLFwiQVwiOjI1NSxcIlJcIjoyNTUsXCJHXCI6MCxcIkJcIjowfX0sXCJMaW5lV2VpZ2h0XCI6MC4wLFwiTGluZVR5cGVcIjowfSxcIklzVmlzaWJsZVwiOmZhbHNlfX0sXCJUaXRsZVN0eWxlXCI6e1wiJGlkXCI6XCIyODJcIixcIkZvbnRTZXR0aW5nc1wiOntcIiRpZFwiOlwiMjgzXCIsXCJGb250U2l6ZVwiOjExLFwiRm9udE5hbWVcIjpcIkNhbGlicmlcIixcIklzQm9sZFwiOmZhbHNlLFwiSXNJdGFsaWNcIjpmYWxzZSxcIklzVW5kZXJsaW5lZFwiOmZhbHNlfSxcIkZvcmVncm91bmRcIjp7XCIkaWRcIjpcIjI4NFwiLFwiQ29sb3JcIjp7XCIkaWRcIjpcIjI4NVwiLFwiQVwiOjI1NSxcIlJcIjowLFwiR1wiOjAsXCJCXCI6MH19LFwiSG9yaXpvbnRhbEFsaWdubWVudFwiOjE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MTQsXCJHXCI6NDAsXCJCXCI6NjV9fSxcIkhvcml6b250YWxBbGlnbm1lbnRcIjoxLFwiSXNWaXNpYmxlXCI6dHJ1ZX0sXCJEYXRlRm9ybWF0XCI6e1wiJGlkXCI6XCIyO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kxXCIsXCJGb3JtYXRcIjowLFwiSXNWaXNpYmxlXCI6ZmFsc2UsXCJMYXN0S25vd25WaXNpYmlsaXR5U3RhdGVcIjpmYWxzZX0sXCJWYXJpYW5jZVN0eWxlXCI6e1wiJGlkXCI6XCIyOTJcIixcIlZhcmlhbmNlVGV4dFN0eWxlXCI6e1wiJGlkXCI6XCIyOTNcIixcIkZvbnRTZXR0aW5nc1wiOntcIiRpZFwiOlwiMjk0XCIsXCJGb250U2l6ZVwiOjEwLFwiRm9udE5hbWVcIjpcIkNhbGlicmlcIixcIklzQm9sZFwiOmZhbHNlLFwiSXNJdGFsaWNcIjpmYWxzZSxcIklzVW5kZXJsaW5lZFwiOmZhbHNlfSxcIkZvcmVncm91bmRcIjp7XCIkaWRcIjpcIjI5NVwiLFwiQ29sb3JcIjp7XCIkaWRcIjpcIjI5NlwiLFwiQVwiOjI1NSxcIlJcIjowLFwiR1wiOjAsXCJCXCI6MH19LFwiSG9yaXpvbnRhbEFsaWdubWVudFwiOjAsXCJJc1Zpc2libGVcIjp0cnVlfX19fSxcIl9hZGRpdGlvbmFsU3dpbWxhbmVWMlN0eWxlc1wiOlt7XCIkaWRcIjpcIjI5N1wiLFwiU3R5bGVJZFwiOlwiOTg1MTNlMTAtNTUxYy00ZjMwLWFjMTEtYTA2OTBlOTAzMTM0XCIsXCJOYW1lXCI6XCJTd2ltbGFuZSBTdHlsZSAyXCIsXCJIZWFkZXJTdHlsZVwiOntcIiRpZFwiOlwiMjk4XCIsXCJUZXh0U3R5bGVcIjp7XCIkaWRcIjpcIjI5OVwiLFwiRm9udFNldHRpbmdzXCI6e1wiJGlkXCI6XCIzMDBcIixcIkZvbnRTaXplXCI6MTEsXCJGb250TmFtZVwiOlwiQ2FsaWJyaVwiLFwiSXNCb2xkXCI6ZmFsc2UsXCJJc0l0YWxpY1wiOmZhbHNlLFwiSXNVbmRlcmxpbmVkXCI6ZmFsc2V9LFwiRm9yZWdyb3VuZFwiOntcIiRpZFwiOlwiMzAxXCIsXCJDb2xvclwiOntcIiRpZFwiOlwiMzAyXCIsXCJBXCI6MjU1LFwiUlwiOjI1NSxcIkdcIjoyNTUsXCJCXCI6MjU1fX0sXCJIb3Jpem9udGFsQWxpZ25tZW50XCI6MSxcIklzVmlzaWJsZVwiOnRydWV9LFwiUmVjdGFuZ2xlU3R5bGVcIjp7XCIkaWRcIjpcIjMwM1wiLFwiTWFyZ2luXCI6e1wiJGlkXCI6XCIzMDRcIixcIlRvcFwiOjAuMCxcIkxlZnRcIjowLjAsXCJSaWdodFwiOjAuMCxcIkJvdHRvbVwiOjAuMH0sXCJQYWRkaW5nXCI6e1wiJGlkXCI6XCIzMDVcIixcIlRvcFwiOjAuMCxcIkxlZnRcIjowLjAsXCJSaWdodFwiOjAuMCxcIkJvdHRvbVwiOjAuMH0sXCJCYWNrZ3JvdW5kXCI6e1wiJGlkXCI6XCIzMDZcIixcIkNvbG9yXCI6e1wiJGlkXCI6XCIzMDdcIixcIkFcIjoyNTUsXCJSXCI6MjMzLFwiR1wiOjExMyxcIkJcIjo1MH19LFwiSXNWaXNpYmxlXCI6dHJ1ZSxcIldpZHRoXCI6MC4wLFwiSGVpZ2h0XCI6MC4wLFwiQm9yZGVyU3R5bGVcIjp7XCIkaWRcIjpcIjMwOFwiLFwiTGluZVN0eWxlXCI6e1wiJGlkXCI6XCIzMDlcIixcIkxpbmVDb2xvclwiOntcIiRpZFwiOlwiMzEwXCIsXCJDb2xvclwiOntcIiRpZFwiOlwiMzExXCIsXCJBXCI6MjU1LFwiUlwiOjI1NSxcIkdcIjoyNTUsXCJCXCI6MjU1fX0sXCJMaW5lV2VpZ2h0XCI6MC4wLFwiTGluZVR5cGVcIjowfSxcIklzVmlzaWJsZVwiOmZhbHNlfX19LFwiQmFja2dyb3VuZFN0eWxlXCI6e1wiJGlkXCI6XCIzMTJcIixcIk1hcmdpblwiOntcIiRpZFwiOlwiMzEzXCIsXCJUb3BcIjowLjAsXCJMZWZ0XCI6MC4wLFwiUmlnaHRcIjowLjAsXCJCb3R0b21cIjowLjB9LFwiUGFkZGluZ1wiOntcIiRpZFwiOlwiMzE0XCIsXCJUb3BcIjowLjAsXCJMZWZ0XCI6MC4wLFwiUmlnaHRcIjowLjAsXCJCb3R0b21cIjowLjB9LFwiQmFja2dyb3VuZFwiOntcIiRpZFwiOlwiMzE1XCIsXCJDb2xvclwiOntcIiRpZFwiOlwiMzE2XCIsXCJBXCI6NTEsXCJSXCI6MjAwLFwiR1wiOjIwMCxcIkJcIjoyMDB9fSxcIklzVmlzaWJsZVwiOnRydWUsXCJXaWR0aFwiOjAuMCxcIkhlaWdodFwiOjAuMCxcIkJvcmRlclN0eWxlXCI6e1wiJGlkXCI6XCIzMTdcIixcIkxpbmVTdHlsZVwiOntcIiRpZFwiOlwiMzE4XCIsXCJMaW5lQ29sb3JcIjp7XCIkaWRcIjpcIjMxOVwiLFwiQ29sb3JcIjp7XCIkaWRcIjpcIjMyMFwiLFwiQVwiOjI1NSxcIlJcIjoyMzQsXCJHXCI6MjIsXCJCXCI6MzB9fSxcIkxpbmVXZWlnaHRcIjoyLjAsXCJMaW5lVHlwZVwiOjB9LFwiSXNWaXNpYmxlXCI6ZmFsc2V9fSxcIklzQWJvdmVUaW1lYmFuZFwiOmZhbHNlLFwiU3BhY2luZ1wiOjMsXCJEZWZhdWx0U3dpbWxhbmVBY3Rpdml0eVN0eWxlXCI6e1wiJGlkXCI6XCIzMjFcIixcIkhlYWRlclN0eWxlXCI6e1wiJGlkXCI6XCIzMjJcIixcIlRleHRTdHlsZVwiOntcIiRpZFwiOlwiMzIzXCIsXCJGb250U2V0dGluZ3NcIjp7XCIkaWRcIjpcIjMyNFwiLFwiRm9udFNpemVcIjoxMSxcIkZvbnROYW1lXCI6XCJDYWxpYnJpXCIsXCJJc0JvbGRcIjpmYWxzZSxcIklzSXRhbGljXCI6ZmFsc2UsXCJJc1VuZGVybGluZWRcIjpmYWxzZX0sXCJGb3JlZ3JvdW5kXCI6e1wiJGlkXCI6XCIzMjVcIixcIkNvbG9yXCI6e1wiJGlkXCI6XCIzMjZcIixcIkFcIjoyNTUsXCJSXCI6MCxcIkdcIjowLFwiQlwiOjB9fSxcIkhvcml6b250YWxBbGlnbm1lbnRcIjowLFwiSXNWaXNpYmxlXCI6dHJ1ZX0sXCJSZWN0YW5nbGVTdHlsZVwiOntcIiRpZFwiOlwiMzI3XCIsXCJNYXJnaW5cIjp7XCIkaWRcIjpcIjMyOFwiLFwiVG9wXCI6MC4wLFwiTGVmdFwiOjAuMCxcIlJpZ2h0XCI6MC4wLFwiQm90dG9tXCI6MC4wfSxcIlBhZGRpbmdcIjp7XCIkaWRcIjpcIjMyOVwiLFwiVG9wXCI6MC4wLFwiTGVmdFwiOjAuMCxcIlJpZ2h0XCI6MC4wLFwiQm90dG9tXCI6MC4wfSxcIkJhY2tncm91bmRcIjp7XCIkaWRcIjpcIjMzMFwiLFwiQ29sb3JcIjp7XCIkaWRcIjpcIjMzMVwiLFwiQVwiOjYzLFwiUlwiOjIzMyxcIkdcIjoxMTMsXCJCXCI6NTB9fSxcIklzVmlzaWJsZVwiOnRydWUsXCJXaWR0aFwiOjAuMCxcIkhlaWdodFwiOjAuMCxcIkJvcmRlclN0eWxlXCI6e1wiJGlkXCI6XCIzMzJcIixcIkxpbmVTdHlsZVwiOntcIiRpZFwiOlwiMzMzXCIsXCJMaW5lQ29sb3JcIjp7XCIkaWRcIjpcIjMzNFwiLFwiQ29sb3JcIjp7XCIkaWRcIjpcIjMzNVwiLFwiQVwiOjI1NSxcIlJcIjoyNTUsXCJHXCI6MjU1LFwiQlwiOjI1NX19LFwiTGluZVdlaWdodFwiOjAuMCxcIkxpbmVUeXBlXCI6MH0sXCJJc1Zpc2libGVcIjpmYWxzZX19fSxcIkJhY2tncm91bmRTdHlsZVwiOntcIiRpZFwiOlwiMzM2XCIsXCJNYXJnaW5cIjp7XCIkaWRcIjpcIjMzN1wiLFwiVG9wXCI6MC4wLFwiTGVmdFwiOjAuMCxcIlJpZ2h0XCI6MC4wLFwiQm90dG9tXCI6MC4wfSxcIlBhZGRpbmdcIjp7XCIkaWRcIjpcIjMzOFwiLFwiVG9wXCI6MC4wLFwiTGVmdFwiOjAuMCxcIlJpZ2h0XCI6MC4wLFwiQm90dG9tXCI6MC4wfSxcIkJhY2tncm91bmRcIjp7XCIkaWRcIjpcIjMzOVwiLFwiQ29sb3JcIjp7XCIkaWRcIjpcIjM0MFwiLFwiQVwiOjUxLFwiUlwiOjIwMCxcIkdcIjoyMDAsXCJCXCI6MjAwfX0sXCJJc1Zpc2libGVcIjp0cnVlLFwiV2lkdGhcIjowLjAsXCJIZWlnaHRcIjowLjAsXCJCb3JkZXJTdHlsZVwiOntcIiRpZFwiOlwiMzQxXCIsXCJMaW5lU3R5bGVcIjp7XCIkaWRcIjpcIjM0MlwiLFwiTGluZUNvbG9yXCI6e1wiJGlkXCI6XCIzNDNcIixcIkNvbG9yXCI6e1wiJGlkXCI6XCIzNDRcIixcIkFcIjoyNTUsXCJSXCI6MjM0LFwiR1wiOjIyLFwiQlwiOjMwfX0sXCJMaW5lV2VpZ2h0XCI6Mi4wLFwiTGluZVR5cGVcIjowfSxcIklzVmlzaWJsZVwiOmZhbHNlfX19LFwiRGVmYXVsdFN3aW1sYW5lTWlsZXN0b25lU3R5bGVcIjp7XCIkaWRcIjpcIjM0NVwiLFwiVGl0bGVQb3NpdGlvblwiOjAsXCJEYXRlUG9zaXRpb25cIjoyLFwiVmFyaWFuY2VQb3NpdGlvblwiOjIsXCJTaGFwZVR5cGVcIjoxLFwiU2hhcGVTaXplXCI6MCxcIlNwYWNpbmdcIjo1LFwiU2hhcGVTdHlsZVwiOntcIiRpZFwiOlwiMzQ2XCIsXCJNYXJnaW5cIjp7XCIkaWRcIjpcIjM0N1wiLFwiVG9wXCI6MC4wLFwiTGVmdFwiOjAuMCxcIlJpZ2h0XCI6MC4wLFwiQm90dG9tXCI6MC4wfSxcIlBhZGRpbmdcIjp7XCIkaWRcIjpcIjM0OFwiLFwiVG9wXCI6MC4wLFwiTGVmdFwiOjAuMCxcIlJpZ2h0XCI6MC4wLFwiQm90dG9tXCI6MC4wfSxcIkJhY2tncm91bmRcIjp7XCIkaWRcIjpcIjM0OVwiLFwiQ29sb3JcIjp7XCIkaWRcIjpcIjM1MFwiLFwiQVwiOjI1NSxcIlJcIjoyMzMsXCJHXCI6MTEzLFwiQlwiOjU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xNCxcIkdcIjo0MCxcIkJcIjo2NX19LFwiSG9yaXpvbnRhbEFsaWdubWVudFwiOjAsXCJJc1Zpc2libGVcIjp0cnVlfSxcIkRhdGVGb3JtYXRcIjp7XCIkaWRcIjpcIjM2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RcIixcIkZvcm1hdFwiOjAsXCJJc1Zpc2libGVcIjpmYWxzZSxcIkxhc3RLbm93blZpc2liaWxpdHlTdGF0ZVwiOmZhbHNlfSxcIlZhcmlhbmNlU3R5bGVcIjp7XCIkaWRcIjpcIjM2NVwiLFwiVmFyaWFuY2VUZXh0U3R5bGVcIjp7XCIkaWRcIjpcIjM2NlwiLFwiRm9udFNldHRpbmdzXCI6e1wiJGlkXCI6XCIzNjdcIixcIkZvbnRTaXplXCI6MTAsXCJGb250TmFtZVwiOlwiQ2FsaWJyaVwiLFwiSXNCb2xkXCI6ZmFsc2UsXCJJc0l0YWxpY1wiOmZhbHNlLFwiSXNVbmRlcmxpbmVkXCI6ZmFsc2V9LFwiRm9yZWdyb3VuZFwiOntcIiRpZFwiOlwiMzY4XCIsXCJDb2xvclwiOntcIiRpZFwiOlwiMzY5XCIsXCJBXCI6MjU1LFwiUlwiOjAsXCJHXCI6MCxcIkJcIjowfX0sXCJIb3Jpem9udGFsQWxpZ25tZW50XCI6MCxcIklzVmlzaWJsZVwiOnRydWV9fX0sXCJEZWZhdWx0U3dpbWxhbmVUYXNrU3R5bGVcIjp7XCIkaWRcIjpcIjM3MFwiLFwiU2hhcGVcIjoxLFwiU2hhcGVUaGlja25lc3NcIjowLFwiRHVyYXRpb25Gb3JtYXRcIjowLFwiUGVyY2VudGFnZUNvbXBsZXRlVGV4dFN0eWxlXCI6e1wiJGlkXCI6XCIzNzFcIixcIkZvbnRTZXR0aW5nc1wiOntcIiRpZFwiOlwiMzcyXCIsXCJGb250U2l6ZVwiOjEwLFwiRm9udE5hbWVcIjpcIkNhbGlicmlcIixcIklzQm9sZFwiOmZhbHNlLFwiSXNJdGFsaWNcIjpmYWxzZSxcIklzVW5kZXJsaW5lZFwiOmZhbHNlfSxcIkZvcmVncm91bmRcIjp7XCIkaWRcIjpcIjM3M1wiLFwiQ29sb3JcIjp7XCIkaWRcIjpcIjM3NFwiLFwiQVwiOjI1NSxcIlJcIjoyMzIsXCJHXCI6MjMyLFwiQlwiOjIzMn19LFwiSG9yaXpvbnRhbEFsaWdubWVudFwiOjEsXCJJc1Zpc2libGVcIjp0cnVlfSxcIlBlcmNlbnRhZ2VDb21wbGV0ZUhpZ2hsaWdodFN0eWxlXCI6e1wiJGlkXCI6XCIzNzVcIixcIkJhY2tncm91bmRcIjp7XCIkaWRcIjpcIjM3NlwiLFwiQ29sb3JcIjp7XCIkaWRcIjpcIjM3N1wiLFwiQVwiOjg5LFwiUlwiOjAsXCJHXCI6MCxcIkJcIjowfX19LFwiRHVyYXRpb25TdHlsZVwiOntcIiRpZFwiOlwiMzc4XCIsXCJGb250U2V0dGluZ3NcIjp7XCIkaWRcIjpcIjM3OVwiLFwiRm9udFNpemVcIjoxMCxcIkZvbnROYW1lXCI6XCJDYWxpYnJpXCIsXCJJc0JvbGRcIjpmYWxzZSxcIklzSXRhbGljXCI6ZmFsc2UsXCJJc1VuZGVybGluZWRcIjpmYWxzZX0sXCJGb3JlZ3JvdW5kXCI6e1wiJGlkXCI6XCIzODBcIixcIkNvbG9yXCI6e1wiJGlkXCI6XCIzODFcIixcIkFcIjoyNTUsXCJSXCI6MjM3LFwiR1wiOjEyNSxcIkJcIjo0OX19LFwiSG9yaXpvbnRhbEFsaWdubWVudFwiOjAsXCJJc1Zpc2libGVcIjpmYWxzZX0sXCJNYXJnaW5cIjp7XCIkaWRcIjpcIjM4Ml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MzMsXCJHXCI6MTEzLFwiQlwiOjUwfX0sXCJJc1Zpc2libGVcIjp0cnVlLFwiV2lkdGhcIjowLjAsXCJIZWlnaHRcIjoxMC4wLFwiQm9yZGVyU3R5bGVcIjp7XCIkaWRcIjpcIjM5OFwiLFwiTGluZVN0eWxlXCI6e1wiJGlkXCI6XCIzOTlcIixcIkxpbmVDb2xvclwiOntcIiRpZFwiOlwiNDAwXCIsXCJDb2xvclwiOntcIiRpZFwiOlwiNDAxXCIsXCJBXCI6MjU1LFwiUlwiOjIzNCxcIkdcIjoyMixcIkJcIjozMH19LFwiTGluZVdlaWdodFwiOjIuMCxcIkxpbmVUeXBlXCI6MH0sXCJJc1Zpc2libGVcIjpmYWxzZX19LFwiVGl0bGVTdHlsZVwiOntcIiRpZFwiOlwiNDAyXCIsXCJGb250U2V0dGluZ3NcIjp7XCIkaWRcIjpcIjQwM1wiLFwiRm9udFNpemVcIjoxMSxcIkZvbnROYW1lXCI6XCJDYWxpYnJpXCIsXCJJc0JvbGRcIjpmYWxzZSxcIklzSXRhbGljXCI6ZmFsc2UsXCJJc1VuZGVybGluZWRcIjpmYWxzZX0sXCJGb3JlZ3JvdW5kXCI6e1wiJGlkXCI6XCI0MDRcIixcIkNvbG9yXCI6e1wiJGlkXCI6XCI0MDVcIixcIkFcIjoyNTUsXCJSXCI6MCxcIkdcIjowLFwiQlwiOjB9fSxcIkhvcml6b250YWxBbGlnbm1lbnRcIjowLFwiSXNWaXNpYmxlXCI6dHJ1ZX0sXCJEYXRlU3R5bGVcIjp7XCIkaWRcIjpcIjQwNlwiLFwiRm9udFNldHRpbmdzXCI6e1wiJGlkXCI6XCI0MDdcIixcIkZvbnRTaXplXCI6MTAsXCJGb250TmFtZVwiOlwiQ2FsaWJyaVwiLFwiSXNCb2xkXCI6ZmFsc2UsXCJJc0l0YWxpY1wiOmZhbHNlLFwiSXNVbmRlcmxpbmVkXCI6ZmFsc2V9LFwiRm9yZWdyb3VuZFwiOntcIiRpZFwiOlwiNDA4XCIsXCJDb2xvclwiOntcIiRpZFwiOlwiNDA5XCIsXCJBXCI6MjU1LFwiUlwiOjE0LFwiR1wiOjQwLFwiQlwiOjY1fX0sXCJIb3Jpem9udGFsQWxpZ25tZW50XCI6MixcIklzVmlzaWJsZVwiOnRydWV9LFwiRGF0ZUZvcm1hdFwiOntcIiRpZFwiOlwiNDE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xMVwiLFwiRm9ybWF0XCI6MCxcIklzVmlzaWJsZVwiOmZhbHNlLFwiTGFzdEtub3duVmlzaWJpbGl0eVN0YXRlXCI6ZmFsc2V9LFwiVmFyaWFuY2VTdHlsZVwiOntcIiRpZFwiOlwiNDEyXCIsXCJWYXJpYW5jZVRleHRTdHlsZVwiOntcIiRpZFwiOlwiNDEzXCIsXCJGb250U2V0dGluZ3NcIjp7XCIkaWRcIjpcIjQxNFwiLFwiRm9udFNpemVcIjoxMCxcIkZvbnROYW1lXCI6XCJDYWxpYnJpXCIsXCJJc0JvbGRcIjpmYWxzZSxcIklzSXRhbGljXCI6ZmFsc2UsXCJJc1VuZGVybGluZWRcIjpmYWxzZX0sXCJGb3JlZ3JvdW5kXCI6e1wiJGlkXCI6XCI0MTVcIixcIkNvbG9yXCI6e1wiJGlkXCI6XCI0MTZcIixcIkFcIjoyNTUsXCJSXCI6MCxcIkdcIjowLFwiQlwiOjB9fSxcIkhvcml6b250YWxBbGlnbm1lbnRcIjowLFwiSXNWaXNpYmxlXCI6dHJ1ZX19fSxcIkRlZmF1bHRTd2ltbGFuZU1vdFN0eWxlXCI6e1wiJGlkXCI6XCI0MTdcIixcIlNoYXBlXCI6MS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4LFwiR1wiOjUzLFwiQlwiOjE0fX0sXCJJc1Zpc2libGVcIjp0cnVlLFwiV2lkdGhcIjoxMi4wLFwiSGVpZ2h0XCI6MTQuMCxcIkJvcmRlclN0eWxlXCI6e1wiJGlkXCI6XCI0MjRcIixcIkxpbmVTdHlsZVwiOntcIiRpZFwiOlwiNDI1XCIsXCJMaW5lQ29sb3JcIjp7XCIkaWRcIjpcIjQyNlwiLFwiQ29sb3JcIjp7XCIkaWRcIjpcIjQyN1wiLFwiQVwiOjI1NSxcIlJcIjoyNTUsXCJHXCI6MjU1LFwiQlwiOjI1NX19LFwiTGluZVdlaWdodFwiOjAuMCxcIkxpbmVUeXBlXCI6MH0sXCJJc1Zpc2libGVcIjpmYWxzZX19LFwiVGl0bGVTdHlsZVwiOntcIiRpZFwiOlwiNDI4XCIsXCJGb250U2V0dGluZ3NcIjp7XCIkaWRcIjpcIjQyOVwiLFwiRm9udFNpemVcIjoxMSxcIkZvbnROYW1lXCI6XCJDYWxpYnJpXCIsXCJJc0JvbGRcIjpmYWxzZSxcIklzSXRhbGljXCI6ZmFsc2UsXCJJc1VuZGVybGluZWRcIjpmYWxzZX0sXCJGb3JlZ3JvdW5kXCI6e1wiJGlkXCI6XCI0MzBcIixcIkNvbG9yXCI6e1wiJGlkXCI6XCI0MzFcIixcIkFcIjoyNTUsXCJSXCI6MCxcIkdcIjowLFwiQlwiOjB9fSxcIkhvcml6b250YWxBbGlnbm1lbnRcIjoxLFwiSXNWaXNpYmxlXCI6dHJ1ZX0sXCJEYXRlU3R5bGVcIjp7XCIkaWRcIjpcIjQzMlwiLFwiRm9udFNldHRpbmdzXCI6e1wiJGlkXCI6XCI0MzNcIixcIkZvbnRTaXplXCI6MTAsXCJGb250TmFtZVwiOlwiQ2FsaWJyaVwiLFwiSXNCb2xkXCI6ZmFsc2UsXCJJc0l0YWxpY1wiOmZhbHNlLFwiSXNVbmRlcmxpbmVkXCI6ZmFsc2V9LFwiRm9yZWdyb3VuZFwiOntcIiRpZFwiOlwiNDM0XCIsXCJDb2xvclwiOntcIiRpZFwiOlwiNDM1XCIsXCJBXCI6MjU1LFwiUlwiOjE0LFwiR1wiOjQwLFwiQlwiOjY1fX0sXCJIb3Jpem9udGFsQWxpZ25tZW50XCI6MSxcIklzVmlzaWJsZVwiOnRydWV9LFwiRGF0ZUZvcm1hdFwiOntcIiRpZFwiOlwiNDM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dHJ1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I1LFwiR1wiOjEwNyxcIkJcIjozNn19LFwiSXNWaXNpYmxlXCI6dHJ1ZSxcIldpZHRoXCI6MC4wLFwiSGVpZ2h0XCI6MC4wLFwiQm9yZGVyU3R5bGVcIjp7XCIkaWRcIjpcIjQ1NFwiLFwiTGluZVN0eWxlXCI6e1wiJGlkXCI6XCI0NTVcIixcIkxpbmVDb2xvclwiOntcIiRpZFwiOlwiNDU2XCIsXCJDb2xvclwiOntcIiRpZFwiOlwiNDU3XCIsXCJBXCI6MjU1LFwiUlwiOjI1NSxcIkdcIjoyNTUsXCJCXCI6MjU1fX0sXCJMaW5lV2VpZ2h0XCI6MC4wLFwiTGluZVR5cGVcIjowfSxcIklzVmlzaWJsZVwiOmZhbHNlfX19LFwiQmFja2dyb3VuZFN0eWxlXCI6e1wiJGlkXCI6XCI0NThcIixcIk1hcmdpblwiOntcIiRpZFwiOlwiNDU5XCIsXCJUb3BcIjowLjAsXCJMZWZ0XCI6MC4wLFwiUmlnaHRcIjowLjAsXCJCb3R0b21cIjowLjB9LFwiUGFkZGluZ1wiOntcIiRpZFwiOlwiNDYwXCIsXCJUb3BcIjowLjAsXCJMZWZ0XCI6MC4wLFwiUmlnaHRcIjowLjAsXCJCb3R0b21cIjowLjB9LFwiQmFja2dyb3VuZFwiOntcIiRpZFwiOlwiNDYxXCIsXCJDb2xvclwiOntcIiRpZFwiOlwiNDYyXCIsXCJBXCI6NTEsXCJSXCI6MjAwLFwiR1wiOjIwMCxcIkJcIjoyMDB9fSxcIklzVmlzaWJsZVwiOnRydWUsXCJXaWR0aFwiOjAuMCxcIkhlaWdodFwiOjAuMCxcIkJvcmRlclN0eWxlXCI6e1wiJGlkXCI6XCI0NjNcIixcIkxpbmVTdHlsZVwiOntcIiRpZFwiOlwiNDY0XCIsXCJMaW5lQ29sb3JcIjp7XCIkaWRcIjpcIjQ2NVwiLFwiQ29sb3JcIjp7XCIkaWRcIjpcIjQ2NlwiLFwiQVwiOjI1NSxcIlJcIjoyMzQsXCJHXCI6MjIsXCJCXCI6MzB9fSxcIkxpbmVXZWlnaHRcIjoyLjAsXCJMaW5lVHlwZVwiOjB9LFwiSXNWaXNpYmxlXCI6ZmFsc2V9fSxcIklzQWJvdmVUaW1lYmFuZFwiOmZhbHNlLFwiU3BhY2luZ1wiOjMsXCJEZWZhdWx0U3dpbWxhbmVBY3Rpdml0eVN0eWxlXCI6e1wiJGlkXCI6XCI0NjdcIixcIkhlYWRlclN0eWxlXCI6e1wiJGlkXCI6XCI0NjhcIixcIlRleHRTdHlsZVwiOntcIiRpZFwiOlwiNDY5XCIsXCJGb250U2V0dGluZ3NcIjp7XCIkaWRcIjpcIjQ3MFwiLFwiRm9udFNpemVcIjoxMSxcIkZvbnROYW1lXCI6XCJDYWxpYnJpXCIsXCJJc0JvbGRcIjpmYWxzZSxcIklzSXRhbGljXCI6ZmFsc2UsXCJJc1VuZGVybGluZWRcIjpmYWxzZX0sXCJGb3JlZ3JvdW5kXCI6e1wiJGlkXCI6XCI0NzFcIixcIkNvbG9yXCI6e1wiJGlkXCI6XCI0NzJcIixcIkFcIjoyNTUsXCJSXCI6MCxcIkdcIjowLFwiQlwiOjB9fSxcIkhvcml6b250YWxBbGlnbm1lbnRcIjowLFwiSXNWaXNpYmxlXCI6dHJ1ZX0sXCJSZWN0YW5nbGVTdHlsZVwiOntcIiRpZFwiOlwiNDczXCIsXCJNYXJnaW5cIjp7XCIkaWRcIjpcIjQ3NFwiLFwiVG9wXCI6MC4wLFwiTGVmdFwiOjAuMCxcIlJpZ2h0XCI6MC4wLFwiQm90dG9tXCI6MC4wfSxcIlBhZGRpbmdcIjp7XCIkaWRcIjpcIjQ3NVwiLFwiVG9wXCI6MC4wLFwiTGVmdFwiOjAuMCxcIlJpZ2h0XCI6MC4wLFwiQm90dG9tXCI6MC4wfSxcIkJhY2tncm91bmRcIjp7XCIkaWRcIjpcIjQ3NlwiLFwiQ29sb3JcIjp7XCIkaWRcIjpcIjQ3N1wiLFwiQVwiOjYzLFwiUlwiOjI1LFwiR1wiOjEwNyxcIkJcIjozNn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I1LFwiR1wiOjEwNyxcIkJcIjozNn19LFwiSXNWaXNpYmxlXCI6dHJ1ZSxcIldpZHRoXCI6MTIuMCxcIkhlaWdodFwiOjE0LjAsXCJCb3JkZXJTdHlsZVwiOntcIiRpZFwiOlwiNDk3XCIsXCJMaW5lU3R5bGVcIjp7XCIkaWRcIjpcIjQ5OFwiLFwiTGluZUNvbG9yXCI6e1wiJGlkXCI6XCI0OTlcIixcIkNvbG9yXCI6e1wiJGlkXCI6XCI1MDBcIixcIkFcIjoyNTUsXCJSXCI6MjM0LFwiR1wiOjIyLFwiQlwiOjMwfX0sXCJMaW5lV2VpZ2h0XCI6Mi4wLFwiTGluZVR5cGVcIjowfSxcIklzVmlzaWJsZVwiOmZhbHNlfX0sXCJUaXRsZVN0eWxlXCI6e1wiJGlkXCI6XCI1MDFcIixcIkZvbnRTZXR0aW5nc1wiOntcIiRpZFwiOlwiNTAyXCIsXCJGb250U2l6ZVwiOjExLFwiRm9udE5hbWVcIjpcIkNhbGlicmlcIixcIklzQm9sZFwiOmZhbHNlLFwiSXNJdGFsaWNcIjpmYWxzZSxcIklzVW5kZXJsaW5lZFwiOmZhbHNlfSxcIkZvcmVncm91bmRcIjp7XCIkaWRcIjpcIjUwM1wiLFwiQ29sb3JcIjp7XCIkaWRcIjpcIjUwNFwiLFwiQVwiOjI1NSxcIlJcIjowLFwiR1wiOjAsXCJCXCI6MH19LFwiSG9yaXpvbnRhbEFsaWdubWVudFwiOjIsXCJJc1Zpc2libGVcIjp0cnVlfSxcIkRhdGVTdHlsZVwiOntcIiRpZFwiOlwiNTA1XCIsXCJGb250U2V0dGluZ3NcIjp7XCIkaWRcIjpcIjUwNlwiLFwiRm9udFNpemVcIjoxMCxcIkZvbnROYW1lXCI6XCJDYWxpYnJpXCIsXCJJc0JvbGRcIjpmYWxzZSxcIklzSXRhbGljXCI6ZmFsc2UsXCJJc1VuZGVybGluZWRcIjpmYWxzZX0sXCJGb3JlZ3JvdW5kXCI6e1wiJGlkXCI6XCI1MDdcIixcIkNvbG9yXCI6e1wiJGlkXCI6XCI1MDhcIixcIkFcIjoyNTUsXCJSXCI6MTQsXCJHXCI6NDAsXCJCXCI6NjV9fSxcIkhvcml6b250YWxBbGlnbm1lbnRcIjowLFwiSXNWaXNpYmxlXCI6dHJ1ZX0sXCJEYXRlRm9ybWF0XCI6e1wiJGlkXCI6XCI1MDl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EwXCIsXCJGb3JtYXRcIjowLFwiSXNWaXNpYmxlXCI6ZmFsc2UsXCJMYXN0S25vd25WaXNpYmlsaXR5U3RhdGVcIjpmYWxzZX0sXCJWYXJpYW5jZVN0eWxlXCI6e1wiJGlkXCI6XCI1MTFcIixcIlZhcmlhbmNlVGV4dFN0eWxlXCI6e1wiJGlkXCI6XCI1MTJcIixcIkZvbnRTZXR0aW5nc1wiOntcIiRpZFwiOlwiNTEzXCIsXCJGb250U2l6ZVwiOjEwLFwiRm9udE5hbWVcIjpcIkNhbGlicmlcIixcIklzQm9sZFwiOmZhbHNlLFwiSXNJdGFsaWNcIjpmYWxzZSxcIklzVW5kZXJsaW5lZFwiOmZhbHNlfSxcIkZvcmVncm91bmRcIjp7XCIkaWRcIjpcIjUxNFwiLFwiQ29sb3JcIjp7XCIkaWRcIjpcIjUxNVwiLFwiQVwiOjI1NSxcIlJcIjowLFwiR1wiOjAsXCJCXCI6MH19LFwiSG9yaXpvbnRhbEFsaWdubWVudFwiOjAsXCJJc1Zpc2libGVcIjp0cnVlfX19LFwiRGVmYXVsdFN3aW1sYW5lVGFza1N0eWxlXCI6e1wiJGlkXCI6XCI1MTZcIixcIlNoYXBlXCI6MSxcIlNoYXBlVGhpY2tuZXNzXCI6MCxcIkR1cmF0aW9uRm9ybWF0XCI6MCxcIlBlcmNlbnRhZ2VDb21wbGV0ZVRleHRTdHlsZVwiOntcIiRpZFwiOlwiNTE3XCIsXCJGb250U2V0dGluZ3NcIjp7XCIkaWRcIjpcIjUxOFwiLFwiRm9udFNpemVcIjoxMCxcIkZvbnROYW1lXCI6XCJDYWxpYnJpXCIsXCJJc0JvbGRcIjpmYWxzZSxcIklzSXRhbGljXCI6ZmFsc2UsXCJJc1VuZGVybGluZWRcIjpmYWxzZX0sXCJGb3JlZ3JvdW5kXCI6e1wiJGlkXCI6XCI1MTlcIixcIkNvbG9yXCI6e1wiJGlkXCI6XCI1MjBcIixcIkFcIjoyNTUsXCJSXCI6MjMyLFwiR1wiOjIzMixcIkJcIjoyMzJ9fSxcIkhvcml6b250YWxBbGlnbm1lbnRcIjoxLFwiSXNWaXNpYmxlXCI6dHJ1ZX0sXCJQZXJjZW50YWdlQ29tcGxldGVIaWdobGlnaHRTdHlsZVwiOntcIiRpZFwiOlwiNTIxXCIsXCJCYWNrZ3JvdW5kXCI6e1wiJGlkXCI6XCI1MjJcIixcIkNvbG9yXCI6e1wiJGlkXCI6XCI1MjNcIixcIkFcIjo4OSxcIlJcIjowLFwiR1wiOjAsXCJCXCI6MH19fSxcIkR1cmF0aW9uU3R5bGVcIjp7XCIkaWRcIjpcIjUyNFwiLFwiRm9udFNldHRpbmdzXCI6e1wiJGlkXCI6XCI1MjVcIixcIkZvbnRTaXplXCI6MTAsXCJGb250TmFtZVwiOlwiQ2FsaWJyaVwiLFwiSXNCb2xkXCI6ZmFsc2UsXCJJc0l0YWxpY1wiOmZhbHNlLFwiSXNVbmRlcmxpbmVkXCI6ZmFsc2V9LFwiRm9yZWdyb3VuZFwiOntcIiRpZFwiOlwiNTI2XCIsXCJDb2xvclwiOntcIiRpZFwiOlwiNTI3XCIsXCJBXCI6MjU1LFwiUlwiOjIzNyxcIkdcIjoxMjUsXCJCXCI6NDl9fSxcIkhvcml6b250YWxBbGlnbm1lbnRcIjowLFwiSXNWaXNpYmxlXCI6ZmFsc2V9LFwiTWFyZ2luXCI6e1wiJGlkXCI6XCI1Mjh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TI5XCIsXCJCYXNlbGluZVNoYXBlU3R5bGVcIjp7XCIkaWRcIjpcIjUzMFwiLFwiTWFyZ2luXCI6e1wiJGlkXCI6XCI1MzFcIixcIlRvcFwiOjAuMCxcIkxlZnRcIjowLjAsXCJSaWdodFwiOjAuMCxcIkJvdHRvbVwiOjAuMH0sXCJQYWRkaW5nXCI6e1wiJGlkXCI6XCI1MzJcIixcIlRvcFwiOjAuMCxcIkxlZnRcIjowLjAsXCJSaWdodFwiOjAuMCxcIkJvdHRvbVwiOjAuMH0sXCJCYWNrZ3JvdW5kXCI6e1wiJGlkXCI6XCI1MzNcIixcIkNvbG9yXCI6e1wiJGlkXCI6XCI1MzRcIixcIkFcIjoxNTMsXCJSXCI6MCxcIkdcIjowLFwiQlwiOjB9fSxcIklzVmlzaWJsZVwiOmZhbHNlLFwiV2lkdGhcIjowLjAsXCJIZWlnaHRcIjowLjAsXCJCb3JkZXJTdHlsZVwiOntcIiRpZFwiOlwiNTM1XCIsXCJMaW5lU3R5bGVcIjp7XCIkaWRcIjpcIjUzNlwiLFwiTGluZUNvbG9yXCI6e1wiJGlkXCI6XCI1MzdcIixcIkNvbG9yXCI6e1wiJGlkXCI6XCI1MzhcIixcIkFcIjoyNTUsXCJSXCI6MjU1LFwiR1wiOjAsXCJCXCI6MH19LFwiTGluZVdlaWdodFwiOjIuMCxcIkxpbmVUeXBlXCI6MH0sXCJJc1Zpc2libGVcIjpmYWxzZX19fSxcIlNoYXBlU3R5bGVcIjp7XCIkaWRcIjpcIjUzOVwiLFwiTWFyZ2luXCI6e1wiJGlkXCI6XCI1NDBcIixcIlRvcFwiOjAuMCxcIkxlZnRcIjo0LjAsXCJSaWdodFwiOjQuMCxcIkJvdHRvbVwiOjAuMH0sXCJQYWRkaW5nXCI6e1wiJGlkXCI6XCI1NDFcIixcIlRvcFwiOjAuMCxcIkxlZnRcIjowLjAsXCJSaWdodFwiOjAuMCxcIkJvdHRvbVwiOjAuMH0sXCJCYWNrZ3JvdW5kXCI6e1wiJGlkXCI6XCI1NDJcIixcIkNvbG9yXCI6e1wiJGlkXCI6XCI1NDNcIixcIkFcIjoyNTUsXCJSXCI6MjUsXCJHXCI6MTA3LFwiQlwiOjM2fX0sXCJJc1Zpc2libGVcIjp0cnVlLFwiV2lkdGhcIjowLjAsXCJIZWlnaHRcIjoxMC4wLFwiQm9yZGVyU3R5bGVcIjp7XCIkaWRcIjpcIjU0NFwiLFwiTGluZVN0eWxlXCI6e1wiJGlkXCI6XCI1NDVcIixcIkxpbmVDb2xvclwiOntcIiRpZFwiOlwiNTQ2XCIsXCJDb2xvclwiOntcIiRpZFwiOlwiNTQ3XCIsXCJBXCI6MjU1LFwiUlwiOjIzNCxcIkdcIjoyMixcIkJcIjozMH19LFwiTGluZVdlaWdodFwiOjIuMCxcIkxpbmVUeXBlXCI6MH0sXCJJc1Zpc2libGVcIjpmYWxzZX19LFwiVGl0bGVTdHlsZVwiOntcIiRpZFwiOlwiNTQ4XCIsXCJGb250U2V0dGluZ3NcIjp7XCIkaWRcIjpcIjU0OVwiLFwiRm9udFNpemVcIjoxMSxcIkZvbnROYW1lXCI6XCJDYWxpYnJpXCIsXCJJc0JvbGRcIjpmYWxzZSxcIklzSXRhbGljXCI6ZmFsc2UsXCJJc1VuZGVybGluZWRcIjpmYWxzZX0sXCJGb3JlZ3JvdW5kXCI6e1wiJGlkXCI6XCI1NTBcIixcIkNvbG9yXCI6e1wiJGlkXCI6XCI1NTFcIixcIkFcIjoyNTUsXCJSXCI6MCxcIkdcIjowLFwiQlwiOjB9fSxcIkhvcml6b250YWxBbGlnbm1lbnRcIjowLFwiSXNWaXNpYmxlXCI6dHJ1ZX0sXCJEYXRlU3R5bGVcIjp7XCIkaWRcIjpcIjU1MlwiLFwiRm9udFNldHRpbmdzXCI6e1wiJGlkXCI6XCI1NTNcIixcIkZvbnRTaXplXCI6MTAsXCJGb250TmFtZVwiOlwiQ2FsaWJyaVwiLFwiSXNCb2xkXCI6ZmFsc2UsXCJJc0l0YWxpY1wiOmZhbHNlLFwiSXNVbmRlcmxpbmVkXCI6ZmFsc2V9LFwiRm9yZWdyb3VuZFwiOntcIiRpZFwiOlwiNTU0XCIsXCJDb2xvclwiOntcIiRpZFwiOlwiNTU1XCIsXCJBXCI6MjU1LFwiUlwiOjE0LFwiR1wiOjQwLFwiQlwiOjY1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dHJ1ZX19fSxcIkRlZmF1bHRTd2ltbGFuZU1vdFN0eWxlXCI6e1wiJGlkXCI6XCI1NjNcIixcIlNoYXBlXCI6MSxcIlNoYXBlU2l6ZVwiOjAsXCJEZXRhaWxzU3BhY2luZ1wiOjAuMCxcIlBhZGRpbmdcIjp7XCIkaWRcIjpcIjU2NFwiLFwiVG9wXCI6NS4wLFwiTGVmdFwiOjMuMCxcIlJpZ2h0XCI6MC4wLFwiQm90dG9tXCI6Mi4wfSxcIlBvc2l0aW9uT25UYXNrXCI6MSxcIlNoYXBlU3R5bGVcIjp7XCIkaWRcIjpcIjU2NVwiLFwiTWFyZ2luXCI6e1wiJGlkXCI6XCI1NjZcIixcIlRvcFwiOjAuMCxcIkxlZnRcIjowLjAsXCJSaWdodFwiOjAuMCxcIkJvdHRvbVwiOjAuMH0sXCJQYWRkaW5nXCI6e1wiJGlkXCI6XCI1NjdcIixcIlRvcFwiOjAuMCxcIkxlZnRcIjowLjAsXCJSaWdodFwiOjAuMCxcIkJvdHRvbVwiOjAuMH0sXCJCYWNrZ3JvdW5kXCI6e1wiJGlkXCI6XCI1NjhcIixcIkNvbG9yXCI6e1wiJGlkXCI6XCI1NjlcIixcIkFcIjoyNTUsXCJSXCI6MTMsXCJHXCI6NTMsXCJCXCI6MTh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MTQsXCJHXCI6NDAsXCJCXCI6NjV9fSxcIkhvcml6b250YWxBbGlnbm1lbnRcIjoxLFwiSXNWaXNpYmxlXCI6dHJ1ZX0sXCJEYXRlRm9ybWF0XCI6e1wiJGlkXCI6XCI1O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gzXCIsXCJGb3JtYXRcIjowLFwiSXNWaXNpYmxlXCI6ZmFsc2UsXCJMYXN0S25vd25WaXNpYmlsaXR5U3RhdGVcIjpmYWxzZX0sXCJWYXJpYW5jZVN0eWxlXCI6e1wiJGlkXCI6XCI1ODRcIixcIlZhcmlhbmNlVGV4dFN0eWxlXCI6e1wiJGlkXCI6XCI1ODVcIixcIkZvbnRTZXR0aW5nc1wiOntcIiRpZFwiOlwiNTg2XCIsXCJGb250U2l6ZVwiOjEwLFwiRm9udE5hbWVcIjpcIkNhbGlicmlcIixcIklzQm9sZFwiOmZhbHNlLFwiSXNJdGFsaWNcIjpmYWxzZSxcIklzVW5kZXJsaW5lZFwiOmZhbHNlfSxcIkZvcmVncm91bmRcIjp7XCIkaWRcIjpcIjU4N1wiLFwiQ29sb3JcIjp7XCIkaWRcIjpcIjU4OFwiLFwiQVwiOjI1NSxcIlJcIjowLFwiR1wiOjAsXCJCXCI6MH19LFwiSG9yaXpvbnRhbEFsaWdubWVudFwiOjAsXCJJc1Zpc2libGVcIjp0cnVlfX19fSx7XCIkaWRcIjpcIjU4OVwiLFwiU3R5bGVJZFwiOlwiMDcwMmRlYTgtYzExNC00ZDcxLWJlNDAtY2QzMDYyYzQ2OTcwXCIsXCJOYW1lXCI6XCJTd2ltbGFuZSBTdHlsZSA0XCIsXCJIZWFkZXJTdHlsZVwiOntcIiRpZFwiOlwiNTkwXCIsXCJUZXh0U3R5bGVcIjp7XCIkaWRcIjpcIjU5MVwiLFwiRm9udFNldHRpbmdzXCI6e1wiJGlkXCI6XCI1OTJcIixcIkZvbnRTaXplXCI6MTEsXCJGb250TmFtZVwiOlwiQ2FsaWJyaVwiLFwiSXNCb2xkXCI6ZmFsc2UsXCJJc0l0YWxpY1wiOmZhbHNlLFwiSXNVbmRlcmxpbmVkXCI6ZmFsc2V9LFwiRm9yZWdyb3VuZFwiOntcIiRpZFwiOlwiNTkzXCIsXCJDb2xvclwiOntcIiRpZFwiOlwiNTk0XCIsXCJBXCI6MjU1LFwiUlwiOjI1NSxcIkdcIjoyNTUsXCJCXCI6MjU1fX0sXCJIb3Jpem9udGFsQWxpZ25tZW50XCI6MCxcIklzVmlzaWJsZVwiOnRydWV9LFwiUmVjdGFuZ2xlU3R5bGVcIjp7XCIkaWRcIjpcIjU5NVwiLFwiTWFyZ2luXCI6e1wiJGlkXCI6XCI1OTZcIixcIlRvcFwiOjAuMCxcIkxlZnRcIjowLjAsXCJSaWdodFwiOjAuMCxcIkJvdHRvbVwiOjAuMH0sXCJQYWRkaW5nXCI6e1wiJGlkXCI6XCI1OTdcIixcIlRvcFwiOjAuMCxcIkxlZnRcIjowLjAsXCJSaWdodFwiOjAuMCxcIkJvdHRvbVwiOjAuMH0sXCJCYWNrZ3JvdW5kXCI6e1wiJGlkXCI6XCI1OThcIixcIkNvbG9yXCI6e1wiJGlkXCI6XCI1OTlcIixcIkFcIjoyNTUsXCJSXCI6MTUsXCJHXCI6MTU4LFwiQlwiOjIxM319LFwiSXNWaXNpYmxlXCI6dHJ1ZSxcIldpZHRoXCI6MC4wLFwiSGVpZ2h0XCI6MC4wLFwiQm9yZGVyU3R5bGVcIjp7XCIkaWRcIjpcIjYwMFwiLFwiTGluZVN0eWxlXCI6e1wiJGlkXCI6XCI2MDFcIixcIkxpbmVDb2xvclwiOntcIiRpZFwiOlwiNjAyXCIsXCJDb2xvclwiOntcIiRpZFwiOlwiNjAzXCIsXCJBXCI6MjU1LFwiUlwiOjI1NSxcIkdcIjoyNTUsXCJCXCI6MjU1fX0sXCJMaW5lV2VpZ2h0XCI6MC4wLFwiTGluZVR5cGVcIjowfSxcIklzVmlzaWJsZVwiOmZhbHNlfX19LFwiQmFja2dyb3VuZFN0eWxlXCI6e1wiJGlkXCI6XCI2MDRcIixcIk1hcmdpblwiOntcIiRpZFwiOlwiNjA1XCIsXCJUb3BcIjowLjAsXCJMZWZ0XCI6MC4wLFwiUmlnaHRcIjowLjAsXCJCb3R0b21cIjowLjB9LFwiUGFkZGluZ1wiOntcIiRpZFwiOlwiNjA2XCIsXCJUb3BcIjowLjAsXCJMZWZ0XCI6MC4wLFwiUmlnaHRcIjowLjAsXCJCb3R0b21cIjowLjB9LFwiQmFja2dyb3VuZFwiOntcIiRpZFwiOlwiNjA3XCIsXCJDb2xvclwiOntcIiRpZFwiOlwiNjA4XCIsXCJBXCI6NTEsXCJSXCI6MjAwLFwiR1wiOjIwMCxcIkJcIjoyMDB9fSxcIklzVmlzaWJsZVwiOnRydWUsXCJXaWR0aFwiOjAuMCxcIkhlaWdodFwiOjAuMCxcIkJvcmRlclN0eWxlXCI6e1wiJGlkXCI6XCI2MDlcIixcIkxpbmVTdHlsZVwiOntcIiRpZFwiOlwiNjEwXCIsXCJMaW5lQ29sb3JcIjp7XCIkaWRcIjpcIjYxMVwiLFwiQ29sb3JcIjp7XCIkaWRcIjpcIjYxMlwiLFwiQVwiOjI1NSxcIlJcIjoyMzQsXCJHXCI6MjIsXCJCXCI6MzB9fSxcIkxpbmVXZWlnaHRcIjoyLjAsXCJMaW5lVHlwZVwiOjB9LFwiSXNWaXNpYmxlXCI6ZmFsc2V9fSxcIklzQWJvdmVUaW1lYmFuZFwiOmZhbHNlLFwiU3BhY2luZ1wiOjMsXCJEZWZhdWx0U3dpbWxhbmVBY3Rpdml0eVN0eWxlXCI6e1wiJGlkXCI6XCI2MTNcIixcIkhlYWRlclN0eWxlXCI6e1wiJGlkXCI6XCI2MTRcIixcIlRleHRTdHlsZVwiOntcIiRpZFwiOlwiNjE1XCIsXCJGb250U2V0dGluZ3NcIjp7XCIkaWRcIjpcIjYxNlwiLFwiRm9udFNpemVcIjoxMSxcIkZvbnROYW1lXCI6XCJDYWxpYnJpXCIsXCJJc0JvbGRcIjpmYWxzZSxcIklzSXRhbGljXCI6ZmFsc2UsXCJJc1VuZGVybGluZWRcIjpmYWxzZX0sXCJGb3JlZ3JvdW5kXCI6e1wiJGlkXCI6XCI2MTdcIixcIkNvbG9yXCI6e1wiJGlkXCI6XCI2MThcIixcIkFcIjoyNTUsXCJSXCI6MCxcIkdcIjowLFwiQlwiOjB9fSxcIkhvcml6b250YWxBbGlnbm1lbnRcIjowLFwiSXNWaXNpYmxlXCI6dHJ1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EyNyxcIlJcIjoxNSxcIkdcIjoxNTgsXCJCXCI6MjEzfX0sXCJJc1Zpc2libGVcIjp0cnVlLFwiV2lkdGhcIjowLjAsXCJIZWlnaHRcIjowLjAsXCJCb3JkZXJTdHlsZVwiOntcIiRpZFwiOlwiNjI0XCIsXCJMaW5lU3R5bGVcIjp7XCIkaWRcIjpcIjYyNVwiLFwiTGluZUNvbG9yXCI6e1wiJGlkXCI6XCI2MjZcIixcIkNvbG9yXCI6e1wiJGlkXCI6XCI2MjdcIixcIkFcIjoyNTUsXCJSXCI6MjU1LFwiR1wiOjAsXCJCXCI6MH19LFwiTGluZVdlaWdodFwiOjAuMCxcIkxpbmVUeXBlXCI6MH0sXCJJc1Zpc2libGVcIjpmYWxzZX19fSxcIkJhY2tncm91bmRTdHlsZVwiOntcIiRpZFwiOlwiNjI4XCIsXCJNYXJnaW5cIjp7XCIkaWRcIjpcIjYyOVwiLFwiVG9wXCI6MC4wLFwiTGVmdFwiOjAuMCxcIlJpZ2h0XCI6MC4wLFwiQm90dG9tXCI6MC4wfSxcIlBhZGRpbmdcIjp7XCIkaWRcIjpcIjYzMFwiLFwiVG9wXCI6MC4wLFwiTGVmdFwiOjAuMCxcIlJpZ2h0XCI6MC4wLFwiQm90dG9tXCI6MC4wfSxcIkJhY2tncm91bmRcIjp7XCIkaWRcIjpcIjYzMVwiLFwiQ29sb3JcIjp7XCIkaWRcIjpcIjYzMlwiLFwiQVwiOjUxLFwiUlwiOjIwMCxcIkdcIjoyMDAsXCJCXCI6MjAwfX0sXCJJc1Zpc2libGVcIjp0cnVlLFwiV2lkdGhcIjowLjAsXCJIZWlnaHRcIjowLjAsXCJCb3JkZXJTdHlsZVwiOntcIiRpZFwiOlwiNjMzXCIsXCJMaW5lU3R5bGVcIjp7XCIkaWRcIjpcIjYzNFwiLFwiTGluZUNvbG9yXCI6e1wiJGlkXCI6XCI2MzVcIixcIkNvbG9yXCI6e1wiJGlkXCI6XCI2MzZcIixcIkFcIjoyNTUsXCJSXCI6MjM0LFwiR1wiOjIyLFwiQlwiOjMwfX0sXCJMaW5lV2VpZ2h0XCI6Mi4wLFwiTGluZVR5cGVcIjowfSxcIklzVmlzaWJsZVwiOmZhbHNlfX19LFwiRGVmYXVsdFN3aW1sYW5lTWlsZXN0b25lU3R5bGVcIjp7XCIkaWRcIjpcIjYzN1wiLFwiVGl0bGVQb3NpdGlvblwiOjAsXCJEYXRlUG9zaXRpb25cIjoyLFwiVmFyaWFuY2VQb3NpdGlvblwiOjIsXCJTaGFwZVR5cGVcIjoxLFwiU2hhcGVTaXplXCI6MCxcIlNwYWNpbmdcIjo1LFwiU2hhc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xNSxcIkdcIjoxNTgsXCJCXCI6MjEzfX0sXCJJc1Zpc2libGVcIjp0cnVlLFwiV2lkdGhcIjoxMi4wLFwiSGVpZ2h0XCI6MTQuMCxcIkJvcmRlclN0eWxlXCI6e1wiJGlkXCI6XCI2NDNcIixcIkxpbmVTdHlsZVwiOntcIiRpZFwiOlwiNjQ0XCIsXCJMaW5lQ29sb3JcIjp7XCIkaWRcIjpcIjY0NVwiLFwiQ29sb3JcIjp7XCIkaWRcIjpcIjY0NlwiLFwiQVwiOjI1NSxcIlJcIjoyMzQsXCJHXCI6MjIsXCJCXCI6MzB9fSxcIkxpbmVXZWlnaHRcIjoyLjAsXCJMaW5lVHlwZVwiOjB9LFwiSXNWaXNpYmxlXCI6ZmFsc2V9fSxcIlRpdGxlU3R5bGVcIjp7XCIkaWRcIjpcIjY0N1wiLFwiRm9udFNldHRpbmdzXCI6e1wiJGlkXCI6XCI2NDhcIixcIkZvbnRTaXplXCI6MTEsXCJGb250TmFtZVwiOlwiQ2FsaWJyaVwiLFwiSXNCb2xkXCI6ZmFsc2UsXCJJc0l0YWxpY1wiOmZhbHNlLFwiSXNVbmRlcmxpbmVkXCI6ZmFsc2V9LFwiRm9yZWdyb3VuZFwiOntcIiRpZFwiOlwiNjQ5XCIsXCJDb2xvclwiOntcIiRpZFwiOlwiNjUwXCIsXCJBXCI6MjU1LFwiUlwiOjAsXCJHXCI6MCxcIkJcIjowfX0sXCJIb3Jpem9udGFsQWxpZ25tZW50XCI6MixcIklzVmlzaWJsZVwiOnRydWV9LFwiRGF0ZVN0eWxlXCI6e1wiJGlkXCI6XCI2NTFcIixcIkZvbnRTZXR0aW5nc1wiOntcIiRpZFwiOlwiNjUyXCIsXCJGb250U2l6ZVwiOjEwLFwiRm9udE5hbWVcIjpcIkNhbGlicmlcIixcIklzQm9sZFwiOmZhbHNlLFwiSXNJdGFsaWNcIjpmYWxzZSxcIklzVW5kZXJsaW5lZFwiOmZhbHNlfSxcIkZvcmVncm91bmRcIjp7XCIkaWRcIjpcIjY1M1wiLFwiQ29sb3JcIjp7XCIkaWRcIjpcIjY1NFwiLFwiQVwiOjI1NSxcIlJcIjoxNCxcIkdcIjo0MCxcIkJcIjo2NX19LFwiSG9yaXpvbnRhbEFsaWdubWVudFwiOjAsXCJJc1Zpc2libGVcIjp0cnVlfSxcIkRhdGVGb3JtYXRcIjp7XCIkaWRcIjpcIjY1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2NTZcIixcIkZvcm1hdFwiOjAsXCJJc1Zpc2libGVcIjpmYWxzZSxcIkxhc3RLbm93blZpc2liaWxpdHlTdGF0ZVwiOmZhbHNlfSxcIlZhcmlhbmNlU3R5bGVcIjp7XCIkaWRcIjpcIjY1N1wiLFwiVmFyaWFuY2VUZXh0U3R5bGVcIjp7XCIkaWRcIjpcIjY1OFwiLFwiRm9udFNldHRpbmdzXCI6e1wiJGlkXCI6XCI2NTlcIixcIkZvbnRTaXplXCI6MTAsXCJGb250TmFtZVwiOlwiQ2FsaWJyaVwiLFwiSXNCb2xkXCI6ZmFsc2UsXCJJc0l0YWxpY1wiOmZhbHNlLFwiSXNVbmRlcmxpbmVkXCI6ZmFsc2V9LFwiRm9yZWdyb3VuZFwiOntcIiRpZFwiOlwiNjYwXCIsXCJDb2xvclwiOntcIiRpZFwiOlwiNjYxXCIsXCJBXCI6MjU1LFwiUlwiOjAsXCJHXCI6MCxcIkJcIjowfX0sXCJIb3Jpem9udGFsQWxpZ25tZW50XCI6MCxcIklzVmlzaWJsZVwiOnRydW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IsXCJHXCI6MjMyLFwiQlwiOjIzMn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MjM3LFwiR1wiOjEyNSxcIkJcIjo0OX19LFwiSG9yaXpvbnRhbEFsaWdubWVudFwiOjAsXCJJc1Zpc2libGVcIjpmYWxzZX0sXCJNYXJnaW5cIjp7XCIkaWRcIjpcIjY3NF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2NzVcIixcIkJhc2VsaW5lU2hhcGVTdHlsZVwiOntcIiRpZFwiOlwiNjc2XCIsXCJNYXJnaW5cIjp7XCIkaWRcIjpcIjY3N1wiLFwiVG9wXCI6MC4wLFwiTGVmdFwiOjAuMCxcIlJpZ2h0XCI6MC4wLFwiQm90dG9tXCI6MC4wfSxcIlBhZGRpbmdcIjp7XCIkaWRcIjpcIjY3OFwiLFwiVG9wXCI6MC4wLFwiTGVmdFwiOjAuMCxcIlJpZ2h0XCI6MC4wLFwiQm90dG9tXCI6MC4wfSxcIkJhY2tncm91bmRcIjp7XCIkaWRcIjpcIjY3OVwiLFwiQ29sb3JcIjp7XCIkaWRcIjpcIjY4MFwiLFwiQVwiOjE1MyxcIlJcIjowLFwiR1wiOjAsXCJCXCI6MH19LFwiSXNWaXNpYmxlXCI6ZmFsc2UsXCJXaWR0aFwiOjAuMCxcIkhlaWdodFwiOjAuMCxcIkJvcmRlclN0eWxlXCI6e1wiJGlkXCI6XCI2ODFcIixcIkxpbmVTdHlsZVwiOntcIiRpZFwiOlwiNjgyXCIsXCJMaW5lQ29sb3JcIjp7XCIkaWRcIjpcIjY4M1wiLFwiQ29sb3JcIjp7XCIkaWRcIjpcIjY4NFwiLFwiQVwiOjI1NSxcIlJcIjoyNTUsXCJHXCI6MCxcIkJcIjowfX0sXCJMaW5lV2VpZ2h0XCI6Mi4wLFwiTGluZVR5cGVcIjowfSxcIklzVmlzaWJsZVwiOmZhbHNlfX19LFwiU2hhcGVTdHlsZVwiOntcIiRpZFwiOlwiNjg1XCIsXCJNYXJnaW5cIjp7XCIkaWRcIjpcIjY4NlwiLFwiVG9wXCI6MC4wLFwiTGVmdFwiOjQuMCxcIlJpZ2h0XCI6NC4wLFwiQm90dG9tXCI6MC4wfSxcIlBhZGRpbmdcIjp7XCIkaWRcIjpcIjY4N1wiLFwiVG9wXCI6MC4wLFwiTGVmdFwiOjAuMCxcIlJpZ2h0XCI6MC4wLFwiQm90dG9tXCI6MC4wfSxcIkJhY2tncm91bmRcIjp7XCIkaWRcIjpcIjY4OFwiLFwiQ29sb3JcIjp7XCIkaWRcIjpcIjY4OVwiLFwiQVwiOjI1NSxcIlJcIjoxNSxcIkdcIjoxNTgsXCJCXCI6MjEz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E0LFwiR1wiOjQwLFwiQlwiOjY1fX0sXCJIb3Jpem9udGFsQWxpZ25tZW50XCI6MixcIklzVmlzaWJsZVwiOnRydWV9LFwiRGF0ZUZvcm1hdFwiOntcIiRpZFwiOlwiNzA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wM1wiLFwiRm9ybWF0XCI6MCxcIklzVmlzaWJsZVwiOmZhbHNlLFwiTGFzdEtub3duVmlzaWJpbGl0eVN0YXRlXCI6ZmFsc2V9LFwiVmFyaWFuY2VTdHlsZVwiOntcIiRpZFwiOlwiNzA0XCIsXCJWYXJpYW5jZVRleHRTdHlsZVwiOntcIiRpZFwiOlwiNzA1XCIsXCJGb250U2V0dGluZ3NcIjp7XCIkaWRcIjpcIjcwNlwiLFwiRm9udFNpemVcIjoxMCxcIkZvbnROYW1lXCI6XCJDYWxpYnJpXCIsXCJJc0JvbGRcIjpmYWxzZSxcIklzSXRhbGljXCI6ZmFsc2UsXCJJc1VuZGVybGluZWRcIjpmYWxzZX0sXCJGb3JlZ3JvdW5kXCI6e1wiJGlkXCI6XCI3MDdcIixcIkNvbG9yXCI6e1wiJGlkXCI6XCI3MDhcIixcIkFcIjoyNTUsXCJSXCI6MCxcIkdcIjowLFwiQlwiOjB9fSxcIkhvcml6b250YWxBbGlnbm1lbnRcIjowLFwiSXNWaXNpYmxlXCI6dHJ1ZX19fSxcIkRlZmF1bHRTd2ltbGFuZU1vdFN0eWxlXCI6e1wiJGlkXCI6XCI3MDlcIixcIlNoYXBlXCI6MSxcIlNoYXBlU2l6ZVwiOjAsXCJEZXRhaWxzU3BhY2luZ1wiOjAuMCxcIlBhZGRpbmdcIjp7XCIkaWRcIjpcIjcxMFwiLFwiVG9wXCI6NS4wLFwiTGVmdFwiOjMuMCxcIlJpZ2h0XCI6MC4wLFwiQm90dG9tXCI6Mi4wfSxcIlBvc2l0aW9uT25UYXNrXCI6MSxcIlNoYXBlU3R5bGVcIjp7XCIkaWRcIjpcIjcxMVwiLFwiTWFyZ2luXCI6e1wiJGlkXCI6XCI3MTJcIixcIlRvcFwiOjAuMCxcIkxlZnRcIjowLjAsXCJSaWdodFwiOjAuMCxcIkJvdHRvbVwiOjAuMH0sXCJQYWRkaW5nXCI6e1wiJGlkXCI6XCI3MTNcIixcIlRvcFwiOjAuMCxcIkxlZnRcIjowLjAsXCJSaWdodFwiOjAuMCxcIkJvdHRvbVwiOjAuMH0sXCJCYWNrZ3JvdW5kXCI6e1wiJGlkXCI6XCI3MTRcIixcIkNvbG9yXCI6e1wiJGlkXCI6XCI3MTVcIixcIkFcIjoyNTUsXCJSXCI6MTEsXCJHXCI6MTE4LFwiQlwiOjE1OX19LFwiSXNWaXNpYmxlXCI6dHJ1ZSxcIldpZHRoXCI6MTIuMCxcIkhlaWdodFwiOjE0LjAsXCJCb3JkZXJTdHlsZVwiOntcIiRpZFwiOlwiNzE2XCIsXCJMaW5lU3R5bGVcIjp7XCIkaWRcIjpcIjcxN1wiLFwiTGluZUNvbG9yXCI6e1wiJGlkXCI6XCI3MThcIixcIkNvbG9yXCI6e1wiJGlkXCI6XCI3MTlcIixcIkFcIjoyNTUsXCJSXCI6MjU1LFwiR1wiOjAsXCJCXCI6MH19LFwiTGluZVdlaWdodFwiOjAuMCxcIkxpbmVUeXBlXCI6MH0sXCJJc1Zpc2libGVcIjpmYWxzZX19LFwiVGl0bGVTdHlsZVwiOntcIiRpZFwiOlwiNzIwXCIsXCJGb250U2V0dGluZ3NcIjp7XCIkaWRcIjpcIjcyMVwiLFwiRm9udFNpemVcIjoxMSxcIkZvbnROYW1lXCI6XCJDYWxpYnJpXCIsXCJJc0JvbGRcIjpmYWxzZSxcIklzSXRhbGljXCI6ZmFsc2UsXCJJc1VuZGVybGluZWRcIjpmYWxzZX0sXCJGb3JlZ3JvdW5kXCI6e1wiJGlkXCI6XCI3MjJcIixcIkNvbG9yXCI6e1wiJGlkXCI6XCI3MjNcIixcIkFcIjoyNTUsXCJSXCI6MCxcIkdcIjowLFwiQlwiOjB9fSxcIkhvcml6b250YWxBbGlnbm1lbnRcIjoxLFwiSXNWaXNpYmxlXCI6dHJ1ZX0sXCJEYXRlU3R5bGVcIjp7XCIkaWRcIjpcIjcyNFwiLFwiRm9udFNldHRpbmdzXCI6e1wiJGlkXCI6XCI3MjVcIixcIkZvbnRTaXplXCI6MTAsXCJGb250TmFtZVwiOlwiQ2FsaWJyaVwiLFwiSXNCb2xkXCI6ZmFsc2UsXCJJc0l0YWxpY1wiOmZhbHNlLFwiSXNVbmRlcmxpbmVkXCI6ZmFsc2V9LFwiRm9yZWdyb3VuZFwiOntcIiRpZFwiOlwiNzI2XCIsXCJDb2xvclwiOntcIiRpZFwiOlwiNzI3XCIsXCJBXCI6MjU1LFwiUlwiOjE0LFwiR1wiOjQwLFwiQlwiOjY1fX0sXCJIb3Jpem9udGFsQWxpZ25tZW50XCI6MSxcIklzVmlzaWJsZVwiOnRydWV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yOVwiLFwiRm9ybWF0XCI6MCxcIklzVmlzaWJsZVwiOmZhbHNlLFwiTGFzdEtub3duVmlzaWJpbGl0eVN0YXRlXCI6ZmFsc2V9LFwiVmFyaWFuY2VTdHlsZVwiOntcIiRpZFwiOlwiNzMwXCIsXCJWYXJpYW5jZVRleHRTdHlsZVwiOntcIiRpZFwiOlwiNzMxXCIsXCJGb250U2V0dGluZ3NcIjp7XCIkaWRcIjpcIjczMlwiLFwiRm9udFNpemVcIjoxMCxcIkZvbnROYW1lXCI6XCJDYWxpYnJpXCIsXCJJc0JvbGRcIjpmYWxzZSxcIklzSXRhbGljXCI6ZmFsc2UsXCJJc1VuZGVybGluZWRcIjpmYWxzZX0sXCJGb3JlZ3JvdW5kXCI6e1wiJGlkXCI6XCI3MzNcIixcIkNvbG9yXCI6e1wiJGlkXCI6XCI3MzRcIixcIkFcIjoyNTUsXCJSXCI6MCxcIkdcIjowLFwiQlwiOjB9fSxcIkhvcml6b250YWxBbGlnbm1lbnRcIjowLFwiSXNWaXNpYmxlXCI6dHJ1ZX19fX1dLFwiR3JpZGxpbmVQYW5lbFN0eWxlXCI6e1wiJGlkXCI6XCI3MzVcIixcIkdyaWRsaW5lU3R5bGVcIjp7XCIkaWRcIjpcIjczNlwiLFwiTGluZUNvbG9yXCI6e1wiJGlkXCI6XCI3MzdcIixcIkNvbG9yXCI6e1wiJGlkXCI6XCI3MzhcIixcIkFcIjozOCxcIlJcIjo5MSxcIkdcIjoxNTUsXCJCXCI6MjEz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wLFwiR1wiOjAsXCJCXCI6MH19LFwiTGluZVdlaWdodFwiOjEuMCxcIkxpbmVUeXBlXCI6MH0sXCJFbmRBcnJvd2hlYWRMaW5lU3R5bGVcIjp7XCIkaWRcIjpcIjc0N1wiLFwiS2luZFwiOjEsXCJXaWR0aFwiOjEsXCJMZW5ndGhcIjowfSxcIkJyaW5nVG9Gcm9udFwiOmZhbHNlLFwiUmFkaXVzXCI6My4wfSxcIkNyaXRpY2FsUGF0aFN0eWxlXCI6e1wiJGlkXCI6XCI3NDhcIixcIkNyaXRpY2FsUGF0aFN0eWxlT3B0aW9uc1wiOjMwLFwiTGluZVN0eWxlXCI6e1wiJGlkXCI6XCI3NDlcIixcIkxpbmVDb2xvclwiOntcIiRpZFwiOlwiNzUwXCIsXCJDb2xvclwiOntcIiRpZFwiOlwiNzUxXCIsXCJBXCI6MjU1LFwiUlwiOjIyMixcIkdcIjo1MCxcIkJcIjo1MH19LFwiTGluZVdlaWdodFwiOjEuMCxcIkxpbmVUeXBlXCI6MH0sXCJUaXRsZUZvcmVncm91bmRcIjp7XCIkaWRcIjpcIjc1MlwiLFwiQ29sb3JcIjp7XCIkaWRcIjpcIjc1M1wiLFwiQVwiOjI1NSxcIlJcIjoxNzYsXCJHXCI6MTksXCJCXCI6MjV9fSxcIlNoYXBlc0JhY2tncm91bmRcIjp7XCIkaWRcIjpcIjc1NFwiLFwiQ29sb3JcIjp7XCIkaWRcIjpcIjc1NVwiLFwiQVwiOjI1NSxcIlJcIjoyNTMsXCJHXCI6MjAzLFwiQlwiOjIwOH19LFwiU2hhcGVzQm9yZGVyU3R5bGVcIjp7XCIkaWRcIjpcIjc1NlwiLFwiTGluZUNvbG9yXCI6e1wiJGlkXCI6XCI3NTdcIixcIkNvbG9yXCI6e1wiJGlkXCI6XCI3NThcIixcIkFcIjoyNTUsXCJSXCI6MjM0LFwiR1wiOjIyLFwiQlwiOjMwfX0sXCJMaW5lV2VpZ2h0XCI6Mi4wLFwiTGluZVR5cGVcIjowfX0sXCJQYW5lbHNTcGFjaW5nRGVmaW5pdGlvblwiOntcIiRpZFwiOlwiNzU5XCIsXCJTcGFjaW5nQWJvdmVUaW1lYmFuZFwiOjMsXCJTcGFjaW5nQmVsb3dUaW1lYmFuZFwiOjMsXCJTcGFjaW5nQWJvdmVCZXR3ZWVuU3dpbWxhbmVzQW5kVGFza3NcIjo1LFwiU3BhY2luZ0JlbG93QmV0d2VlblN3aW1sYW5lc0FuZFRhc2tzXCI6NX0sXCJDb25kaXRpb25hbEZvcm1hdHRpbmdcIjp7XCIkaWRcIjpcIjc2MFwiLFwiUHZBRm9ybWF0dGluZ1wiOntcIiRpZFwiOlwiNzYxXCIsXCJEZWxheVRhc2tTdHlsZVwiOntcIiRpZFwiOlwiNzYyXCIsXCJTdHlsZU9wdGlvbnNcIjoyNCxcIlRpdGxlRm9yZWdyb3VuZFwiOntcIiRpZFwiOlwiNzYzXCIsXCJDb2xvclwiOntcIiRpZFwiOlwiNzY0XCIsXCJBXCI6MjU1LFwiUlwiOjE3NSxcIkdcIjowLFwiQlwiOjB9fSxcIkFjdHVhbFNoYXBlc0JhY2tncm91bmRcIjp7XCIkaWRcIjpcIjc2NVwiLFwiQ29sb3JcIjp7XCIkaWRcIjpcIjc2NlwiLFwiQVwiOjYyLFwiUlwiOjI1NSxcIkdcIjowLFwiQlwiOjB9fSxcIkFjdHVhbFNoYXBlc0JvcmRlclN0eWxlXCI6e1wiJGlkXCI6XCI3NjdcIixcIkxpbmVDb2xvclwiOntcIiRpZFwiOlwiNzY4XCIsXCJDb2xvclwiOntcIiRpZFwiOlwiNzY5XCIsXCJBXCI6MTYzLFwiUlwiOjI1NSxcIkdcIjowLFwiQlwiOjB9fSxcIkxpbmVXZWlnaHRcIjozLjAsXCJMaW5lVHlwZVwiOjB9LFwiQmFzZWxpbmVTaGFwZXNCYWNrZ3JvdW5kXCI6e1wiJGlkXCI6XCI3NzBcIixcIkNvbG9yXCI6e1wiJGlkXCI6XCI3NzFcIixcIkFcIjoxODQsXCJSXCI6MjU1LFwiR1wiOjAsXCJCXCI6MH19LFwiVmFyaWFuY2VGb3JlZ3JvdW5kXCI6e1wiJGlkXCI6XCI3NzJcIixcIkNvbG9yXCI6e1wiJGlkXCI6XCI3NzNcIixcIkFcIjoyNTUsXCJSXCI6MTc1LFwiR1wiOjAsXCJCXCI6MH19fSxcIkRlbGF5TWlsZXN0b25lU3R5bGVcIjp7XCIkaWRcIjpcIjc3NFwiLFwiU3R5bGVPcHRpb25zXCI6MTgsXCJUaXRsZUZvcmVncm91bmRcIjp7XCIkaWRcIjpcIjc3NVwiLFwiQ29sb3JcIjp7XCIkaWRcIjpcIjc3NlwiLFwiQVwiOjI1NSxcIlJcIjoxNzUsXCJHXCI6MCxcIkJcIjowfX0sXCJBY3R1YWxTaGFwZXNCYWNrZ3JvdW5kXCI6e1wiJGlkXCI6XCI3NzdcIixcIkNvbG9yXCI6e1wiJGlkXCI6XCI3NzhcIixcIkFcIjoyNTUsXCJSXCI6MjIyLFwiR1wiOjgwLFwiQlwiOjUwfX0sXCJBY3R1YWxTaGFwZXNCb3JkZXJTdHlsZVwiOntcIiRpZFwiOlwiNzc5XCIsXCJMaW5lQ29sb3JcIjp7XCIkaWRcIjpcIjc4MFwiLFwiQ29sb3JcIjp7XCIkaWRcIjpcIjc4MVwiLFwiQVwiOjE2MyxcIlJcIjoyNTUsXCJHXCI6MCxcIkJcIjowfX0sXCJMaW5lV2VpZ2h0XCI6My4wLFwiTGluZVR5cGVcIjowfSxcIkJhc2VsaW5lU2hhcGVzQmFja2dyb3VuZFwiOntcIiRpZFwiOlwiNzgyXCIsXCJDb2xvclwiOntcIiRpZFwiOlwiNzgzXCIsXCJBXCI6MTg0LFwiUlwiOjI1NSxcIkdcIjowLFwiQlwiOjB9fSxcIlZhcmlhbmNlRm9yZWdyb3VuZFwiOntcIiRpZFwiOlwiNzg0XCIsXCJDb2xvclwiOntcIiRpZFwiOlwiNzg1XCIsXCJBXCI6MjU1LFwiUlwiOjE3NSxcIkdcIjowLFwiQlwiOjB9fX0sXCJBZHZhbmNlVGFza1N0eWxlXCI6e1wiJGlkXCI6XCI3ODZcIixcIlN0eWxlT3B0aW9uc1wiOjI0LFwiVGl0bGVGb3JlZ3JvdW5kXCI6e1wiJGlkXCI6XCI3ODdcIixcIkNvbG9yXCI6e1wiJGlkXCI6XCI3ODhcIixcIkFcIjoyNTUsXCJSXCI6MCxcIkdcIjoxMTAsXCJCXCI6MH19LFwiQWN0dWFsU2hhcGVzQmFja2dyb3VuZFwiOntcIiRpZFwiOlwiNzg5XCIsXCJDb2xvclwiOntcIiRpZFwiOlwiNzkwXCIsXCJBXCI6NjEsXCJSXCI6MCxcIkdcIjoxMjgsXCJCXCI6MH19LFwiQWN0dWFsU2hhcGVzQm9yZGVyU3R5bGVcIjp7XCIkaWRcIjpcIjc5MVwiLFwiTGluZUNvbG9yXCI6e1wiJGlkXCI6XCI3OTJcIixcIkNvbG9yXCI6e1wiJGlkXCI6XCI3OTNcIixcIkFcIjoxNjMsXCJSXCI6MCxcIkdcIjoxMjgsXCJCXCI6MH19LFwiTGluZVdlaWdodFwiOjMuMCxcIkxpbmVUeXBlXCI6MH0sXCJCYXNlbGluZVNoYXBlc0JhY2tncm91bmRcIjp7XCIkaWRcIjpcIjc5NFwiLFwiQ29sb3JcIjp7XCIkaWRcIjpcIjc5NVwiLFwiQVwiOjE4NCxcIlJcIjowLFwiR1wiOjEyOCxcIkJcIjowfX0sXCJWYXJpYW5jZUZvcmVncm91bmRcIjp7XCIkaWRcIjpcIjc5NlwiLFwiQ29sb3JcIjp7XCIkaWRcIjpcIjc5N1wiLFwiQVwiOjI1NSxcIlJcIjowLFwiR1wiOjExMCxcIkJcIjowfX19LFwiQWR2YW5jZU1pbGVzdG9uZVN0eWxlXCI6e1wiJGlkXCI6XCI3OThcIixcIlN0eWxlT3B0aW9uc1wiOjE4LFwiVGl0bGVGb3JlZ3JvdW5kXCI6e1wiJGlkXCI6XCI3OTlcIixcIkNvbG9yXCI6e1wiJGlkXCI6XCI4MDBcIixcIkFcIjoyNTUsXCJSXCI6MCxcIkdcIjoxMTAsXCJCXCI6MH19LFwiQWN0dWFsU2hhcGVzQmFja2dyb3VuZFwiOntcIiRpZFwiOlwiODAxXCIsXCJDb2xvclwiOntcIiRpZFwiOlwiODAyXCIsXCJBXCI6MjU1LFwiUlwiOjIwLFwiR1wiOjEwMCxcIkJcIjowfX0sXCJBY3R1YWxTaGFwZXNCb3JkZXJTdHlsZVwiOntcIiRpZFwiOlwiODAzXCIsXCJMaW5lQ29sb3JcIjp7XCIkaWRcIjpcIjgwNFwiLFwiQ29sb3JcIjp7XCIkaWRcIjpcIjgwNVwiLFwiQVwiOjE2MyxcIlJcIjowLFwiR1wiOjEyOCxcIkJcIjowfX0sXCJMaW5lV2VpZ2h0XCI6My4wLFwiTGluZVR5cGVcIjowfSxcIkJhc2VsaW5lU2hhcGVzQmFja2dyb3VuZFwiOntcIiRpZFwiOlwiODA2XCIsXCJDb2xvclwiOntcIiRpZFwiOlwiODA3XCIsXCJBXCI6MTg0LFwiUlwiOjAsXCJHXCI6MTI4LFwiQlwiOjB9fSxcIlZhcmlhbmNlRm9yZWdyb3VuZFwiOntcIiRpZFwiOlwiODA4XCIsXCJDb2xvclwiOntcIiRpZFwiOlwiODA5XCIsXCJBXCI6MjU1LFwiUlwiOjAsXCJHXCI6MTEwLFwiQlwiOjB9fX19fSxcIl9zZWxlY3RlZFRoZW1lUHJlc2V0Q29sb3JzXCI6e1wiJGlkXCI6XCI4MTBcIixcIlRleHRMaWdodFwiOntcIiRpZFwiOlwiODExXCIsXCJBXCI6MjU1LFwiUlwiOjI1NSxcIkdcIjoyNTUsXCJCXCI6MjU1fSxcIlRleHREYXJrXCI6e1wiJGlkXCI6XCI4MTJcIixcIkFcIjoyNTUsXCJSXCI6MCxcIkdcIjowLFwiQlwiOjB9LFwiQWNjZW50MVwiOntcIiRpZFwiOlwiODEzXCIsXCJBXCI6MjU1LFwiUlwiOjIzMixcIkdcIjoyMzIsXCJCXCI6MjMyfSxcIkFjY2VudDJcIjp7XCIkaWRcIjpcIjgxNFwiLFwiQVwiOjI1NSxcIlJcIjoxNCxcIkdcIjo0MCxcIkJcIjo2NX0sXCJBY2NlbnQzXCI6e1wiJGlkXCI6XCI4MTVcIixcIkFcIjoyNTUsXCJSXCI6MjEsXCJHXCI6OTYsXCJCXCI6MTMwfSxcIkFjY2VudDRcIjp7XCIkaWRcIjpcIjgxNlwiLFwiQVwiOjI1NSxcIlJcIjoyMzMsXCJHXCI6MTEzLFwiQlwiOjUwfSxcIkFjY2VudDVcIjp7XCIkaWRcIjpcIjgxN1wiLFwiQVwiOjI1NSxcIlJcIjoyNSxcIkdcIjoxMDcsXCJCXCI6MzZ9LFwiQWNjZW50NlwiOntcIiRpZFwiOlwiODE4XCIsXCJBXCI6MjU1LFwiUlwiOjE1LFwiR1wiOjE1OCxcIkJcIjoyMTN9LFwiQWNjZW50N1wiOntcIiRpZFwiOlwiODE5XCIsXCJBXCI6MjU1LFwiUlwiOjE2MCxcIkdcIjo0MyxcIkJcIjoxNDd9LFwiQWNjZW50OFwiOntcIiRpZFwiOlwiODIwXCIsXCJBXCI6MjU1LFwiUlwiOjc4LFwiR1wiOjE2NyxcIkJcIjo0Nn19LFwiX2N1c3RvbVByZXNldENvbG9yc1wiOntcIiRpZFwiOlwiODIxXCJ9fX0iLCJSZWNlbnRDb2xvcnNDb2xsZWN0aW9uIjoiW1wiI0ZGNEVBNzJFXCIsXCIjRkZBMDJCOTNcIixcIiNGRjE1NjA4MlwiLFwiI0ZGNkYzMTk4XCIsXCIjRkYwMDcyQkNcIixcIiNGRjAyQjJFRVwiLFwiI0ZGRThFOEU4XCIsXCIjRkZFOTcxMzJcIl0ifSwiU2V0dGluZ3MiOnsiJGlkIjoiMjE2MSIsIkltcGFPcHRpb25zIjp7IiRpZCI6IjIxNjI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MTYzIiwiVXNlVGltZSI6ZmFsc2UsIldvcmtEYXlTdGFydCI6IjAwOjAwOjAwIiwiV29ya0RheUVuZCI6IjIzOjU5OjAwIn0sIkxhc3RVc2VkVGVtcGxhdGVJZCI6IjAwMDAwMDAwLTAwMDAtMDAwMC0wMDAwLTAwMDAwMDAwMDAwMCIsIkxhc3RVc2VkVGhlbWVEZXRhaWxzIjp7IiRpZCI6IjIxNjQiLCJJZCI6IjA0ODcxNWIwLWQ1NzgtNGMyZi1hMzI2LTg4MThiZTI0NzI0OSIsIlRpdGxlIjoiQmFzZWxpbmUiLCJDYXRlZ29yeSI6MX0sIkZpcnN0V2Vla09mWWVhciI6MCwiUGxhY2VNaWxlc3RvbmVBdFRoZUJlZ2lubmluZ09mVGhlRGF5IjpmYWxzZSwiRGVwZW5kZW5jeVNjaGVkdWxpbmdTZXR0aW5ncyI6eyIkaWQiOiIyMTY1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7IiRpZCI6IjIxNjYiLCJJZCI6IjMwYjVkMmIyLTgwNzctNGMyNC1iOTZmLTcyZThlNzMzYTY2NCIsIkZyb20iOnsiJHJlZiI6IjE1NTkifSwiS2luZCI6MCwiQ254U3RhcnRLaW5kIjowLCJDbnhFbmRLaW5kIjowLCJMYWciOm51bGwsIlRvIjp7IiRyZWYiOiIxNjM0In0sIlN0eWxlIjp7IiRpZCI6IjIxNjciLCJMaW5lU3R5bGUiOnsiJGlkIjoiMjE2OCIsIkxpbmVDb2xvciI6eyIkaWQiOiIyMTY5IiwiJHR5cGUiOiJOTFJFLkNvbW1vbi5Eb20uU29saWRDb2xvckJydXNoLCBOTFJFLkNvbW1vbiIsIkNvbG9yIjp7IiRpZCI6IjIxNzAiLCJBIjoyNTUsIlIiOjAsIkciOjAsIkIiOjB9fSwiTGluZVdlaWdodCI6MS4wLCJMaW5lVHlwZSI6MCwiUGFyZW50U3R5bGUiOm51bGx9LCJFbmRBcnJvd2hlYWRMaW5lU3R5bGUiOnsiJGlkIjoiMjE3MSIsIktpbmQiOjEsIldpZHRoIjoxLCJMZW5ndGgiOjAsIlBhcmVudFN0eWxlIjpudWxsfSwiQnJpbmdUb0Zyb250IjpmYWxzZSwiRWxib3dSYWRpdXMiOjMuMCwiTWFyZ2luIjp7IiRpZCI6IjIxNzIiLCJUb3AiOjAuMCwiTGVmdCI6MC4wLCJSaWdodCI6MC4wLCJCb3R0b20iOjAuMH0sIlBhZGRpbmciOnsiJGlkIjoiMjE3MyIsIlRvcCI6MC4wLCJMZWZ0IjowLjAsIlJpZ2h0IjowLjAsIkJvdHRvbSI6MC4wfSwiQmFja2dyb3VuZCI6bnVsbCwiSXNWaXNpYmxlIjp0cnVlLCJXaWR0aCI6MC4wLCJIZWlnaHQiOjAuMCwiQm9yZGVyU3R5bGUiOm51bGwsIlBhcmVudFN0eWxlIjpudWxsfSwiSXNBdXRvTW9kZSI6dHJ1ZX0seyIkaWQiOiIyMTc0IiwiSWQiOiI1ZDkyYTFhYy00MDlmLTQ5NmYtOThjZi1jNzBkZjhhZGFjMTciLCJGcm9tIjp7IiRyZWYiOiIxNzA5In0sIktpbmQiOjAsIkNueFN0YXJ0S2luZCI6MCwiQ254RW5kS2luZCI6MCwiTGFnIjpudWxsLCJUbyI6eyIkcmVmIjoiMTc4NCJ9LCJTdHlsZSI6eyIkaWQiOiIyMTc1IiwiTGluZVN0eWxlIjp7IiRpZCI6IjIxNzYiLCJMaW5lQ29sb3IiOnsiJGlkIjoiMjE3NyIsIiR0eXBlIjoiTkxSRS5Db21tb24uRG9tLlNvbGlkQ29sb3JCcnVzaCwgTkxSRS5Db21tb24iLCJDb2xvciI6eyIkaWQiOiIyMTc4IiwiQSI6MjU1LCJSIjowLCJHIjowLCJCIjowfX0sIkxpbmVXZWlnaHQiOjEuMCwiTGluZVR5cGUiOjAsIlBhcmVudFN0eWxlIjpudWxsfSwiRW5kQXJyb3doZWFkTGluZVN0eWxlIjp7IiRpZCI6IjIxNzkiLCJLaW5kIjoxLCJXaWR0aCI6MSwiTGVuZ3RoIjowLCJQYXJlbnRTdHlsZSI6bnVsbH0sIkJyaW5nVG9Gcm9udCI6ZmFsc2UsIkVsYm93UmFkaXVzIjozLjAsIk1hcmdpbiI6eyIkaWQiOiIyMTgwIiwiVG9wIjowLjAsIkxlZnQiOjAuMCwiUmlnaHQiOjAuMCwiQm90dG9tIjowLjB9LCJQYWRkaW5nIjp7IiRpZCI6IjIxODEiLCJUb3AiOjAuMCwiTGVmdCI6MC4wLCJSaWdodCI6MC4wLCJCb3R0b20iOjAuMH0sIkJhY2tncm91bmQiOm51bGwsIklzVmlzaWJsZSI6dHJ1ZSwiV2lkdGgiOjAuMCwiSGVpZ2h0IjowLjAsIkJvcmRlclN0eWxlIjpudWxsLCJQYXJlbnRTdHlsZSI6bnVsbH0sIklzQXV0b01vZGUiOnRydWV9LHsiJGlkIjoiMjE4MiIsIklkIjoiNzhjODU4MGEtNTA4Ny00MmNmLWE4ZjktYmViNjVhOWRlNDBlIiwiRnJvbSI6eyIkcmVmIjoiMTg1OSJ9LCJLaW5kIjowLCJDbnhTdGFydEtpbmQiOjAsIkNueEVuZEtpbmQiOjAsIkxhZyI6bnVsbCwiVG8iOnsiJHJlZiI6IjE5MzQifSwiU3R5bGUiOnsiJGlkIjoiMjE4MyIsIkxpbmVTdHlsZSI6eyIkaWQiOiIyMTg0IiwiTGluZUNvbG9yIjp7IiRpZCI6IjIxODUiLCIkdHlwZSI6Ik5MUkUuQ29tbW9uLkRvbS5Tb2xpZENvbG9yQnJ1c2gsIE5MUkUuQ29tbW9uIiwiQ29sb3IiOnsiJGlkIjoiMjE4NiIsIkEiOjI1NSwiUiI6MCwiRyI6MCwiQiI6MH19LCJMaW5lV2VpZ2h0IjoxLjAsIkxpbmVUeXBlIjowLCJQYXJlbnRTdHlsZSI6bnVsbH0sIkVuZEFycm93aGVhZExpbmVTdHlsZSI6eyIkaWQiOiIyMTg3IiwiS2luZCI6MSwiV2lkdGgiOjEsIkxlbmd0aCI6MCwiUGFyZW50U3R5bGUiOm51bGx9LCJCcmluZ1RvRnJvbnQiOmZhbHNlLCJFbGJvd1JhZGl1cyI6My4wLCJNYXJnaW4iOnsiJGlkIjoiMjE4OCIsIlRvcCI6MC4wLCJMZWZ0IjowLjAsIlJpZ2h0IjowLjAsIkJvdHRvbSI6MC4wfSwiUGFkZGluZyI6eyIkaWQiOiIyMTg5IiwiVG9wIjowLjAsIkxlZnQiOjAuMCwiUmlnaHQiOjAuMCwiQm90dG9tIjowLjB9LCJCYWNrZ3JvdW5kIjpudWxsLCJJc1Zpc2libGUiOnRydWUsIldpZHRoIjowLjAsIkhlaWdodCI6MC4wLCJCb3JkZXJTdHlsZSI6bnVsbCwiUGFyZW50U3R5bGUiOm51bGx9LCJJc0F1dG9Nb2RlIjp0cnVlfSx7IiRpZCI6IjIxOTAiLCJJZCI6IjE0ODc3MTM2LWQxMDItNDI0OS05NTdmLWUwMDRjYWFhMTE2OSIsIkZyb20iOnsiJHJlZiI6IjE5MzQifSwiS2luZCI6MCwiQ254U3RhcnRLaW5kIjowLCJDbnhFbmRLaW5kIjowLCJMYWciOm51bGwsIlRvIjp7IiRyZWYiOiIyMDA5In0sIlN0eWxlIjp7IiRpZCI6IjIxOTEiLCJMaW5lU3R5bGUiOnsiJGlkIjoiMjE5MiIsIkxpbmVDb2xvciI6eyIkaWQiOiIyMTkzIiwiJHR5cGUiOiJOTFJFLkNvbW1vbi5Eb20uU29saWRDb2xvckJydXNoLCBOTFJFLkNvbW1vbiIsIkNvbG9yIjp7IiRpZCI6IjIxOTQiLCJBIjoyNTUsIlIiOjAsIkciOjAsIkIiOjB9fSwiTGluZVdlaWdodCI6MS4wLCJMaW5lVHlwZSI6MCwiUGFyZW50U3R5bGUiOm51bGx9LCJFbmRBcnJvd2hlYWRMaW5lU3R5bGUiOnsiJGlkIjoiMjE5NSIsIktpbmQiOjEsIldpZHRoIjoxLCJMZW5ndGgiOjAsIlBhcmVudFN0eWxlIjpudWxsfSwiQnJpbmdUb0Zyb250IjpmYWxzZSwiRWxib3dSYWRpdXMiOjMuMCwiTWFyZ2luIjp7IiRpZCI6IjIxOTYiLCJUb3AiOjAuMCwiTGVmdCI6MC4wLCJSaWdodCI6MC4wLCJCb3R0b20iOjAuMH0sIlBhZGRpbmciOnsiJGlkIjoiMjE5NyIsIlRvcCI6MC4wLCJMZWZ0IjowLjAsIlJpZ2h0IjowLjAsIkJvdHRvbSI6MC4wfSwiQmFja2dyb3VuZCI6bnVsbCwiSXNWaXNpYmxlIjp0cnVlLCJXaWR0aCI6MC4wLCJIZWlnaHQiOjAuMCwiQm9yZGVyU3R5bGUiOm51bGwsIlBhcmVudFN0eWxlIjpudWxsfSwiSXNBdXRvTW9kZSI6dHJ1ZX0seyIkaWQiOiIyMTk4IiwiSWQiOiIyNmRiYzM2NC0wMjM0LTRkM2UtODI2MC04NmMyNGFhZTczZjEiLCJGcm9tIjp7IiRyZWYiOiIxOTM0In0sIktpbmQiOjAsIkNueFN0YXJ0S2luZCI6MCwiQ254RW5kS2luZCI6MCwiTGFnIjpudWxsLCJUbyI6eyIkcmVmIjoiMjA4NCJ9LCJTdHlsZSI6eyIkaWQiOiIyMTk5IiwiTGluZVN0eWxlIjp7IiRpZCI6IjIyMDAiLCJMaW5lQ29sb3IiOnsiJGlkIjoiMjIwMSIsIiR0eXBlIjoiTkxSRS5Db21tb24uRG9tLlNvbGlkQ29sb3JCcnVzaCwgTkxSRS5Db21tb24iLCJDb2xvciI6eyIkaWQiOiIyMjAyIiwiQSI6MjU1LCJSIjowLCJHIjowLCJCIjowfX0sIkxpbmVXZWlnaHQiOjEuMCwiTGluZVR5cGUiOjAsIlBhcmVudFN0eWxlIjpudWxsfSwiRW5kQXJyb3doZWFkTGluZVN0eWxlIjp7IiRpZCI6IjIyMDMiLCJLaW5kIjoxLCJXaWR0aCI6MSwiTGVuZ3RoIjowLCJQYXJlbnRTdHlsZSI6bnVsbH0sIkJyaW5nVG9Gcm9udCI6ZmFsc2UsIkVsYm93UmFkaXVzIjozLjAsIk1hcmdpbiI6eyIkaWQiOiIyMjA0IiwiVG9wIjowLjAsIkxlZnQiOjAuMCwiUmlnaHQiOjAuMCwiQm90dG9tIjowLjB9LCJQYWRkaW5nIjp7IiRpZCI6IjIyMDUiLCJUb3AiOjAuMCwiTGVmdCI6MC4wLCJSaWdodCI6MC4wLCJCb3R0b20iOjAuMH0sIkJhY2tncm91bmQiOm51bGwsIklzVmlzaWJsZSI6dHJ1ZSwiV2lkdGgiOjAuMCwiSGVpZ2h0IjowLjAsIkJvcmRlclN0eWxlIjpudWxsLCJQYXJlbnRTdHlsZSI6bnVsbH0sIklzQXV0b01vZGUiOnRydWV9XX1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fa299bf5-209e-4d33-90ed-3a87d3094d99"/>
  <p:tag name="OTLDEPDESTINATIONID" val="ab0e97ca-c9f7-49e9-baf2-5403180b9794"/>
  <p:tag name="OTLDEPENDENCYLAGUNIT" val="Undefined"/>
  <p:tag name="OTLDEPENDENCYLAGVALU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feb749d6-63fd-41a4-8bff-7cd77eb331f7"/>
  <p:tag name="OTLDEPDESTINATIONID" val="53c62fa4-b1ce-473f-bfcc-a8880eb3a24e"/>
  <p:tag name="OTLDEPENDENCYLAGUNIT" val="Undefined"/>
  <p:tag name="OTLDEPENDENCYLAGVALUE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979719ca-b06a-4e0f-97e4-48b7409ac922"/>
  <p:tag name="OTLDEPDESTINATIONID" val="6273d877-cd56-4a9c-9c2b-ad467f5efbb0"/>
  <p:tag name="OTLDEPENDENCYLAGUNIT" val="Undefined"/>
  <p:tag name="OTLDEPENDENCYLAGVALUE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6273d877-cd56-4a9c-9c2b-ad467f5efbb0"/>
  <p:tag name="OTLDEPDESTINATIONID" val="3f1cee5b-fd9a-41c7-a5b7-19f9e9a81600"/>
  <p:tag name="OTLDEPENDENCYLAGUNIT" val="Undefined"/>
  <p:tag name="OTLDEPENDENCYLAGVALU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6273d877-cd56-4a9c-9c2b-ad467f5efbb0"/>
  <p:tag name="OTLDEPDESTINATIONID" val="1cfc7e84-0859-462e-87dc-371d5297feb8"/>
  <p:tag name="OTLDEPENDENCYLAGUNIT" val="Undefined"/>
  <p:tag name="OTLDEPENDENCYLAGVALUE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HAPETYPE" val="RoundedCornerRectangleTimeband"/>
  <p:tag name="OTLTIMEBANDSHAPEHEIGHT" val="20"/>
  <p:tag name="OTLTIMEBANDSHAPEPADDINGLEFT" val="0"/>
  <p:tag name="OTLTIMEBANDCULTUREINFO" val="en-US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3"/>
  <p:tag name="OTLTIMEBANDSPACINGBELOW" val="3"/>
  <p:tag name="OTLTIMEBANDSPACINGABOVEFORSWLANDTASKS" val="5"/>
  <p:tag name="OTLTIMEBANDSPACINGBELOWFORSWLANDTASKS" val="5"/>
  <p:tag name="OTLTIMEBANDSCALETYPE" val="Months"/>
  <p:tag name="OTLTIMEBANDSCALEFORMAT" val="MMM"/>
  <p:tag name="OTLTIMEBANDQUICKPOSITION" val="Custom"/>
  <p:tag name="OTLTIMEBANDENDDATE" val="2026-10-06T23:59:00.000000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2T00:00:00.0000000Z"/>
  <p:tag name="OTLENDDATE" val="2026-08-25T23:59:00.0000000Z"/>
  <p:tag name="OTLBASELINESTARTDATE" val="2026-08-12T00:00:00.0000000"/>
  <p:tag name="OTLBASELINEENDDATE" val="2026-08-25T23:59:00.0000000"/>
  <p:tag name="OTLDURATIONFORMAT" val="day"/>
  <p:tag name="OTLSPACING" val="3"/>
  <p:tag name="OTLSHAPETHICKNESSTYPE" val="Thi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26T00:00:00.0000000Z"/>
  <p:tag name="OTLENDDATE" val="2026-09-01T23:59:00.0000000Z"/>
  <p:tag name="OTLBASELINESTARTDATE" val="2026-08-26T00:00:00.0000000"/>
  <p:tag name="OTLBASELINEENDDATE" val="2026-09-01T23:59:00.0000000"/>
  <p:tag name="OTLDURATIONFORMAT" val="day"/>
  <p:tag name="OTLSPACING" val="3"/>
  <p:tag name="OTLSHAPETHICKNESSTYPE" val="Thi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31T23:59:00.0000000Z"/>
  <p:tag name="OTLENDDATE" val="2026-09-02T23:59:00.0000000Z"/>
  <p:tag name="OTLBASELINESTARTDATE" val="2026-08-31T23:59:00.0000000"/>
  <p:tag name="OTLBASELINEENDDATE" val="2026-09-02T23:59:00.0000000"/>
  <p:tag name="OTLDURATIONFORMAT" val="day"/>
  <p:tag name="OTLSPACING" val="3"/>
  <p:tag name="OTLSHAPETHICKNESSTYPE" val="Thi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9-02T23:59:00.0000000Z"/>
  <p:tag name="OTLENDDATE" val="2026-09-08T23:59:00.0000000Z"/>
  <p:tag name="OTLBASELINESTARTDATE" val="2026-09-02T23:59:00.0000000"/>
  <p:tag name="OTLBASELINEENDDATE" val="2026-09-08T23:59:00.0000000"/>
  <p:tag name="OTLDURATIONFORMAT" val="day"/>
  <p:tag name="OTLSPACING" val="3"/>
  <p:tag name="OTLSHAPETHICKNESSTYPE" val="Thi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9-07T23:59:00.0000000Z"/>
  <p:tag name="OTLENDDATE" val="2026-09-09T23:59:00.0000000Z"/>
  <p:tag name="OTLBASELINESTARTDATE" val="2026-09-07T23:59:00.0000000"/>
  <p:tag name="OTLBASELINEENDDATE" val="2026-09-09T23:59:00.0000000"/>
  <p:tag name="OTLDURATIONFORMAT" val="day"/>
  <p:tag name="OTLSPACING" val="3"/>
  <p:tag name="OTLSHAPETHICKNESSTYPE" val="Thin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9-09T23:59:00.0000000Z"/>
  <p:tag name="OTLENDDATE" val="2026-09-15T23:59:00.0000000Z"/>
  <p:tag name="OTLBASELINESTARTDATE" val="2026-09-09T23:59:00.0000000"/>
  <p:tag name="OTLBASELINEENDDATE" val="2026-09-15T23:59:00.0000000"/>
  <p:tag name="OTLDURATIONFORMAT" val="day"/>
  <p:tag name="OTLSPACING" val="3"/>
  <p:tag name="OTLSHAPETHICKNESSTYPE" val="Thi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9-16T23:59:00.0000000Z"/>
  <p:tag name="OTLENDDATE" val="2026-09-29T23:59:00.0000000Z"/>
  <p:tag name="OTLBASELINESTARTDATE" val="2026-09-16T23:59:00.0000000"/>
  <p:tag name="OTLBASELINEENDDATE" val="2026-09-29T23:59:00.000000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9-16T23:59:00.0000000Z"/>
  <p:tag name="OTLENDDATE" val="2026-10-06T23:59:00.0000000Z"/>
  <p:tag name="OTLBASELINESTARTDATE" val="2026-09-16T23:59:00.0000000"/>
  <p:tag name="OTLBASELINEENDDATE" val="2026-10-06T23:59:00.000000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IO ATE Comparisson (Class/Evt)"/>
  <p:tag name="OTLDATE" val="2026-09-08T23:59:00.0000000"/>
  <p:tag name="OTLBASELINEDATE" val="2026-09-08T23:59:00.0000000"/>
  <p:tag name="OTLPOSITIONONTASK" val="Above"/>
  <p:tag name="OTLRELATEDTASKID" val="53c62fa4-b1ce-473f-bfcc-a8880eb3a24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SLAM ATE Comparisson (Class/Evt)"/>
  <p:tag name="OTLDATE" val="2026-09-15T23:59:00.0000000"/>
  <p:tag name="OTLBASELINEDATE" val="2026-09-15T23:59:00.0000000"/>
  <p:tag name="OTLPOSITIONONTASK" val="Above"/>
  <p:tag name="OTLRELATEDTASKID" val="6273d877-cd56-4a9c-9c2b-ad467f5efbb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Enviar Convocatoria para el DR"/>
  <p:tag name="OTLDATE" val="2026-10-06T23:59:00.0000000"/>
  <p:tag name="OTLBASELINEDATE" val="2026-10-06T23:59:00.0000000"/>
  <p:tag name="OTLPOSITIONONTASK" val="Above"/>
  <p:tag name="OTLRELATEDTASKID" val="1cfc7e84-0859-462e-87dc-371d5297feb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VO ATE Comparisson (Class/Evt)"/>
  <p:tag name="OTLDATE" val="2026-09-01T23:59:00.0000000"/>
  <p:tag name="OTLBASELINEDATE" val="2026-09-01T23:59:00.0000000"/>
  <p:tag name="OTLPOSITIONONTASK" val="Above"/>
  <p:tag name="OTLRELATEDTASKID" val="ab0e97ca-c9f7-49e9-baf2-5403180b979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Check FPS"/>
  <p:tag name="OTLDATE" val="2026-08-25T23:59:00.0000000"/>
  <p:tag name="OTLBASELINEDATE" val="2026-08-12T23:59:00.0000000"/>
  <p:tag name="OTLPOSITIONONTASK" val="Above"/>
  <p:tag name="OTLRELATEDTASKID" val="fa299bf5-209e-4d33-90ed-3a87d3094d99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6244e8-6643-496e-a4b3-ffad161e5538">
      <Terms xmlns="http://schemas.microsoft.com/office/infopath/2007/PartnerControls"/>
    </lcf76f155ced4ddcb4097134ff3c332f>
    <TaxCatchAll xmlns="ebcc9d43-3130-45fe-b378-c2015922f40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EC434759B3504E801524B244CADF19" ma:contentTypeVersion="13" ma:contentTypeDescription="Crear nuevo documento." ma:contentTypeScope="" ma:versionID="e7a0bdd53ff8f530852aaadaeddd6fb7">
  <xsd:schema xmlns:xsd="http://www.w3.org/2001/XMLSchema" xmlns:xs="http://www.w3.org/2001/XMLSchema" xmlns:p="http://schemas.microsoft.com/office/2006/metadata/properties" xmlns:ns2="ac6244e8-6643-496e-a4b3-ffad161e5538" xmlns:ns3="ebcc9d43-3130-45fe-b378-c2015922f408" targetNamespace="http://schemas.microsoft.com/office/2006/metadata/properties" ma:root="true" ma:fieldsID="e0af471258795aa1a058563a0b1d9d3c" ns2:_="" ns3:_="">
    <xsd:import namespace="ac6244e8-6643-496e-a4b3-ffad161e5538"/>
    <xsd:import namespace="ebcc9d43-3130-45fe-b378-c2015922f4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244e8-6643-496e-a4b3-ffad161e55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ee94338f-21c5-48cc-b22a-0a9b4e3f5a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c9d43-3130-45fe-b378-c2015922f40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146927c-8144-4549-ba98-a0f6affb1a56}" ma:internalName="TaxCatchAll" ma:showField="CatchAllData" ma:web="ebcc9d43-3130-45fe-b378-c2015922f4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BD43BA-56E5-4999-90E6-502AA7FD3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5B07EE-9801-4D75-82AD-7751DB154916}">
  <ds:schemaRefs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ebcc9d43-3130-45fe-b378-c2015922f408"/>
    <ds:schemaRef ds:uri="ac6244e8-6643-496e-a4b3-ffad161e553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FA2B2F1-7675-4D36-97AA-973151EC92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6244e8-6643-496e-a4b3-ffad161e5538"/>
    <ds:schemaRef ds:uri="ebcc9d43-3130-45fe-b378-c2015922f4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155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Hélder Rodríguez López</dc:creator>
  <cp:lastModifiedBy>Hélder Rodríguez López</cp:lastModifiedBy>
  <cp:revision>2</cp:revision>
  <cp:lastPrinted>2026-08-11T14:45:33Z</cp:lastPrinted>
  <dcterms:created xsi:type="dcterms:W3CDTF">2026-08-11T07:45:11Z</dcterms:created>
  <dcterms:modified xsi:type="dcterms:W3CDTF">2026-08-14T12:54:00Z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0x01010067EC434759B3504E801524B244CADF19</vt:lpwstr>
  </property>
  <property fmtid="{D5CDD505-2E9C-101B-9397-08002B2CF9AE}" pid="3" name="MediaServiceImageTags">
    <vt:lpwstr/>
  </property>
</Properties>
</file>
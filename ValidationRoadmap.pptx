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7201F6-19E1-45B8-930B-130FCDF0D73B}" v="2202" dt="2026-08-13T07:54:36.1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9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élder Rodríguez López" userId="a1682f17-e6d8-43e6-afe7-dc0caf640a41" providerId="ADAL" clId="{FE5B207C-BE89-497E-A5AC-83415F42CB29}"/>
    <pc:docChg chg="custSel modSld">
      <pc:chgData name="Hélder Rodríguez López" userId="a1682f17-e6d8-43e6-afe7-dc0caf640a41" providerId="ADAL" clId="{FE5B207C-BE89-497E-A5AC-83415F42CB29}" dt="2026-08-13T07:54:36.136" v="429"/>
      <pc:docMkLst>
        <pc:docMk/>
      </pc:docMkLst>
      <pc:sldChg chg="modSp mod">
        <pc:chgData name="Hélder Rodríguez López" userId="a1682f17-e6d8-43e6-afe7-dc0caf640a41" providerId="ADAL" clId="{FE5B207C-BE89-497E-A5AC-83415F42CB29}" dt="2026-08-13T07:54:36.136" v="429"/>
        <pc:sldMkLst>
          <pc:docMk/>
          <pc:sldMk cId="775509628" sldId="257"/>
        </pc:sldMkLst>
        <pc:spChg chg="mod">
          <ac:chgData name="Hélder Rodríguez López" userId="a1682f17-e6d8-43e6-afe7-dc0caf640a41" providerId="ADAL" clId="{FE5B207C-BE89-497E-A5AC-83415F42CB29}" dt="2026-08-13T07:54:35.850" v="30"/>
          <ac:spMkLst>
            <pc:docMk/>
            <pc:sldMk cId="775509628" sldId="257"/>
            <ac:spMk id="3" creationId="{31F0B06E-2F97-0A51-0A4B-AE4EDE176B8A}"/>
          </ac:spMkLst>
        </pc:spChg>
        <pc:spChg chg="mod">
          <ac:chgData name="Hélder Rodríguez López" userId="a1682f17-e6d8-43e6-afe7-dc0caf640a41" providerId="ADAL" clId="{FE5B207C-BE89-497E-A5AC-83415F42CB29}" dt="2026-08-13T07:54:35.855" v="31"/>
          <ac:spMkLst>
            <pc:docMk/>
            <pc:sldMk cId="775509628" sldId="257"/>
            <ac:spMk id="4" creationId="{7B0056FD-503F-3CF1-5603-44D441A719FD}"/>
          </ac:spMkLst>
        </pc:spChg>
        <pc:spChg chg="mod">
          <ac:chgData name="Hélder Rodríguez López" userId="a1682f17-e6d8-43e6-afe7-dc0caf640a41" providerId="ADAL" clId="{FE5B207C-BE89-497E-A5AC-83415F42CB29}" dt="2026-08-13T07:54:35.863" v="33"/>
          <ac:spMkLst>
            <pc:docMk/>
            <pc:sldMk cId="775509628" sldId="257"/>
            <ac:spMk id="5" creationId="{0D85F95E-2301-1706-BD77-E0CA6434DBBB}"/>
          </ac:spMkLst>
        </pc:spChg>
        <pc:spChg chg="mod">
          <ac:chgData name="Hélder Rodríguez López" userId="a1682f17-e6d8-43e6-afe7-dc0caf640a41" providerId="ADAL" clId="{FE5B207C-BE89-497E-A5AC-83415F42CB29}" dt="2026-08-13T07:54:35.864" v="36"/>
          <ac:spMkLst>
            <pc:docMk/>
            <pc:sldMk cId="775509628" sldId="257"/>
            <ac:spMk id="6" creationId="{B2D65C9D-3060-11F5-8F90-42D1B81BDA71}"/>
          </ac:spMkLst>
        </pc:spChg>
        <pc:spChg chg="mod">
          <ac:chgData name="Hélder Rodríguez López" userId="a1682f17-e6d8-43e6-afe7-dc0caf640a41" providerId="ADAL" clId="{FE5B207C-BE89-497E-A5AC-83415F42CB29}" dt="2026-08-13T07:54:35.874" v="51"/>
          <ac:spMkLst>
            <pc:docMk/>
            <pc:sldMk cId="775509628" sldId="257"/>
            <ac:spMk id="7" creationId="{033F71B9-6A04-0976-A2C5-A77A2820129A}"/>
          </ac:spMkLst>
        </pc:spChg>
        <pc:spChg chg="mod">
          <ac:chgData name="Hélder Rodríguez López" userId="a1682f17-e6d8-43e6-afe7-dc0caf640a41" providerId="ADAL" clId="{FE5B207C-BE89-497E-A5AC-83415F42CB29}" dt="2026-08-13T07:54:35.884" v="69"/>
          <ac:spMkLst>
            <pc:docMk/>
            <pc:sldMk cId="775509628" sldId="257"/>
            <ac:spMk id="8" creationId="{AB68D11E-5EC7-3953-8F78-5E3BEF8AE903}"/>
          </ac:spMkLst>
        </pc:spChg>
        <pc:spChg chg="mod">
          <ac:chgData name="Hélder Rodríguez López" userId="a1682f17-e6d8-43e6-afe7-dc0caf640a41" providerId="ADAL" clId="{FE5B207C-BE89-497E-A5AC-83415F42CB29}" dt="2026-08-13T07:54:35.904" v="88"/>
          <ac:spMkLst>
            <pc:docMk/>
            <pc:sldMk cId="775509628" sldId="257"/>
            <ac:spMk id="10" creationId="{8447B3A7-6363-130E-602A-0CCE881637A7}"/>
          </ac:spMkLst>
        </pc:spChg>
        <pc:spChg chg="mod">
          <ac:chgData name="Hélder Rodríguez López" userId="a1682f17-e6d8-43e6-afe7-dc0caf640a41" providerId="ADAL" clId="{FE5B207C-BE89-497E-A5AC-83415F42CB29}" dt="2026-08-13T07:54:35.914" v="90"/>
          <ac:spMkLst>
            <pc:docMk/>
            <pc:sldMk cId="775509628" sldId="257"/>
            <ac:spMk id="33" creationId="{53601627-71B5-EDB0-EF04-14B6C083EF45}"/>
          </ac:spMkLst>
        </pc:spChg>
        <pc:spChg chg="mod">
          <ac:chgData name="Hélder Rodríguez López" userId="a1682f17-e6d8-43e6-afe7-dc0caf640a41" providerId="ADAL" clId="{FE5B207C-BE89-497E-A5AC-83415F42CB29}" dt="2026-08-13T07:54:35.916" v="92"/>
          <ac:spMkLst>
            <pc:docMk/>
            <pc:sldMk cId="775509628" sldId="257"/>
            <ac:spMk id="34" creationId="{E87F2960-0527-CCD0-A7F5-46B7FEDF2846}"/>
          </ac:spMkLst>
        </pc:spChg>
        <pc:spChg chg="mod">
          <ac:chgData name="Hélder Rodríguez López" userId="a1682f17-e6d8-43e6-afe7-dc0caf640a41" providerId="ADAL" clId="{FE5B207C-BE89-497E-A5AC-83415F42CB29}" dt="2026-08-13T07:54:35.982" v="200"/>
          <ac:spMkLst>
            <pc:docMk/>
            <pc:sldMk cId="775509628" sldId="257"/>
            <ac:spMk id="35" creationId="{FAF0C90F-BB67-5DC6-454A-5FE745ABF711}"/>
          </ac:spMkLst>
        </pc:spChg>
        <pc:spChg chg="mod">
          <ac:chgData name="Hélder Rodríguez López" userId="a1682f17-e6d8-43e6-afe7-dc0caf640a41" providerId="ADAL" clId="{FE5B207C-BE89-497E-A5AC-83415F42CB29}" dt="2026-08-13T07:54:35.983" v="202"/>
          <ac:spMkLst>
            <pc:docMk/>
            <pc:sldMk cId="775509628" sldId="257"/>
            <ac:spMk id="36" creationId="{CB961E72-1E4E-0EC0-7E78-3977F41769E0}"/>
          </ac:spMkLst>
        </pc:spChg>
        <pc:spChg chg="mod">
          <ac:chgData name="Hélder Rodríguez López" userId="a1682f17-e6d8-43e6-afe7-dc0caf640a41" providerId="ADAL" clId="{FE5B207C-BE89-497E-A5AC-83415F42CB29}" dt="2026-08-13T07:54:35.984" v="203"/>
          <ac:spMkLst>
            <pc:docMk/>
            <pc:sldMk cId="775509628" sldId="257"/>
            <ac:spMk id="37" creationId="{9A4608F1-70AE-77CD-84B4-C1C88BAB2AAB}"/>
          </ac:spMkLst>
        </pc:spChg>
        <pc:spChg chg="mod">
          <ac:chgData name="Hélder Rodríguez López" userId="a1682f17-e6d8-43e6-afe7-dc0caf640a41" providerId="ADAL" clId="{FE5B207C-BE89-497E-A5AC-83415F42CB29}" dt="2026-08-13T07:54:35.999" v="224"/>
          <ac:spMkLst>
            <pc:docMk/>
            <pc:sldMk cId="775509628" sldId="257"/>
            <ac:spMk id="42" creationId="{55A7322D-6184-CA5B-E4F5-B9ED84DCDC33}"/>
          </ac:spMkLst>
        </pc:spChg>
        <pc:spChg chg="mod">
          <ac:chgData name="Hélder Rodríguez López" userId="a1682f17-e6d8-43e6-afe7-dc0caf640a41" providerId="ADAL" clId="{FE5B207C-BE89-497E-A5AC-83415F42CB29}" dt="2026-08-13T07:54:35.992" v="214"/>
          <ac:spMkLst>
            <pc:docMk/>
            <pc:sldMk cId="775509628" sldId="257"/>
            <ac:spMk id="43" creationId="{0136F14C-53ED-5FCB-CB66-6F167A583835}"/>
          </ac:spMkLst>
        </pc:spChg>
        <pc:spChg chg="mod">
          <ac:chgData name="Hélder Rodríguez López" userId="a1682f17-e6d8-43e6-afe7-dc0caf640a41" providerId="ADAL" clId="{FE5B207C-BE89-497E-A5AC-83415F42CB29}" dt="2026-08-13T07:54:36.032" v="278"/>
          <ac:spMkLst>
            <pc:docMk/>
            <pc:sldMk cId="775509628" sldId="257"/>
            <ac:spMk id="45" creationId="{5686D227-999D-A55C-3FEC-15206781731F}"/>
          </ac:spMkLst>
        </pc:spChg>
        <pc:spChg chg="mod">
          <ac:chgData name="Hélder Rodríguez López" userId="a1682f17-e6d8-43e6-afe7-dc0caf640a41" providerId="ADAL" clId="{FE5B207C-BE89-497E-A5AC-83415F42CB29}" dt="2026-08-13T07:54:36.034" v="280"/>
          <ac:spMkLst>
            <pc:docMk/>
            <pc:sldMk cId="775509628" sldId="257"/>
            <ac:spMk id="46" creationId="{77DCE721-0103-0633-5D12-DD5E4E98547E}"/>
          </ac:spMkLst>
        </pc:spChg>
        <pc:spChg chg="mod">
          <ac:chgData name="Hélder Rodríguez López" userId="a1682f17-e6d8-43e6-afe7-dc0caf640a41" providerId="ADAL" clId="{FE5B207C-BE89-497E-A5AC-83415F42CB29}" dt="2026-08-13T07:54:36.035" v="281"/>
          <ac:spMkLst>
            <pc:docMk/>
            <pc:sldMk cId="775509628" sldId="257"/>
            <ac:spMk id="47" creationId="{12EEFF81-D507-501D-0D04-1FB6307EFA6B}"/>
          </ac:spMkLst>
        </pc:spChg>
        <pc:spChg chg="mod">
          <ac:chgData name="Hélder Rodríguez López" userId="a1682f17-e6d8-43e6-afe7-dc0caf640a41" providerId="ADAL" clId="{FE5B207C-BE89-497E-A5AC-83415F42CB29}" dt="2026-08-13T07:54:36.050" v="301"/>
          <ac:spMkLst>
            <pc:docMk/>
            <pc:sldMk cId="775509628" sldId="257"/>
            <ac:spMk id="52" creationId="{A12E4CBF-BB68-09AF-2C79-D5F6F938EA92}"/>
          </ac:spMkLst>
        </pc:spChg>
        <pc:spChg chg="mod">
          <ac:chgData name="Hélder Rodríguez López" userId="a1682f17-e6d8-43e6-afe7-dc0caf640a41" providerId="ADAL" clId="{FE5B207C-BE89-497E-A5AC-83415F42CB29}" dt="2026-08-13T07:54:36.042" v="292"/>
          <ac:spMkLst>
            <pc:docMk/>
            <pc:sldMk cId="775509628" sldId="257"/>
            <ac:spMk id="53" creationId="{6D647900-9B42-A26D-5093-FF6E457E1FC4}"/>
          </ac:spMkLst>
        </pc:spChg>
        <pc:spChg chg="mod">
          <ac:chgData name="Hélder Rodríguez López" userId="a1682f17-e6d8-43e6-afe7-dc0caf640a41" providerId="ADAL" clId="{FE5B207C-BE89-497E-A5AC-83415F42CB29}" dt="2026-08-13T07:54:35.931" v="119"/>
          <ac:spMkLst>
            <pc:docMk/>
            <pc:sldMk cId="775509628" sldId="257"/>
            <ac:spMk id="65" creationId="{B024CD4B-8239-63BC-1371-1908D96BB44B}"/>
          </ac:spMkLst>
        </pc:spChg>
        <pc:spChg chg="mod">
          <ac:chgData name="Hélder Rodríguez López" userId="a1682f17-e6d8-43e6-afe7-dc0caf640a41" providerId="ADAL" clId="{FE5B207C-BE89-497E-A5AC-83415F42CB29}" dt="2026-08-13T07:54:35.932" v="121"/>
          <ac:spMkLst>
            <pc:docMk/>
            <pc:sldMk cId="775509628" sldId="257"/>
            <ac:spMk id="66" creationId="{202DCEB3-B7C5-936B-40EB-6E6E07DCA5E4}"/>
          </ac:spMkLst>
        </pc:spChg>
        <pc:spChg chg="mod">
          <ac:chgData name="Hélder Rodríguez López" userId="a1682f17-e6d8-43e6-afe7-dc0caf640a41" providerId="ADAL" clId="{FE5B207C-BE89-497E-A5AC-83415F42CB29}" dt="2026-08-13T07:54:35.933" v="122"/>
          <ac:spMkLst>
            <pc:docMk/>
            <pc:sldMk cId="775509628" sldId="257"/>
            <ac:spMk id="67" creationId="{07832BC5-6FAF-4884-17CE-4EBC29A7D45D}"/>
          </ac:spMkLst>
        </pc:spChg>
        <pc:spChg chg="mod">
          <ac:chgData name="Hélder Rodríguez López" userId="a1682f17-e6d8-43e6-afe7-dc0caf640a41" providerId="ADAL" clId="{FE5B207C-BE89-497E-A5AC-83415F42CB29}" dt="2026-08-13T07:54:35.950" v="144"/>
          <ac:spMkLst>
            <pc:docMk/>
            <pc:sldMk cId="775509628" sldId="257"/>
            <ac:spMk id="73" creationId="{4CA2E136-0123-7823-7425-27AA7B6F28BC}"/>
          </ac:spMkLst>
        </pc:spChg>
        <pc:spChg chg="mod">
          <ac:chgData name="Hélder Rodríguez López" userId="a1682f17-e6d8-43e6-afe7-dc0caf640a41" providerId="ADAL" clId="{FE5B207C-BE89-497E-A5AC-83415F42CB29}" dt="2026-08-13T07:54:35.942" v="133"/>
          <ac:spMkLst>
            <pc:docMk/>
            <pc:sldMk cId="775509628" sldId="257"/>
            <ac:spMk id="74" creationId="{F18EE746-C376-82C2-EEAB-06373CB10D42}"/>
          </ac:spMkLst>
        </pc:spChg>
        <pc:spChg chg="mod">
          <ac:chgData name="Hélder Rodríguez López" userId="a1682f17-e6d8-43e6-afe7-dc0caf640a41" providerId="ADAL" clId="{FE5B207C-BE89-497E-A5AC-83415F42CB29}" dt="2026-08-13T07:54:36.016" v="252"/>
          <ac:spMkLst>
            <pc:docMk/>
            <pc:sldMk cId="775509628" sldId="257"/>
            <ac:spMk id="75" creationId="{24C8AC95-C5B0-A318-F0ED-37F2C750BD11}"/>
          </ac:spMkLst>
        </pc:spChg>
        <pc:spChg chg="mod">
          <ac:chgData name="Hélder Rodríguez López" userId="a1682f17-e6d8-43e6-afe7-dc0caf640a41" providerId="ADAL" clId="{FE5B207C-BE89-497E-A5AC-83415F42CB29}" dt="2026-08-13T07:54:36.017" v="254"/>
          <ac:spMkLst>
            <pc:docMk/>
            <pc:sldMk cId="775509628" sldId="257"/>
            <ac:spMk id="76" creationId="{727BD89D-46E5-0F29-719F-28EEF3C4152C}"/>
          </ac:spMkLst>
        </pc:spChg>
        <pc:spChg chg="mod">
          <ac:chgData name="Hélder Rodríguez López" userId="a1682f17-e6d8-43e6-afe7-dc0caf640a41" providerId="ADAL" clId="{FE5B207C-BE89-497E-A5AC-83415F42CB29}" dt="2026-08-13T07:54:36.019" v="255"/>
          <ac:spMkLst>
            <pc:docMk/>
            <pc:sldMk cId="775509628" sldId="257"/>
            <ac:spMk id="77" creationId="{B085AD58-CB33-ACC4-374D-794699BC67B2}"/>
          </ac:spMkLst>
        </pc:spChg>
        <pc:spChg chg="mod">
          <ac:chgData name="Hélder Rodríguez López" userId="a1682f17-e6d8-43e6-afe7-dc0caf640a41" providerId="ADAL" clId="{FE5B207C-BE89-497E-A5AC-83415F42CB29}" dt="2026-08-13T07:54:36.031" v="274"/>
          <ac:spMkLst>
            <pc:docMk/>
            <pc:sldMk cId="775509628" sldId="257"/>
            <ac:spMk id="82" creationId="{EADCB9BB-778C-03F5-1A42-493EA8CD24E6}"/>
          </ac:spMkLst>
        </pc:spChg>
        <pc:spChg chg="mod">
          <ac:chgData name="Hélder Rodríguez López" userId="a1682f17-e6d8-43e6-afe7-dc0caf640a41" providerId="ADAL" clId="{FE5B207C-BE89-497E-A5AC-83415F42CB29}" dt="2026-08-13T07:54:36.026" v="266"/>
          <ac:spMkLst>
            <pc:docMk/>
            <pc:sldMk cId="775509628" sldId="257"/>
            <ac:spMk id="83" creationId="{C828661C-7EDC-71A4-1452-E0C3B24C06C2}"/>
          </ac:spMkLst>
        </pc:spChg>
        <pc:spChg chg="mod">
          <ac:chgData name="Hélder Rodríguez López" userId="a1682f17-e6d8-43e6-afe7-dc0caf640a41" providerId="ADAL" clId="{FE5B207C-BE89-497E-A5AC-83415F42CB29}" dt="2026-08-13T07:54:35.917" v="93"/>
          <ac:spMkLst>
            <pc:docMk/>
            <pc:sldMk cId="775509628" sldId="257"/>
            <ac:spMk id="85" creationId="{578B571C-3430-D1E8-96A7-09B0AC52F902}"/>
          </ac:spMkLst>
        </pc:spChg>
        <pc:spChg chg="mod">
          <ac:chgData name="Hélder Rodríguez López" userId="a1682f17-e6d8-43e6-afe7-dc0caf640a41" providerId="ADAL" clId="{FE5B207C-BE89-497E-A5AC-83415F42CB29}" dt="2026-08-13T07:54:35.929" v="115"/>
          <ac:spMkLst>
            <pc:docMk/>
            <pc:sldMk cId="775509628" sldId="257"/>
            <ac:spMk id="90" creationId="{98E4F944-7D00-7E2D-AD78-95C3B060072C}"/>
          </ac:spMkLst>
        </pc:spChg>
        <pc:spChg chg="mod">
          <ac:chgData name="Hélder Rodríguez López" userId="a1682f17-e6d8-43e6-afe7-dc0caf640a41" providerId="ADAL" clId="{FE5B207C-BE89-497E-A5AC-83415F42CB29}" dt="2026-08-13T07:54:35.924" v="105"/>
          <ac:spMkLst>
            <pc:docMk/>
            <pc:sldMk cId="775509628" sldId="257"/>
            <ac:spMk id="91" creationId="{97775EC2-0A8C-B945-07C6-F286C6D88FAE}"/>
          </ac:spMkLst>
        </pc:spChg>
        <pc:spChg chg="mod">
          <ac:chgData name="Hélder Rodríguez López" userId="a1682f17-e6d8-43e6-afe7-dc0caf640a41" providerId="ADAL" clId="{FE5B207C-BE89-497E-A5AC-83415F42CB29}" dt="2026-08-13T07:54:36" v="226"/>
          <ac:spMkLst>
            <pc:docMk/>
            <pc:sldMk cId="775509628" sldId="257"/>
            <ac:spMk id="93" creationId="{DEBFB16D-9FEB-2851-93EF-2D05C4D35187}"/>
          </ac:spMkLst>
        </pc:spChg>
        <pc:spChg chg="mod">
          <ac:chgData name="Hélder Rodríguez López" userId="a1682f17-e6d8-43e6-afe7-dc0caf640a41" providerId="ADAL" clId="{FE5B207C-BE89-497E-A5AC-83415F42CB29}" dt="2026-08-13T07:54:36.001" v="228"/>
          <ac:spMkLst>
            <pc:docMk/>
            <pc:sldMk cId="775509628" sldId="257"/>
            <ac:spMk id="94" creationId="{F9100EBF-3E67-A9D3-7322-47D6AD92EBED}"/>
          </ac:spMkLst>
        </pc:spChg>
        <pc:spChg chg="mod">
          <ac:chgData name="Hélder Rodríguez López" userId="a1682f17-e6d8-43e6-afe7-dc0caf640a41" providerId="ADAL" clId="{FE5B207C-BE89-497E-A5AC-83415F42CB29}" dt="2026-08-13T07:54:36.002" v="229"/>
          <ac:spMkLst>
            <pc:docMk/>
            <pc:sldMk cId="775509628" sldId="257"/>
            <ac:spMk id="95" creationId="{868A8DBE-0F38-AA9B-530F-8E745B1DA5C8}"/>
          </ac:spMkLst>
        </pc:spChg>
        <pc:spChg chg="mod">
          <ac:chgData name="Hélder Rodríguez López" userId="a1682f17-e6d8-43e6-afe7-dc0caf640a41" providerId="ADAL" clId="{FE5B207C-BE89-497E-A5AC-83415F42CB29}" dt="2026-08-13T07:54:36.015" v="248"/>
          <ac:spMkLst>
            <pc:docMk/>
            <pc:sldMk cId="775509628" sldId="257"/>
            <ac:spMk id="100" creationId="{BDC9D4DA-3EC6-4412-FDB5-DE8E840BADB3}"/>
          </ac:spMkLst>
        </pc:spChg>
        <pc:spChg chg="mod">
          <ac:chgData name="Hélder Rodríguez López" userId="a1682f17-e6d8-43e6-afe7-dc0caf640a41" providerId="ADAL" clId="{FE5B207C-BE89-497E-A5AC-83415F42CB29}" dt="2026-08-13T07:54:36.010" v="240"/>
          <ac:spMkLst>
            <pc:docMk/>
            <pc:sldMk cId="775509628" sldId="257"/>
            <ac:spMk id="101" creationId="{3F7370EA-D6BD-FFA4-A3FC-D22C2B3B4B1E}"/>
          </ac:spMkLst>
        </pc:spChg>
        <pc:spChg chg="mod">
          <ac:chgData name="Hélder Rodríguez López" userId="a1682f17-e6d8-43e6-afe7-dc0caf640a41" providerId="ADAL" clId="{FE5B207C-BE89-497E-A5AC-83415F42CB29}" dt="2026-08-13T07:54:36.051" v="303"/>
          <ac:spMkLst>
            <pc:docMk/>
            <pc:sldMk cId="775509628" sldId="257"/>
            <ac:spMk id="103" creationId="{0F8F9C84-7F4A-40F3-C620-4CFC817D9816}"/>
          </ac:spMkLst>
        </pc:spChg>
        <pc:spChg chg="mod">
          <ac:chgData name="Hélder Rodríguez López" userId="a1682f17-e6d8-43e6-afe7-dc0caf640a41" providerId="ADAL" clId="{FE5B207C-BE89-497E-A5AC-83415F42CB29}" dt="2026-08-13T07:54:36.052" v="305"/>
          <ac:spMkLst>
            <pc:docMk/>
            <pc:sldMk cId="775509628" sldId="257"/>
            <ac:spMk id="104" creationId="{25C50029-9642-B32A-8A30-F777A8583762}"/>
          </ac:spMkLst>
        </pc:spChg>
        <pc:spChg chg="mod">
          <ac:chgData name="Hélder Rodríguez López" userId="a1682f17-e6d8-43e6-afe7-dc0caf640a41" providerId="ADAL" clId="{FE5B207C-BE89-497E-A5AC-83415F42CB29}" dt="2026-08-13T07:54:36.052" v="306"/>
          <ac:spMkLst>
            <pc:docMk/>
            <pc:sldMk cId="775509628" sldId="257"/>
            <ac:spMk id="105" creationId="{96674602-2C99-2E73-D214-6E95E3507609}"/>
          </ac:spMkLst>
        </pc:spChg>
        <pc:spChg chg="mod">
          <ac:chgData name="Hélder Rodríguez López" userId="a1682f17-e6d8-43e6-afe7-dc0caf640a41" providerId="ADAL" clId="{FE5B207C-BE89-497E-A5AC-83415F42CB29}" dt="2026-08-13T07:54:36.066" v="327"/>
          <ac:spMkLst>
            <pc:docMk/>
            <pc:sldMk cId="775509628" sldId="257"/>
            <ac:spMk id="110" creationId="{174953C5-2D40-9DB2-C02C-FB46597E6CD8}"/>
          </ac:spMkLst>
        </pc:spChg>
        <pc:spChg chg="mod">
          <ac:chgData name="Hélder Rodríguez López" userId="a1682f17-e6d8-43e6-afe7-dc0caf640a41" providerId="ADAL" clId="{FE5B207C-BE89-497E-A5AC-83415F42CB29}" dt="2026-08-13T07:54:36.059" v="317"/>
          <ac:spMkLst>
            <pc:docMk/>
            <pc:sldMk cId="775509628" sldId="257"/>
            <ac:spMk id="111" creationId="{7C9D04B0-DC20-9894-AE32-D22C35CE638F}"/>
          </ac:spMkLst>
        </pc:spChg>
        <pc:spChg chg="mod">
          <ac:chgData name="Hélder Rodríguez López" userId="a1682f17-e6d8-43e6-afe7-dc0caf640a41" providerId="ADAL" clId="{FE5B207C-BE89-497E-A5AC-83415F42CB29}" dt="2026-08-13T07:54:36.084" v="355"/>
          <ac:spMkLst>
            <pc:docMk/>
            <pc:sldMk cId="775509628" sldId="257"/>
            <ac:spMk id="113" creationId="{5EE537E0-4AD5-6100-6465-6FE8AFD7D985}"/>
          </ac:spMkLst>
        </pc:spChg>
        <pc:spChg chg="mod">
          <ac:chgData name="Hélder Rodríguez López" userId="a1682f17-e6d8-43e6-afe7-dc0caf640a41" providerId="ADAL" clId="{FE5B207C-BE89-497E-A5AC-83415F42CB29}" dt="2026-08-13T07:54:36.086" v="357"/>
          <ac:spMkLst>
            <pc:docMk/>
            <pc:sldMk cId="775509628" sldId="257"/>
            <ac:spMk id="114" creationId="{527AC624-8640-90DB-BEEF-54525D23F480}"/>
          </ac:spMkLst>
        </pc:spChg>
        <pc:spChg chg="mod">
          <ac:chgData name="Hélder Rodríguez López" userId="a1682f17-e6d8-43e6-afe7-dc0caf640a41" providerId="ADAL" clId="{FE5B207C-BE89-497E-A5AC-83415F42CB29}" dt="2026-08-13T07:54:36.087" v="358"/>
          <ac:spMkLst>
            <pc:docMk/>
            <pc:sldMk cId="775509628" sldId="257"/>
            <ac:spMk id="115" creationId="{361C8BA5-116D-018B-235D-1A7F4F00CE22}"/>
          </ac:spMkLst>
        </pc:spChg>
        <pc:spChg chg="mod">
          <ac:chgData name="Hélder Rodríguez López" userId="a1682f17-e6d8-43e6-afe7-dc0caf640a41" providerId="ADAL" clId="{FE5B207C-BE89-497E-A5AC-83415F42CB29}" dt="2026-08-13T07:54:36.100" v="379"/>
          <ac:spMkLst>
            <pc:docMk/>
            <pc:sldMk cId="775509628" sldId="257"/>
            <ac:spMk id="121" creationId="{32B8EBC3-0A9A-A96E-F20E-C5D60F970EF6}"/>
          </ac:spMkLst>
        </pc:spChg>
        <pc:spChg chg="mod">
          <ac:chgData name="Hélder Rodríguez López" userId="a1682f17-e6d8-43e6-afe7-dc0caf640a41" providerId="ADAL" clId="{FE5B207C-BE89-497E-A5AC-83415F42CB29}" dt="2026-08-13T07:54:36.093" v="370"/>
          <ac:spMkLst>
            <pc:docMk/>
            <pc:sldMk cId="775509628" sldId="257"/>
            <ac:spMk id="122" creationId="{E05AF1C1-BD84-9DBA-45DF-D379A4EF9651}"/>
          </ac:spMkLst>
        </pc:spChg>
        <pc:spChg chg="mod">
          <ac:chgData name="Hélder Rodríguez López" userId="a1682f17-e6d8-43e6-afe7-dc0caf640a41" providerId="ADAL" clId="{FE5B207C-BE89-497E-A5AC-83415F42CB29}" dt="2026-08-13T07:54:36.101" v="381"/>
          <ac:spMkLst>
            <pc:docMk/>
            <pc:sldMk cId="775509628" sldId="257"/>
            <ac:spMk id="123" creationId="{74F6FCCC-F529-A5BB-E0EC-F1AFA88ACB66}"/>
          </ac:spMkLst>
        </pc:spChg>
        <pc:spChg chg="mod">
          <ac:chgData name="Hélder Rodríguez López" userId="a1682f17-e6d8-43e6-afe7-dc0caf640a41" providerId="ADAL" clId="{FE5B207C-BE89-497E-A5AC-83415F42CB29}" dt="2026-08-13T07:54:36.102" v="383"/>
          <ac:spMkLst>
            <pc:docMk/>
            <pc:sldMk cId="775509628" sldId="257"/>
            <ac:spMk id="124" creationId="{97074CFB-E2D8-BD25-3760-AC024CF0B7A2}"/>
          </ac:spMkLst>
        </pc:spChg>
        <pc:spChg chg="mod">
          <ac:chgData name="Hélder Rodríguez López" userId="a1682f17-e6d8-43e6-afe7-dc0caf640a41" providerId="ADAL" clId="{FE5B207C-BE89-497E-A5AC-83415F42CB29}" dt="2026-08-13T07:54:36.103" v="384"/>
          <ac:spMkLst>
            <pc:docMk/>
            <pc:sldMk cId="775509628" sldId="257"/>
            <ac:spMk id="125" creationId="{811F3BB1-F6F4-99D4-DE96-6548F2AF6D11}"/>
          </ac:spMkLst>
        </pc:spChg>
        <pc:spChg chg="mod">
          <ac:chgData name="Hélder Rodríguez López" userId="a1682f17-e6d8-43e6-afe7-dc0caf640a41" providerId="ADAL" clId="{FE5B207C-BE89-497E-A5AC-83415F42CB29}" dt="2026-08-13T07:54:36.120" v="404"/>
          <ac:spMkLst>
            <pc:docMk/>
            <pc:sldMk cId="775509628" sldId="257"/>
            <ac:spMk id="130" creationId="{E6D827F7-C4EC-5D19-F9FC-DA75BE6C9295}"/>
          </ac:spMkLst>
        </pc:spChg>
        <pc:spChg chg="mod">
          <ac:chgData name="Hélder Rodríguez López" userId="a1682f17-e6d8-43e6-afe7-dc0caf640a41" providerId="ADAL" clId="{FE5B207C-BE89-497E-A5AC-83415F42CB29}" dt="2026-08-13T07:54:36.113" v="395"/>
          <ac:spMkLst>
            <pc:docMk/>
            <pc:sldMk cId="775509628" sldId="257"/>
            <ac:spMk id="131" creationId="{A2F79B1A-AD9B-D7C9-F062-B138EADAC71E}"/>
          </ac:spMkLst>
        </pc:spChg>
        <pc:spChg chg="mod">
          <ac:chgData name="Hélder Rodríguez López" userId="a1682f17-e6d8-43e6-afe7-dc0caf640a41" providerId="ADAL" clId="{FE5B207C-BE89-497E-A5AC-83415F42CB29}" dt="2026-08-13T07:54:35.952" v="148"/>
          <ac:spMkLst>
            <pc:docMk/>
            <pc:sldMk cId="775509628" sldId="257"/>
            <ac:spMk id="141" creationId="{9686B896-48EF-F00F-9AA4-E30EE84E1B19}"/>
          </ac:spMkLst>
        </pc:spChg>
        <pc:spChg chg="mod">
          <ac:chgData name="Hélder Rodríguez López" userId="a1682f17-e6d8-43e6-afe7-dc0caf640a41" providerId="ADAL" clId="{FE5B207C-BE89-497E-A5AC-83415F42CB29}" dt="2026-08-13T07:54:35.953" v="150"/>
          <ac:spMkLst>
            <pc:docMk/>
            <pc:sldMk cId="775509628" sldId="257"/>
            <ac:spMk id="142" creationId="{B369FBDF-BBE9-359C-9B55-0E8F52CAAD27}"/>
          </ac:spMkLst>
        </pc:spChg>
        <pc:spChg chg="mod">
          <ac:chgData name="Hélder Rodríguez López" userId="a1682f17-e6d8-43e6-afe7-dc0caf640a41" providerId="ADAL" clId="{FE5B207C-BE89-497E-A5AC-83415F42CB29}" dt="2026-08-13T07:54:35.954" v="151"/>
          <ac:spMkLst>
            <pc:docMk/>
            <pc:sldMk cId="775509628" sldId="257"/>
            <ac:spMk id="143" creationId="{416B9F6B-8205-2259-66FF-259997A33519}"/>
          </ac:spMkLst>
        </pc:spChg>
        <pc:spChg chg="mod">
          <ac:chgData name="Hélder Rodríguez López" userId="a1682f17-e6d8-43e6-afe7-dc0caf640a41" providerId="ADAL" clId="{FE5B207C-BE89-497E-A5AC-83415F42CB29}" dt="2026-08-13T07:54:35.966" v="171"/>
          <ac:spMkLst>
            <pc:docMk/>
            <pc:sldMk cId="775509628" sldId="257"/>
            <ac:spMk id="147" creationId="{8E62AFFE-FB91-D206-FCAD-9B90805EF9FB}"/>
          </ac:spMkLst>
        </pc:spChg>
        <pc:spChg chg="mod">
          <ac:chgData name="Hélder Rodríguez López" userId="a1682f17-e6d8-43e6-afe7-dc0caf640a41" providerId="ADAL" clId="{FE5B207C-BE89-497E-A5AC-83415F42CB29}" dt="2026-08-13T07:54:35.960" v="162"/>
          <ac:spMkLst>
            <pc:docMk/>
            <pc:sldMk cId="775509628" sldId="257"/>
            <ac:spMk id="148" creationId="{4C445969-737E-5A02-36F1-F708F97B86B7}"/>
          </ac:spMkLst>
        </pc:spChg>
        <pc:spChg chg="mod">
          <ac:chgData name="Hélder Rodríguez López" userId="a1682f17-e6d8-43e6-afe7-dc0caf640a41" providerId="ADAL" clId="{FE5B207C-BE89-497E-A5AC-83415F42CB29}" dt="2026-08-13T07:54:35.967" v="173"/>
          <ac:spMkLst>
            <pc:docMk/>
            <pc:sldMk cId="775509628" sldId="257"/>
            <ac:spMk id="162" creationId="{4E4BDE7C-D7FE-49CB-2B9A-02917FA113F5}"/>
          </ac:spMkLst>
        </pc:spChg>
        <pc:spChg chg="mod">
          <ac:chgData name="Hélder Rodríguez López" userId="a1682f17-e6d8-43e6-afe7-dc0caf640a41" providerId="ADAL" clId="{FE5B207C-BE89-497E-A5AC-83415F42CB29}" dt="2026-08-13T07:54:35.968" v="175"/>
          <ac:spMkLst>
            <pc:docMk/>
            <pc:sldMk cId="775509628" sldId="257"/>
            <ac:spMk id="163" creationId="{D8A28A4C-44DA-0EE4-AE8A-782A6862727B}"/>
          </ac:spMkLst>
        </pc:spChg>
        <pc:spChg chg="mod">
          <ac:chgData name="Hélder Rodríguez López" userId="a1682f17-e6d8-43e6-afe7-dc0caf640a41" providerId="ADAL" clId="{FE5B207C-BE89-497E-A5AC-83415F42CB29}" dt="2026-08-13T07:54:35.969" v="176"/>
          <ac:spMkLst>
            <pc:docMk/>
            <pc:sldMk cId="775509628" sldId="257"/>
            <ac:spMk id="164" creationId="{E7481597-7BA3-3BA6-2520-AEC4664E0BD4}"/>
          </ac:spMkLst>
        </pc:spChg>
        <pc:spChg chg="mod">
          <ac:chgData name="Hélder Rodríguez López" userId="a1682f17-e6d8-43e6-afe7-dc0caf640a41" providerId="ADAL" clId="{FE5B207C-BE89-497E-A5AC-83415F42CB29}" dt="2026-08-13T07:54:35.980" v="196"/>
          <ac:spMkLst>
            <pc:docMk/>
            <pc:sldMk cId="775509628" sldId="257"/>
            <ac:spMk id="169" creationId="{6D1C1C3D-CEA3-7205-DCA2-00E9914046A7}"/>
          </ac:spMkLst>
        </pc:spChg>
        <pc:spChg chg="mod">
          <ac:chgData name="Hélder Rodríguez López" userId="a1682f17-e6d8-43e6-afe7-dc0caf640a41" providerId="ADAL" clId="{FE5B207C-BE89-497E-A5AC-83415F42CB29}" dt="2026-08-13T07:54:35.975" v="187"/>
          <ac:spMkLst>
            <pc:docMk/>
            <pc:sldMk cId="775509628" sldId="257"/>
            <ac:spMk id="170" creationId="{A44A339B-5AD8-E5BF-D0BB-EED4FCFA33AA}"/>
          </ac:spMkLst>
        </pc:spChg>
        <pc:spChg chg="mod">
          <ac:chgData name="Hélder Rodríguez López" userId="a1682f17-e6d8-43e6-afe7-dc0caf640a41" providerId="ADAL" clId="{FE5B207C-BE89-497E-A5AC-83415F42CB29}" dt="2026-08-13T07:54:36.066" v="329"/>
          <ac:spMkLst>
            <pc:docMk/>
            <pc:sldMk cId="775509628" sldId="257"/>
            <ac:spMk id="172" creationId="{F6D72125-5E0E-01C5-E661-965AF0FC7470}"/>
          </ac:spMkLst>
        </pc:spChg>
        <pc:spChg chg="mod">
          <ac:chgData name="Hélder Rodríguez López" userId="a1682f17-e6d8-43e6-afe7-dc0caf640a41" providerId="ADAL" clId="{FE5B207C-BE89-497E-A5AC-83415F42CB29}" dt="2026-08-13T07:54:36.068" v="331"/>
          <ac:spMkLst>
            <pc:docMk/>
            <pc:sldMk cId="775509628" sldId="257"/>
            <ac:spMk id="173" creationId="{2402D351-3985-1B68-F504-A6D1410A9CD4}"/>
          </ac:spMkLst>
        </pc:spChg>
        <pc:spChg chg="mod">
          <ac:chgData name="Hélder Rodríguez López" userId="a1682f17-e6d8-43e6-afe7-dc0caf640a41" providerId="ADAL" clId="{FE5B207C-BE89-497E-A5AC-83415F42CB29}" dt="2026-08-13T07:54:36.069" v="332"/>
          <ac:spMkLst>
            <pc:docMk/>
            <pc:sldMk cId="775509628" sldId="257"/>
            <ac:spMk id="174" creationId="{603D1F89-84E1-7E61-51E1-B5A36AFEFB64}"/>
          </ac:spMkLst>
        </pc:spChg>
        <pc:spChg chg="mod">
          <ac:chgData name="Hélder Rodríguez López" userId="a1682f17-e6d8-43e6-afe7-dc0caf640a41" providerId="ADAL" clId="{FE5B207C-BE89-497E-A5AC-83415F42CB29}" dt="2026-08-13T07:54:36.084" v="353"/>
          <ac:spMkLst>
            <pc:docMk/>
            <pc:sldMk cId="775509628" sldId="257"/>
            <ac:spMk id="179" creationId="{847A7CA4-DF17-CAA9-F66A-4A253F61C895}"/>
          </ac:spMkLst>
        </pc:spChg>
        <pc:spChg chg="mod">
          <ac:chgData name="Hélder Rodríguez López" userId="a1682f17-e6d8-43e6-afe7-dc0caf640a41" providerId="ADAL" clId="{FE5B207C-BE89-497E-A5AC-83415F42CB29}" dt="2026-08-13T07:54:36.075" v="343"/>
          <ac:spMkLst>
            <pc:docMk/>
            <pc:sldMk cId="775509628" sldId="257"/>
            <ac:spMk id="180" creationId="{ECA13E15-C466-A8CF-F589-F0D9E0857BDF}"/>
          </ac:spMkLst>
        </pc:spChg>
        <pc:spChg chg="mod">
          <ac:chgData name="Hélder Rodríguez López" userId="a1682f17-e6d8-43e6-afe7-dc0caf640a41" providerId="ADAL" clId="{FE5B207C-BE89-497E-A5AC-83415F42CB29}" dt="2026-08-13T07:54:36.121" v="406"/>
          <ac:spMkLst>
            <pc:docMk/>
            <pc:sldMk cId="775509628" sldId="257"/>
            <ac:spMk id="182" creationId="{A5E8AF90-465B-0A8F-3951-D31973B8F786}"/>
          </ac:spMkLst>
        </pc:spChg>
        <pc:spChg chg="mod">
          <ac:chgData name="Hélder Rodríguez López" userId="a1682f17-e6d8-43e6-afe7-dc0caf640a41" providerId="ADAL" clId="{FE5B207C-BE89-497E-A5AC-83415F42CB29}" dt="2026-08-13T07:54:36.122" v="408"/>
          <ac:spMkLst>
            <pc:docMk/>
            <pc:sldMk cId="775509628" sldId="257"/>
            <ac:spMk id="183" creationId="{45CABE18-2EED-55F7-C609-0255A18DA69A}"/>
          </ac:spMkLst>
        </pc:spChg>
        <pc:spChg chg="mod">
          <ac:chgData name="Hélder Rodríguez López" userId="a1682f17-e6d8-43e6-afe7-dc0caf640a41" providerId="ADAL" clId="{FE5B207C-BE89-497E-A5AC-83415F42CB29}" dt="2026-08-13T07:54:36.122" v="409"/>
          <ac:spMkLst>
            <pc:docMk/>
            <pc:sldMk cId="775509628" sldId="257"/>
            <ac:spMk id="184" creationId="{1031E77C-8229-5AAC-EB5D-8552C15346E8}"/>
          </ac:spMkLst>
        </pc:spChg>
        <pc:spChg chg="mod">
          <ac:chgData name="Hélder Rodríguez López" userId="a1682f17-e6d8-43e6-afe7-dc0caf640a41" providerId="ADAL" clId="{FE5B207C-BE89-497E-A5AC-83415F42CB29}" dt="2026-08-13T07:54:36.136" v="429"/>
          <ac:spMkLst>
            <pc:docMk/>
            <pc:sldMk cId="775509628" sldId="257"/>
            <ac:spMk id="189" creationId="{89464B96-DDD2-FA42-36DD-1D80F8257D7E}"/>
          </ac:spMkLst>
        </pc:spChg>
        <pc:spChg chg="mod">
          <ac:chgData name="Hélder Rodríguez López" userId="a1682f17-e6d8-43e6-afe7-dc0caf640a41" providerId="ADAL" clId="{FE5B207C-BE89-497E-A5AC-83415F42CB29}" dt="2026-08-13T07:54:36.130" v="420"/>
          <ac:spMkLst>
            <pc:docMk/>
            <pc:sldMk cId="775509628" sldId="257"/>
            <ac:spMk id="190" creationId="{EAADC3D8-66B9-5C09-9E81-6C79B860FE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DFB48B-6779-4FC7-8A34-4B109611E813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974CF2-E462-42A8-B7A2-4993C8B73B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113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974CF2-E462-42A8-B7A2-4993C8B73B6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74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D3763-8FBF-23E8-DFB6-16BEDF49F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CF90A-5B22-6572-4D92-301500759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1482A-BF76-3F62-CE9C-EBF84CCC7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630C8-0E9F-D174-AA6C-56E8F29AD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72EAE-9AEC-871D-22DE-244071221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751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AAD30-7787-17B5-544D-C32C2145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13FBB-059D-B900-E787-B586079FE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72875-BDA7-754D-012E-00F043EE6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375BF-2A3F-688A-8024-E7760972D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26837-C44B-FEDF-C0BA-933DE4E93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106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3C0D8-235C-317B-E697-A985D571D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017CA0-0FC3-DB1A-3ECB-0F2D7B026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43B5B-013A-954D-C022-2593A6DCD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C98DC-62AF-79F8-36BD-9BA21143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4376A-0637-2FED-4F0D-2CC2DEF6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6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F343-0274-30DA-ABF8-8BA64DF99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6C51A-52F7-F497-941D-66CD6D50D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FD97F-4D4D-561C-44B0-F9881B085A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CA741-27E0-7134-42EE-7F9574262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7F6C02-2915-B2DB-9557-35C627AB8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628AA1-B834-EE99-5D21-B80B9C469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0535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788AF-B80D-1AC9-84E0-9F4C2D130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F0B976-0CFA-92B3-B849-83FECB6F5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32EFDA-B5D8-8E4B-858E-CD97BE445C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3FCB5C-802B-5205-E593-313D5F43D5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EE7D4-3576-ED3C-52A7-5338D8305D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874B72-CF1F-F7C9-5465-DE3B164D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683DF4-1A24-27D1-A1B4-ED0645E21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A2142-3624-2096-7275-BD155474D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847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A63A0-533E-AE4B-4C24-A85C7357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34C30-AC16-CE90-17A3-2C2D692A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CF3E1D-D8DE-2D3B-A616-4ABF22A8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96669B-F3AD-34EF-406B-4E1A0A82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622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3487FF-FDF0-06CA-7CF4-8D516D22D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ADC7C4-CD8B-D77D-1C96-FED02D4B6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7BB91-7E1E-0AA0-0C90-A16887CFB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35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4340-A1D0-BAE9-B416-3E2F8968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AC87E-076C-2197-D807-6ABF7210C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F14FBE-CB4C-0D67-22F3-647600B9F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9E95-5017-77BE-2028-7066EA4EF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1820E-B027-726E-BE2B-7AAD37960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B26CE-5899-FBAB-0A73-7CB668CF3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7125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65F3B-AEF5-ED01-D442-0A2A45BA3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65860E-BC00-F7EA-A117-90FA6EB8C9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93117-78DE-BD98-62E5-61F6FF399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7CE60-C00A-7EA9-2243-853357DB3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947A3-1C60-D9E4-0C3A-B19B92CA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732A2-E53F-6031-66E6-3B2D3BFE4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936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E6060-AFD5-5039-DA74-ECC2A4DBD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949128-647C-016F-FC45-61A4CE91D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C224-207F-F4FB-F879-FF35027CE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070C9-CAC0-1FDD-D0BC-0D3809B85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09ED3-295B-4E2D-8CAA-4C2FB2E5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5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BA352-35D9-6274-0D2D-69D9FDB7CD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F67B0-F01D-333C-343A-A380AB094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EC94B-B06B-6FC5-F94E-9A033B1B4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8D7D3-C7B4-97B6-1E56-1B8F02C80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C04C1-5283-4234-5219-F245AA75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09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4B8537-B664-A796-75AB-B4E8096BB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431971-E058-0B74-0239-21E5A0AA6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527EC-2CBA-2A88-934B-4491692822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0AF5B-9187-49E3-894A-765ED56B90B1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B993C-F591-1EB9-82B9-D3D7E50422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88DF8-F5A7-781B-E39F-D1C149075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7C32FA-5DB9-4B2D-AC9C-4347E5D384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854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63" Type="http://schemas.openxmlformats.org/officeDocument/2006/relationships/tags" Target="../tags/tag63.xml"/><Relationship Id="rId84" Type="http://schemas.openxmlformats.org/officeDocument/2006/relationships/tags" Target="../tags/tag84.xml"/><Relationship Id="rId138" Type="http://schemas.openxmlformats.org/officeDocument/2006/relationships/tags" Target="../tags/tag138.xml"/><Relationship Id="rId159" Type="http://schemas.openxmlformats.org/officeDocument/2006/relationships/tags" Target="../tags/tag159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53" Type="http://schemas.openxmlformats.org/officeDocument/2006/relationships/tags" Target="../tags/tag53.xml"/><Relationship Id="rId74" Type="http://schemas.openxmlformats.org/officeDocument/2006/relationships/tags" Target="../tags/tag74.xml"/><Relationship Id="rId128" Type="http://schemas.openxmlformats.org/officeDocument/2006/relationships/tags" Target="../tags/tag128.xml"/><Relationship Id="rId149" Type="http://schemas.openxmlformats.org/officeDocument/2006/relationships/tags" Target="../tags/tag149.xml"/><Relationship Id="rId5" Type="http://schemas.openxmlformats.org/officeDocument/2006/relationships/tags" Target="../tags/tag5.xml"/><Relationship Id="rId95" Type="http://schemas.openxmlformats.org/officeDocument/2006/relationships/tags" Target="../tags/tag95.xml"/><Relationship Id="rId160" Type="http://schemas.openxmlformats.org/officeDocument/2006/relationships/tags" Target="../tags/tag160.xml"/><Relationship Id="rId22" Type="http://schemas.openxmlformats.org/officeDocument/2006/relationships/tags" Target="../tags/tag22.xml"/><Relationship Id="rId43" Type="http://schemas.openxmlformats.org/officeDocument/2006/relationships/tags" Target="../tags/tag43.xml"/><Relationship Id="rId64" Type="http://schemas.openxmlformats.org/officeDocument/2006/relationships/tags" Target="../tags/tag64.xml"/><Relationship Id="rId118" Type="http://schemas.openxmlformats.org/officeDocument/2006/relationships/tags" Target="../tags/tag118.xml"/><Relationship Id="rId139" Type="http://schemas.openxmlformats.org/officeDocument/2006/relationships/tags" Target="../tags/tag139.xml"/><Relationship Id="rId85" Type="http://schemas.openxmlformats.org/officeDocument/2006/relationships/tags" Target="../tags/tag85.xml"/><Relationship Id="rId150" Type="http://schemas.openxmlformats.org/officeDocument/2006/relationships/tags" Target="../tags/tag150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59" Type="http://schemas.openxmlformats.org/officeDocument/2006/relationships/tags" Target="../tags/tag59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124" Type="http://schemas.openxmlformats.org/officeDocument/2006/relationships/tags" Target="../tags/tag124.xml"/><Relationship Id="rId129" Type="http://schemas.openxmlformats.org/officeDocument/2006/relationships/tags" Target="../tags/tag129.xml"/><Relationship Id="rId54" Type="http://schemas.openxmlformats.org/officeDocument/2006/relationships/tags" Target="../tags/tag54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40" Type="http://schemas.openxmlformats.org/officeDocument/2006/relationships/tags" Target="../tags/tag140.xml"/><Relationship Id="rId145" Type="http://schemas.openxmlformats.org/officeDocument/2006/relationships/tags" Target="../tags/tag145.xml"/><Relationship Id="rId161" Type="http://schemas.openxmlformats.org/officeDocument/2006/relationships/tags" Target="../tags/tag161.xml"/><Relationship Id="rId166" Type="http://schemas.openxmlformats.org/officeDocument/2006/relationships/notesSlide" Target="../notesSlides/notesSlide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49" Type="http://schemas.openxmlformats.org/officeDocument/2006/relationships/tags" Target="../tags/tag49.xml"/><Relationship Id="rId114" Type="http://schemas.openxmlformats.org/officeDocument/2006/relationships/tags" Target="../tags/tag114.xml"/><Relationship Id="rId119" Type="http://schemas.openxmlformats.org/officeDocument/2006/relationships/tags" Target="../tags/tag119.xml"/><Relationship Id="rId44" Type="http://schemas.openxmlformats.org/officeDocument/2006/relationships/tags" Target="../tags/tag44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130" Type="http://schemas.openxmlformats.org/officeDocument/2006/relationships/tags" Target="../tags/tag130.xml"/><Relationship Id="rId135" Type="http://schemas.openxmlformats.org/officeDocument/2006/relationships/tags" Target="../tags/tag135.xml"/><Relationship Id="rId151" Type="http://schemas.openxmlformats.org/officeDocument/2006/relationships/tags" Target="../tags/tag151.xml"/><Relationship Id="rId156" Type="http://schemas.openxmlformats.org/officeDocument/2006/relationships/tags" Target="../tags/tag156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141" Type="http://schemas.openxmlformats.org/officeDocument/2006/relationships/tags" Target="../tags/tag141.xml"/><Relationship Id="rId146" Type="http://schemas.openxmlformats.org/officeDocument/2006/relationships/tags" Target="../tags/tag146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162" Type="http://schemas.openxmlformats.org/officeDocument/2006/relationships/tags" Target="../tags/tag16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131" Type="http://schemas.openxmlformats.org/officeDocument/2006/relationships/tags" Target="../tags/tag131.xml"/><Relationship Id="rId136" Type="http://schemas.openxmlformats.org/officeDocument/2006/relationships/tags" Target="../tags/tag136.xml"/><Relationship Id="rId157" Type="http://schemas.openxmlformats.org/officeDocument/2006/relationships/tags" Target="../tags/tag157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52" Type="http://schemas.openxmlformats.org/officeDocument/2006/relationships/tags" Target="../tags/tag152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56" Type="http://schemas.openxmlformats.org/officeDocument/2006/relationships/tags" Target="../tags/tag56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26" Type="http://schemas.openxmlformats.org/officeDocument/2006/relationships/tags" Target="../tags/tag126.xml"/><Relationship Id="rId147" Type="http://schemas.openxmlformats.org/officeDocument/2006/relationships/tags" Target="../tags/tag147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142" Type="http://schemas.openxmlformats.org/officeDocument/2006/relationships/tags" Target="../tags/tag142.xml"/><Relationship Id="rId163" Type="http://schemas.openxmlformats.org/officeDocument/2006/relationships/tags" Target="../tags/tag163.xml"/><Relationship Id="rId3" Type="http://schemas.openxmlformats.org/officeDocument/2006/relationships/tags" Target="../tags/tag3.xml"/><Relationship Id="rId25" Type="http://schemas.openxmlformats.org/officeDocument/2006/relationships/tags" Target="../tags/tag25.xml"/><Relationship Id="rId46" Type="http://schemas.openxmlformats.org/officeDocument/2006/relationships/tags" Target="../tags/tag46.xml"/><Relationship Id="rId67" Type="http://schemas.openxmlformats.org/officeDocument/2006/relationships/tags" Target="../tags/tag67.xml"/><Relationship Id="rId116" Type="http://schemas.openxmlformats.org/officeDocument/2006/relationships/tags" Target="../tags/tag116.xml"/><Relationship Id="rId137" Type="http://schemas.openxmlformats.org/officeDocument/2006/relationships/tags" Target="../tags/tag137.xml"/><Relationship Id="rId158" Type="http://schemas.openxmlformats.org/officeDocument/2006/relationships/tags" Target="../tags/tag158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62" Type="http://schemas.openxmlformats.org/officeDocument/2006/relationships/tags" Target="../tags/tag62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53" Type="http://schemas.openxmlformats.org/officeDocument/2006/relationships/tags" Target="../tags/tag153.xml"/><Relationship Id="rId15" Type="http://schemas.openxmlformats.org/officeDocument/2006/relationships/tags" Target="../tags/tag15.xml"/><Relationship Id="rId36" Type="http://schemas.openxmlformats.org/officeDocument/2006/relationships/tags" Target="../tags/tag36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52" Type="http://schemas.openxmlformats.org/officeDocument/2006/relationships/tags" Target="../tags/tag52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43" Type="http://schemas.openxmlformats.org/officeDocument/2006/relationships/tags" Target="../tags/tag143.xml"/><Relationship Id="rId148" Type="http://schemas.openxmlformats.org/officeDocument/2006/relationships/tags" Target="../tags/tag148.xml"/><Relationship Id="rId164" Type="http://schemas.openxmlformats.org/officeDocument/2006/relationships/tags" Target="../tags/tag164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26" Type="http://schemas.openxmlformats.org/officeDocument/2006/relationships/tags" Target="../tags/tag26.xml"/><Relationship Id="rId47" Type="http://schemas.openxmlformats.org/officeDocument/2006/relationships/tags" Target="../tags/tag47.xml"/><Relationship Id="rId68" Type="http://schemas.openxmlformats.org/officeDocument/2006/relationships/tags" Target="../tags/tag68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54" Type="http://schemas.openxmlformats.org/officeDocument/2006/relationships/tags" Target="../tags/tag154.xml"/><Relationship Id="rId16" Type="http://schemas.openxmlformats.org/officeDocument/2006/relationships/tags" Target="../tags/tag16.xml"/><Relationship Id="rId37" Type="http://schemas.openxmlformats.org/officeDocument/2006/relationships/tags" Target="../tags/tag37.xml"/><Relationship Id="rId58" Type="http://schemas.openxmlformats.org/officeDocument/2006/relationships/tags" Target="../tags/tag58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44" Type="http://schemas.openxmlformats.org/officeDocument/2006/relationships/tags" Target="../tags/tag144.xml"/><Relationship Id="rId90" Type="http://schemas.openxmlformats.org/officeDocument/2006/relationships/tags" Target="../tags/tag90.xml"/><Relationship Id="rId165" Type="http://schemas.openxmlformats.org/officeDocument/2006/relationships/slideLayout" Target="../slideLayouts/slideLayout7.xml"/><Relationship Id="rId27" Type="http://schemas.openxmlformats.org/officeDocument/2006/relationships/tags" Target="../tags/tag27.xml"/><Relationship Id="rId48" Type="http://schemas.openxmlformats.org/officeDocument/2006/relationships/tags" Target="../tags/tag48.xml"/><Relationship Id="rId69" Type="http://schemas.openxmlformats.org/officeDocument/2006/relationships/tags" Target="../tags/tag69.xml"/><Relationship Id="rId113" Type="http://schemas.openxmlformats.org/officeDocument/2006/relationships/tags" Target="../tags/tag113.xml"/><Relationship Id="rId134" Type="http://schemas.openxmlformats.org/officeDocument/2006/relationships/tags" Target="../tags/tag134.xml"/><Relationship Id="rId80" Type="http://schemas.openxmlformats.org/officeDocument/2006/relationships/tags" Target="../tags/tag80.xml"/><Relationship Id="rId155" Type="http://schemas.openxmlformats.org/officeDocument/2006/relationships/tags" Target="../tags/tag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id="{69495ED2-85B6-2D30-E79F-6269C97EDF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-221339" y="12700"/>
            <a:ext cx="469900" cy="276999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b="1">
                <a:solidFill>
                  <a:srgbClr val="ED7D31"/>
                </a:solidFill>
                <a:latin typeface="Calibri" panose="020F0502020204030204" pitchFamily="34" charset="0"/>
              </a:rPr>
              <a:t>2026</a:t>
            </a:r>
          </a:p>
        </p:txBody>
      </p:sp>
      <p:sp>
        <p:nvSpPr>
          <p:cNvPr id="3" name="OTLSHAPE_TB_00000000000000000000000000000000_RightEndCaps">
            <a:extLst>
              <a:ext uri="{FF2B5EF4-FFF2-40B4-BE49-F238E27FC236}">
                <a16:creationId xmlns:a16="http://schemas.microsoft.com/office/drawing/2014/main" id="{31F0B06E-2F97-0A51-0A4B-AE4EDE176B8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758858" y="2324772"/>
            <a:ext cx="44961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b="1" spc="-44">
                <a:solidFill>
                  <a:schemeClr val="accent2"/>
                </a:solidFill>
                <a:latin typeface="Calibri" panose="020F0502020204030204" pitchFamily="34" charset="0"/>
              </a:rPr>
              <a:t>2026</a:t>
            </a:r>
          </a:p>
        </p:txBody>
      </p:sp>
      <p:cxnSp>
        <p:nvCxnSpPr>
          <p:cNvPr id="155" name="OTLSHAPE_T_d0718c67a08441f6b66389a53fabc21f_HorizontalConnector1">
            <a:extLst>
              <a:ext uri="{FF2B5EF4-FFF2-40B4-BE49-F238E27FC236}">
                <a16:creationId xmlns:a16="http://schemas.microsoft.com/office/drawing/2014/main" id="{7B0E5EA9-5984-B9F9-49A6-9D7C75BEA23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1300776" y="2985384"/>
            <a:ext cx="1668078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OTLSHAPE_T_a7f70648c4244fd49050ac02a216117e_HorizontalConnector1">
            <a:extLst>
              <a:ext uri="{FF2B5EF4-FFF2-40B4-BE49-F238E27FC236}">
                <a16:creationId xmlns:a16="http://schemas.microsoft.com/office/drawing/2014/main" id="{5376CC0F-0E96-38D6-5315-40118DCACCB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2102358" y="3194003"/>
            <a:ext cx="866496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OTLSHAPE_T_323ec919de284b2eb69bd49b3cfbaa7e_HorizontalConnector1">
            <a:extLst>
              <a:ext uri="{FF2B5EF4-FFF2-40B4-BE49-F238E27FC236}">
                <a16:creationId xmlns:a16="http://schemas.microsoft.com/office/drawing/2014/main" id="{45F33716-BB8F-FDFB-4225-80D2D62A3CB4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1213570" y="3402621"/>
            <a:ext cx="1755176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OTLSHAPE_T_0c8bd329e5be4c298fa6f575f298d6cd_HorizontalConnector1">
            <a:extLst>
              <a:ext uri="{FF2B5EF4-FFF2-40B4-BE49-F238E27FC236}">
                <a16:creationId xmlns:a16="http://schemas.microsoft.com/office/drawing/2014/main" id="{32E37F20-63C8-ECD4-C9BF-F7137635C32B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1706457" y="3611240"/>
            <a:ext cx="2044228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OTLSHAPE_T_a6e88b7bffad4c7eb62389cf4f6e2bbc_HorizontalConnector1">
            <a:extLst>
              <a:ext uri="{FF2B5EF4-FFF2-40B4-BE49-F238E27FC236}">
                <a16:creationId xmlns:a16="http://schemas.microsoft.com/office/drawing/2014/main" id="{D6F8B2D6-05CE-A64B-E7A4-A85D389E3B08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2206583" y="3819859"/>
            <a:ext cx="1544211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OTLSHAPE_T_8dbe931cedc1439faf6b0aa6dfc9f5a6_HorizontalConnector1">
            <a:extLst>
              <a:ext uri="{FF2B5EF4-FFF2-40B4-BE49-F238E27FC236}">
                <a16:creationId xmlns:a16="http://schemas.microsoft.com/office/drawing/2014/main" id="{CEDA07D7-EA7F-7C64-4C01-1EE23A8E7028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2792942" y="4028477"/>
            <a:ext cx="332192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OTLSHAPE_T_6cb9135a3bbd42879a1b4ced1870a2e5_HorizontalConnector1">
            <a:extLst>
              <a:ext uri="{FF2B5EF4-FFF2-40B4-BE49-F238E27FC236}">
                <a16:creationId xmlns:a16="http://schemas.microsoft.com/office/drawing/2014/main" id="{6FF02533-CD63-6FD9-3450-68F98F52CD03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1853057" y="4237096"/>
            <a:ext cx="1272077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OTLSHAPE_T_14988f33abc44375807cec50767d8608_HorizontalConnector1">
            <a:extLst>
              <a:ext uri="{FF2B5EF4-FFF2-40B4-BE49-F238E27FC236}">
                <a16:creationId xmlns:a16="http://schemas.microsoft.com/office/drawing/2014/main" id="{F4F71559-5AF3-F229-2F3B-F7BEA935C636}"/>
              </a:ext>
            </a:extLst>
          </p:cNvPr>
          <p:cNvCxnSpPr/>
          <p:nvPr>
            <p:custDataLst>
              <p:tags r:id="rId11"/>
            </p:custDataLst>
          </p:nvPr>
        </p:nvCxnSpPr>
        <p:spPr>
          <a:xfrm>
            <a:off x="1216110" y="4445715"/>
            <a:ext cx="2847459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OTLSHAPE_T_f10b9cb60f054ca5a512027a84f79d6b_HorizontalConnector1">
            <a:extLst>
              <a:ext uri="{FF2B5EF4-FFF2-40B4-BE49-F238E27FC236}">
                <a16:creationId xmlns:a16="http://schemas.microsoft.com/office/drawing/2014/main" id="{F5007738-191D-552B-22EA-821FC781EDCD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1387433" y="4654333"/>
            <a:ext cx="3301688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OTLSHAPE_T_d5125945d1d04fd2a301f6a3a624f7b3_HorizontalConnector1">
            <a:extLst>
              <a:ext uri="{FF2B5EF4-FFF2-40B4-BE49-F238E27FC236}">
                <a16:creationId xmlns:a16="http://schemas.microsoft.com/office/drawing/2014/main" id="{CBDD8D05-C790-88CF-FBB1-17FEFCBE068B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2081953" y="4862952"/>
            <a:ext cx="2607168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OTLSHAPE_T_b394f203efe6415085b792b6631e7b9a_HorizontalConnector1">
            <a:extLst>
              <a:ext uri="{FF2B5EF4-FFF2-40B4-BE49-F238E27FC236}">
                <a16:creationId xmlns:a16="http://schemas.microsoft.com/office/drawing/2014/main" id="{93942C4A-9894-EF11-BAE4-573E9CBFDA68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3047704" y="5071571"/>
            <a:ext cx="2736132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OTLSHAPE_T_18fc97e7f7ba465dabf35571a6de77e3_HorizontalConnector1">
            <a:extLst>
              <a:ext uri="{FF2B5EF4-FFF2-40B4-BE49-F238E27FC236}">
                <a16:creationId xmlns:a16="http://schemas.microsoft.com/office/drawing/2014/main" id="{C80B0DA8-2A10-4D58-5455-54D9CD85E202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1335744" y="5280189"/>
            <a:ext cx="4604480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OTLSHAPE_T_65fb22e7d0fb49d0b827b3ccb472cdb1_HorizontalConnector1">
            <a:extLst>
              <a:ext uri="{FF2B5EF4-FFF2-40B4-BE49-F238E27FC236}">
                <a16:creationId xmlns:a16="http://schemas.microsoft.com/office/drawing/2014/main" id="{6210976E-3EA1-6044-E6A4-90EE62AA8E55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1216110" y="5488808"/>
            <a:ext cx="4724114" cy="0"/>
          </a:xfrm>
          <a:prstGeom prst="line">
            <a:avLst/>
          </a:prstGeom>
          <a:ln w="9525" cap="flat" cmpd="sng" algn="ctr">
            <a:solidFill>
              <a:schemeClr val="accent1">
                <a:alpha val="2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TLSHAPE_D_f3844544d6e14f0d80bbe71022b0d6ac_Line">
            <a:extLst>
              <a:ext uri="{FF2B5EF4-FFF2-40B4-BE49-F238E27FC236}">
                <a16:creationId xmlns:a16="http://schemas.microsoft.com/office/drawing/2014/main" id="{6C3AFFA4-002C-FE92-B7F4-F2C882B44AED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021790" y="4028477"/>
            <a:ext cx="316882" cy="208620"/>
          </a:xfrm>
          <a:custGeom>
            <a:avLst/>
            <a:gdLst/>
            <a:ahLst/>
            <a:cxnLst/>
            <a:rect l="0" t="0" r="0" b="0"/>
            <a:pathLst>
              <a:path w="316882" h="208620">
                <a:moveTo>
                  <a:pt x="259731" y="0"/>
                </a:moveTo>
                <a:lnTo>
                  <a:pt x="278781" y="0"/>
                </a:lnTo>
                <a:cubicBezTo>
                  <a:pt x="316881" y="0"/>
                  <a:pt x="316881" y="38100"/>
                  <a:pt x="316881" y="38100"/>
                </a:cubicBezTo>
                <a:lnTo>
                  <a:pt x="316881" y="66209"/>
                </a:lnTo>
                <a:cubicBezTo>
                  <a:pt x="316881" y="104309"/>
                  <a:pt x="278781" y="104309"/>
                  <a:pt x="278781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170519"/>
                </a:lnTo>
                <a:cubicBezTo>
                  <a:pt x="0" y="208619"/>
                  <a:pt x="38100" y="208619"/>
                  <a:pt x="38100" y="208619"/>
                </a:cubicBezTo>
                <a:lnTo>
                  <a:pt x="103344" y="208619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OTLSHAPE_D_05ecf92d08714319aeb798ec9e0bd70c_Line">
            <a:extLst>
              <a:ext uri="{FF2B5EF4-FFF2-40B4-BE49-F238E27FC236}">
                <a16:creationId xmlns:a16="http://schemas.microsoft.com/office/drawing/2014/main" id="{E858541B-C971-250C-EE37-34506482C5F3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125242" y="3402621"/>
            <a:ext cx="625553" cy="417239"/>
          </a:xfrm>
          <a:custGeom>
            <a:avLst/>
            <a:gdLst/>
            <a:ahLst/>
            <a:cxnLst/>
            <a:rect l="0" t="0" r="0" b="0"/>
            <a:pathLst>
              <a:path w="625553" h="417239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379138"/>
                </a:lnTo>
                <a:cubicBezTo>
                  <a:pt x="57150" y="417238"/>
                  <a:pt x="95250" y="417238"/>
                  <a:pt x="95250" y="417238"/>
                </a:cubicBezTo>
                <a:lnTo>
                  <a:pt x="625552" y="417238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OTLSHAPE_D_b6f66eed695e43318d22df994b904b9a_Line">
            <a:extLst>
              <a:ext uri="{FF2B5EF4-FFF2-40B4-BE49-F238E27FC236}">
                <a16:creationId xmlns:a16="http://schemas.microsoft.com/office/drawing/2014/main" id="{2FAD4F7B-F180-73E1-69EA-81F1E02194F2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281521" y="3194003"/>
            <a:ext cx="782049" cy="1251713"/>
          </a:xfrm>
          <a:custGeom>
            <a:avLst/>
            <a:gdLst/>
            <a:ahLst/>
            <a:cxnLst/>
            <a:rect l="0" t="0" r="0" b="0"/>
            <a:pathLst>
              <a:path w="782049" h="1251713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1213612"/>
                </a:lnTo>
                <a:cubicBezTo>
                  <a:pt x="57150" y="1251712"/>
                  <a:pt x="95250" y="1251712"/>
                  <a:pt x="95250" y="1251712"/>
                </a:cubicBezTo>
                <a:lnTo>
                  <a:pt x="782048" y="1251712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OTLSHAPE_D_7d91411bceda4c31b6ed192838384c0b_Line">
            <a:extLst>
              <a:ext uri="{FF2B5EF4-FFF2-40B4-BE49-F238E27FC236}">
                <a16:creationId xmlns:a16="http://schemas.microsoft.com/office/drawing/2014/main" id="{5DC5FE28-9389-5E96-26B7-7172AE361117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3960226" y="3819859"/>
            <a:ext cx="160386" cy="625857"/>
          </a:xfrm>
          <a:custGeom>
            <a:avLst/>
            <a:gdLst/>
            <a:ahLst/>
            <a:cxnLst/>
            <a:rect l="0" t="0" r="0" b="0"/>
            <a:pathLst>
              <a:path w="160386" h="625857">
                <a:moveTo>
                  <a:pt x="103235" y="0"/>
                </a:moveTo>
                <a:lnTo>
                  <a:pt x="122285" y="0"/>
                </a:lnTo>
                <a:cubicBezTo>
                  <a:pt x="160385" y="0"/>
                  <a:pt x="160385" y="38100"/>
                  <a:pt x="160385" y="38100"/>
                </a:cubicBezTo>
                <a:lnTo>
                  <a:pt x="160385" y="66209"/>
                </a:lnTo>
                <a:cubicBezTo>
                  <a:pt x="160385" y="104309"/>
                  <a:pt x="122285" y="104309"/>
                  <a:pt x="122285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587756"/>
                </a:lnTo>
                <a:cubicBezTo>
                  <a:pt x="0" y="625856"/>
                  <a:pt x="38100" y="625856"/>
                  <a:pt x="38100" y="625856"/>
                </a:cubicBezTo>
                <a:lnTo>
                  <a:pt x="103343" y="625856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OTLSHAPE_D_e5454d1245bc492980b014772a240713_Line">
            <a:extLst>
              <a:ext uri="{FF2B5EF4-FFF2-40B4-BE49-F238E27FC236}">
                <a16:creationId xmlns:a16="http://schemas.microsoft.com/office/drawing/2014/main" id="{E0581C73-E727-1C1B-C3F1-2683F0004BB1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281521" y="4237096"/>
            <a:ext cx="782049" cy="208620"/>
          </a:xfrm>
          <a:custGeom>
            <a:avLst/>
            <a:gdLst/>
            <a:ahLst/>
            <a:cxnLst/>
            <a:rect l="0" t="0" r="0" b="0"/>
            <a:pathLst>
              <a:path w="782049" h="208620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170519"/>
                </a:lnTo>
                <a:cubicBezTo>
                  <a:pt x="57150" y="208619"/>
                  <a:pt x="95250" y="208619"/>
                  <a:pt x="95250" y="208619"/>
                </a:cubicBezTo>
                <a:lnTo>
                  <a:pt x="782048" y="208619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1" name="OTLSHAPE_D_d2f56dc9dce44c66a8841b8138fb2bdc_Line">
            <a:extLst>
              <a:ext uri="{FF2B5EF4-FFF2-40B4-BE49-F238E27FC236}">
                <a16:creationId xmlns:a16="http://schemas.microsoft.com/office/drawing/2014/main" id="{8D22ACD8-786D-123B-2E56-8DBC3AC1E9AD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4376237" y="4445715"/>
            <a:ext cx="312885" cy="208619"/>
          </a:xfrm>
          <a:custGeom>
            <a:avLst/>
            <a:gdLst/>
            <a:ahLst/>
            <a:cxnLst/>
            <a:rect l="0" t="0" r="0" b="0"/>
            <a:pathLst>
              <a:path w="312885" h="208619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170518"/>
                </a:lnTo>
                <a:cubicBezTo>
                  <a:pt x="57150" y="208618"/>
                  <a:pt x="95250" y="208618"/>
                  <a:pt x="95250" y="208618"/>
                </a:cubicBezTo>
                <a:lnTo>
                  <a:pt x="312884" y="208618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3" name="OTLSHAPE_D_334de595e21f4092806aa981757ba3c5_Line">
            <a:extLst>
              <a:ext uri="{FF2B5EF4-FFF2-40B4-BE49-F238E27FC236}">
                <a16:creationId xmlns:a16="http://schemas.microsoft.com/office/drawing/2014/main" id="{42808024-61CD-C0D7-9682-1F3FEB8051F9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836880" y="5071571"/>
            <a:ext cx="160386" cy="208619"/>
          </a:xfrm>
          <a:custGeom>
            <a:avLst/>
            <a:gdLst/>
            <a:ahLst/>
            <a:cxnLst/>
            <a:rect l="0" t="0" r="0" b="0"/>
            <a:pathLst>
              <a:path w="160386" h="208619">
                <a:moveTo>
                  <a:pt x="103235" y="0"/>
                </a:moveTo>
                <a:lnTo>
                  <a:pt x="122285" y="0"/>
                </a:lnTo>
                <a:cubicBezTo>
                  <a:pt x="160385" y="0"/>
                  <a:pt x="160385" y="38100"/>
                  <a:pt x="160385" y="38100"/>
                </a:cubicBezTo>
                <a:lnTo>
                  <a:pt x="160385" y="66209"/>
                </a:lnTo>
                <a:cubicBezTo>
                  <a:pt x="160385" y="104309"/>
                  <a:pt x="122285" y="104309"/>
                  <a:pt x="122285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170518"/>
                </a:lnTo>
                <a:cubicBezTo>
                  <a:pt x="0" y="208618"/>
                  <a:pt x="38100" y="208618"/>
                  <a:pt x="38100" y="208618"/>
                </a:cubicBezTo>
                <a:lnTo>
                  <a:pt x="103344" y="208618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OTLSHAPE_D_7658e255f01e4a64a5101e91307fd6cf_Line">
            <a:extLst>
              <a:ext uri="{FF2B5EF4-FFF2-40B4-BE49-F238E27FC236}">
                <a16:creationId xmlns:a16="http://schemas.microsoft.com/office/drawing/2014/main" id="{19638BB8-534E-7000-6C53-8398F9B16FE7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647450" y="3611240"/>
            <a:ext cx="316774" cy="208620"/>
          </a:xfrm>
          <a:custGeom>
            <a:avLst/>
            <a:gdLst/>
            <a:ahLst/>
            <a:cxnLst/>
            <a:rect l="0" t="0" r="0" b="0"/>
            <a:pathLst>
              <a:path w="316774" h="208620">
                <a:moveTo>
                  <a:pt x="259623" y="0"/>
                </a:moveTo>
                <a:lnTo>
                  <a:pt x="278673" y="0"/>
                </a:lnTo>
                <a:cubicBezTo>
                  <a:pt x="316773" y="0"/>
                  <a:pt x="316773" y="38100"/>
                  <a:pt x="316773" y="38100"/>
                </a:cubicBezTo>
                <a:lnTo>
                  <a:pt x="316773" y="66209"/>
                </a:lnTo>
                <a:cubicBezTo>
                  <a:pt x="316773" y="104309"/>
                  <a:pt x="278673" y="104309"/>
                  <a:pt x="278673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170519"/>
                </a:lnTo>
                <a:cubicBezTo>
                  <a:pt x="0" y="208619"/>
                  <a:pt x="38100" y="208619"/>
                  <a:pt x="38100" y="208619"/>
                </a:cubicBezTo>
                <a:lnTo>
                  <a:pt x="103344" y="208619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OTLSHAPE_D_505709662cdd43bd96ebe3a56f875eaf_Line">
            <a:extLst>
              <a:ext uri="{FF2B5EF4-FFF2-40B4-BE49-F238E27FC236}">
                <a16:creationId xmlns:a16="http://schemas.microsoft.com/office/drawing/2014/main" id="{A98F7224-5923-B9C5-4C83-08F108AEF9F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470952" y="4862952"/>
            <a:ext cx="312885" cy="208620"/>
          </a:xfrm>
          <a:custGeom>
            <a:avLst/>
            <a:gdLst/>
            <a:ahLst/>
            <a:cxnLst/>
            <a:rect l="0" t="0" r="0" b="0"/>
            <a:pathLst>
              <a:path w="312885" h="208620">
                <a:moveTo>
                  <a:pt x="0" y="0"/>
                </a:moveTo>
                <a:lnTo>
                  <a:pt x="19050" y="0"/>
                </a:lnTo>
                <a:cubicBezTo>
                  <a:pt x="57150" y="0"/>
                  <a:pt x="57150" y="38100"/>
                  <a:pt x="57150" y="38100"/>
                </a:cubicBezTo>
                <a:lnTo>
                  <a:pt x="57150" y="170519"/>
                </a:lnTo>
                <a:cubicBezTo>
                  <a:pt x="57150" y="208619"/>
                  <a:pt x="95250" y="208619"/>
                  <a:pt x="95250" y="208619"/>
                </a:cubicBezTo>
                <a:lnTo>
                  <a:pt x="312884" y="208619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4" name="OTLSHAPE_D_29bd2dec099e457b8fcd74490b6af13e_Line">
            <a:extLst>
              <a:ext uri="{FF2B5EF4-FFF2-40B4-BE49-F238E27FC236}">
                <a16:creationId xmlns:a16="http://schemas.microsoft.com/office/drawing/2014/main" id="{808C2319-DDF0-345A-149F-84A1C4D96BF9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836880" y="5071571"/>
            <a:ext cx="160386" cy="417238"/>
          </a:xfrm>
          <a:custGeom>
            <a:avLst/>
            <a:gdLst/>
            <a:ahLst/>
            <a:cxnLst/>
            <a:rect l="0" t="0" r="0" b="0"/>
            <a:pathLst>
              <a:path w="160386" h="417238">
                <a:moveTo>
                  <a:pt x="103235" y="0"/>
                </a:moveTo>
                <a:lnTo>
                  <a:pt x="122285" y="0"/>
                </a:lnTo>
                <a:cubicBezTo>
                  <a:pt x="160385" y="0"/>
                  <a:pt x="160385" y="38100"/>
                  <a:pt x="160385" y="38100"/>
                </a:cubicBezTo>
                <a:lnTo>
                  <a:pt x="160385" y="66209"/>
                </a:lnTo>
                <a:cubicBezTo>
                  <a:pt x="160385" y="104309"/>
                  <a:pt x="122285" y="104309"/>
                  <a:pt x="122285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379137"/>
                </a:lnTo>
                <a:cubicBezTo>
                  <a:pt x="0" y="417237"/>
                  <a:pt x="38100" y="417237"/>
                  <a:pt x="38100" y="417237"/>
                </a:cubicBezTo>
                <a:lnTo>
                  <a:pt x="103344" y="417237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OTLSHAPE_D_7c59bb3a69a443108fb7f135aee854bd_Line">
            <a:extLst>
              <a:ext uri="{FF2B5EF4-FFF2-40B4-BE49-F238E27FC236}">
                <a16:creationId xmlns:a16="http://schemas.microsoft.com/office/drawing/2014/main" id="{8754629C-A51B-4BF5-8BFA-7EC78846BB2C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2865511" y="2985384"/>
            <a:ext cx="316774" cy="208620"/>
          </a:xfrm>
          <a:custGeom>
            <a:avLst/>
            <a:gdLst/>
            <a:ahLst/>
            <a:cxnLst/>
            <a:rect l="0" t="0" r="0" b="0"/>
            <a:pathLst>
              <a:path w="316774" h="208620">
                <a:moveTo>
                  <a:pt x="259623" y="0"/>
                </a:moveTo>
                <a:lnTo>
                  <a:pt x="278673" y="0"/>
                </a:lnTo>
                <a:cubicBezTo>
                  <a:pt x="316773" y="0"/>
                  <a:pt x="316773" y="38100"/>
                  <a:pt x="316773" y="38100"/>
                </a:cubicBezTo>
                <a:lnTo>
                  <a:pt x="316773" y="66209"/>
                </a:lnTo>
                <a:cubicBezTo>
                  <a:pt x="316773" y="104309"/>
                  <a:pt x="278673" y="104309"/>
                  <a:pt x="278673" y="104309"/>
                </a:cubicBezTo>
                <a:lnTo>
                  <a:pt x="38100" y="104309"/>
                </a:lnTo>
                <a:cubicBezTo>
                  <a:pt x="0" y="104309"/>
                  <a:pt x="0" y="142409"/>
                  <a:pt x="0" y="142409"/>
                </a:cubicBezTo>
                <a:lnTo>
                  <a:pt x="0" y="170519"/>
                </a:lnTo>
                <a:cubicBezTo>
                  <a:pt x="0" y="208619"/>
                  <a:pt x="38100" y="208619"/>
                  <a:pt x="38100" y="208619"/>
                </a:cubicBezTo>
                <a:lnTo>
                  <a:pt x="103343" y="208619"/>
                </a:lnTo>
              </a:path>
            </a:pathLst>
          </a:custGeom>
          <a:ln w="12700" cap="flat" cmpd="sng" algn="ctr">
            <a:solidFill>
              <a:schemeClr val="dk1"/>
            </a:solidFill>
            <a:prstDash val="solid"/>
            <a:miter lim="800000"/>
            <a:headEnd type="none" w="med" len="med"/>
            <a:tailEnd type="triangle" w="med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TLSHAPE_TB_00000000000000000000000000000000_ScaleContainer">
            <a:extLst>
              <a:ext uri="{FF2B5EF4-FFF2-40B4-BE49-F238E27FC236}">
                <a16:creationId xmlns:a16="http://schemas.microsoft.com/office/drawing/2014/main" id="{7B0056FD-503F-3CF1-5603-44D441A719FD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092200" y="2337303"/>
            <a:ext cx="9550400" cy="254000"/>
          </a:xfrm>
          <a:prstGeom prst="roundRect">
            <a:avLst/>
          </a:prstGeom>
          <a:solidFill>
            <a:schemeClr val="dk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TLSHAPE_TB_00000000000000000000000000000000_ElapsedTime">
            <a:extLst>
              <a:ext uri="{FF2B5EF4-FFF2-40B4-BE49-F238E27FC236}">
                <a16:creationId xmlns:a16="http://schemas.microsoft.com/office/drawing/2014/main" id="{0D85F95E-2301-1706-BD77-E0CA6434DBBB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92200" y="2540503"/>
            <a:ext cx="1943100" cy="50800"/>
          </a:xfrm>
          <a:prstGeom prst="roundRect">
            <a:avLst/>
          </a:prstGeom>
          <a:solidFill>
            <a:srgbClr val="FF0000">
              <a:alpha val="74902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id="{B2D65C9D-3060-11F5-8F90-42D1B81BDA71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2990627" y="2591303"/>
            <a:ext cx="76200" cy="84667"/>
          </a:xfrm>
          <a:prstGeom prst="triangle">
            <a:avLst/>
          </a:prstGeom>
          <a:solidFill>
            <a:srgbClr val="FF00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id="{033F71B9-6A04-0976-A2C5-A77A2820129A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2846784" y="2675970"/>
            <a:ext cx="36336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GB" sz="1200" spc="-12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id="{AB68D11E-5EC7-3953-8F78-5E3BEF8AE903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143000" y="2371275"/>
            <a:ext cx="2413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20" dirty="0">
                <a:solidFill>
                  <a:schemeClr val="lt2"/>
                </a:solidFill>
                <a:latin typeface="Calibri" panose="020F0502020204030204" pitchFamily="34" charset="0"/>
              </a:rPr>
              <a:t>Aug</a:t>
            </a:r>
          </a:p>
        </p:txBody>
      </p:sp>
      <p:sp>
        <p:nvSpPr>
          <p:cNvPr id="10" name="OTLSHAPE_TB_00000000000000000000000000000000_TimescaleInterval2">
            <a:extLst>
              <a:ext uri="{FF2B5EF4-FFF2-40B4-BE49-F238E27FC236}">
                <a16:creationId xmlns:a16="http://schemas.microsoft.com/office/drawing/2014/main" id="{8447B3A7-6363-130E-602A-0CCE881637A7}"/>
              </a:ext>
            </a:extLst>
          </p:cNvPr>
          <p:cNvSpPr txBox="1"/>
          <p:nvPr>
            <p:custDataLst>
              <p:tags r:id="rId33"/>
            </p:custDataLst>
          </p:nvPr>
        </p:nvSpPr>
        <p:spPr>
          <a:xfrm>
            <a:off x="5991024" y="2371275"/>
            <a:ext cx="2286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GB" sz="1200" spc="-18">
                <a:solidFill>
                  <a:schemeClr val="lt2"/>
                </a:solidFill>
                <a:latin typeface="Calibri" panose="020F0502020204030204" pitchFamily="34" charset="0"/>
              </a:rPr>
              <a:t>Sep</a:t>
            </a:r>
          </a:p>
        </p:txBody>
      </p:sp>
      <p:cxnSp>
        <p:nvCxnSpPr>
          <p:cNvPr id="9" name="OTLSHAPE_TB_00000000000000000000000000000000_Separator1">
            <a:extLst>
              <a:ext uri="{FF2B5EF4-FFF2-40B4-BE49-F238E27FC236}">
                <a16:creationId xmlns:a16="http://schemas.microsoft.com/office/drawing/2014/main" id="{870D441E-9130-BD0E-0AD0-60B307E3A82B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940222" y="2362703"/>
            <a:ext cx="0" cy="203200"/>
          </a:xfrm>
          <a:prstGeom prst="line">
            <a:avLst/>
          </a:prstGeom>
          <a:ln w="9525" cap="flat" cmpd="sng" algn="ctr">
            <a:solidFill>
              <a:schemeClr val="lt2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TLSHAPE_T_a6e88b7bffad4c7eb62389cf4f6e2bbc_Shape">
            <a:extLst>
              <a:ext uri="{FF2B5EF4-FFF2-40B4-BE49-F238E27FC236}">
                <a16:creationId xmlns:a16="http://schemas.microsoft.com/office/drawing/2014/main" id="{FAF0C90F-BB67-5DC6-454A-5FE745ABF711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3750794" y="3756359"/>
            <a:ext cx="317500" cy="127000"/>
          </a:xfrm>
          <a:prstGeom prst="roundRect">
            <a:avLst/>
          </a:prstGeom>
          <a:solidFill>
            <a:srgbClr val="FEBA0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OTLSHAPE_T_14988f33abc44375807cec50767d8608_Shape">
            <a:extLst>
              <a:ext uri="{FF2B5EF4-FFF2-40B4-BE49-F238E27FC236}">
                <a16:creationId xmlns:a16="http://schemas.microsoft.com/office/drawing/2014/main" id="{5686D227-999D-A55C-3FEC-15206781731F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4063569" y="4382215"/>
            <a:ext cx="317500" cy="127000"/>
          </a:xfrm>
          <a:prstGeom prst="roundRect">
            <a:avLst/>
          </a:prstGeom>
          <a:solidFill>
            <a:srgbClr val="1AAA4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OTLSHAPE_T_a7f70648c4244fd49050ac02a216117e_Shape">
            <a:extLst>
              <a:ext uri="{FF2B5EF4-FFF2-40B4-BE49-F238E27FC236}">
                <a16:creationId xmlns:a16="http://schemas.microsoft.com/office/drawing/2014/main" id="{B024CD4B-8239-63BC-1371-1908D96BB44B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2968854" y="3130503"/>
            <a:ext cx="317500" cy="127000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OTLSHAPE_T_6cb9135a3bbd42879a1b4ced1870a2e5_Shape">
            <a:extLst>
              <a:ext uri="{FF2B5EF4-FFF2-40B4-BE49-F238E27FC236}">
                <a16:creationId xmlns:a16="http://schemas.microsoft.com/office/drawing/2014/main" id="{24C8AC95-C5B0-A318-F0ED-37F2C750BD11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3125134" y="4173596"/>
            <a:ext cx="165100" cy="127000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OTLSHAPE_T_8dbe931cedc1439faf6b0aa6dfc9f5a6_Shape">
            <a:extLst>
              <a:ext uri="{FF2B5EF4-FFF2-40B4-BE49-F238E27FC236}">
                <a16:creationId xmlns:a16="http://schemas.microsoft.com/office/drawing/2014/main" id="{DEBFB16D-9FEB-2851-93EF-2D05C4D35187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3125134" y="3964977"/>
            <a:ext cx="165100" cy="127000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OTLSHAPE_T_f10b9cb60f054ca5a512027a84f79d6b_Shape">
            <a:extLst>
              <a:ext uri="{FF2B5EF4-FFF2-40B4-BE49-F238E27FC236}">
                <a16:creationId xmlns:a16="http://schemas.microsoft.com/office/drawing/2014/main" id="{0F8F9C84-7F4A-40F3-C620-4CFC817D9816}"/>
              </a:ext>
            </a:extLst>
          </p:cNvPr>
          <p:cNvSpPr/>
          <p:nvPr>
            <p:custDataLst>
              <p:tags r:id="rId40"/>
            </p:custDataLst>
          </p:nvPr>
        </p:nvSpPr>
        <p:spPr>
          <a:xfrm>
            <a:off x="4689121" y="4590833"/>
            <a:ext cx="787400" cy="127000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OTLSHAPE_T_b394f203efe6415085b792b6631e7b9a_Shape">
            <a:extLst>
              <a:ext uri="{FF2B5EF4-FFF2-40B4-BE49-F238E27FC236}">
                <a16:creationId xmlns:a16="http://schemas.microsoft.com/office/drawing/2014/main" id="{5EE537E0-4AD5-6100-6465-6FE8AFD7D985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5783836" y="5008071"/>
            <a:ext cx="165100" cy="127000"/>
          </a:xfrm>
          <a:prstGeom prst="roundRect">
            <a:avLst/>
          </a:prstGeom>
          <a:solidFill>
            <a:srgbClr val="02B2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OTLSHAPE_T_18fc97e7f7ba465dabf35571a6de77e3_Shape">
            <a:extLst>
              <a:ext uri="{FF2B5EF4-FFF2-40B4-BE49-F238E27FC236}">
                <a16:creationId xmlns:a16="http://schemas.microsoft.com/office/drawing/2014/main" id="{74F6FCCC-F529-A5BB-E0EC-F1AFA88ACB66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5940224" y="5216689"/>
            <a:ext cx="4699000" cy="127000"/>
          </a:xfrm>
          <a:prstGeom prst="roundRect">
            <a:avLst/>
          </a:prstGeom>
          <a:solidFill>
            <a:srgbClr val="02B2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OTLSHAPE_T_323ec919de284b2eb69bd49b3cfbaa7e_Shape">
            <a:extLst>
              <a:ext uri="{FF2B5EF4-FFF2-40B4-BE49-F238E27FC236}">
                <a16:creationId xmlns:a16="http://schemas.microsoft.com/office/drawing/2014/main" id="{9686B896-48EF-F00F-9AA4-E30EE84E1B19}"/>
              </a:ext>
            </a:extLst>
          </p:cNvPr>
          <p:cNvSpPr/>
          <p:nvPr>
            <p:custDataLst>
              <p:tags r:id="rId43"/>
            </p:custDataLst>
          </p:nvPr>
        </p:nvSpPr>
        <p:spPr>
          <a:xfrm>
            <a:off x="2968746" y="3339121"/>
            <a:ext cx="165100" cy="127000"/>
          </a:xfrm>
          <a:prstGeom prst="roundRect">
            <a:avLst/>
          </a:prstGeom>
          <a:solidFill>
            <a:srgbClr val="FEBA0A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2" name="OTLSHAPE_T_0c8bd329e5be4c298fa6f575f298d6cd_Shape">
            <a:extLst>
              <a:ext uri="{FF2B5EF4-FFF2-40B4-BE49-F238E27FC236}">
                <a16:creationId xmlns:a16="http://schemas.microsoft.com/office/drawing/2014/main" id="{4E4BDE7C-D7FE-49CB-2B9A-02917FA113F5}"/>
              </a:ext>
            </a:extLst>
          </p:cNvPr>
          <p:cNvSpPr/>
          <p:nvPr>
            <p:custDataLst>
              <p:tags r:id="rId44"/>
            </p:custDataLst>
          </p:nvPr>
        </p:nvSpPr>
        <p:spPr>
          <a:xfrm>
            <a:off x="3750685" y="3547740"/>
            <a:ext cx="165100" cy="127000"/>
          </a:xfrm>
          <a:prstGeom prst="roundRect">
            <a:avLst/>
          </a:prstGeom>
          <a:solidFill>
            <a:srgbClr val="FEBA0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OTLSHAPE_T_d5125945d1d04fd2a301f6a3a624f7b3_Shape">
            <a:extLst>
              <a:ext uri="{FF2B5EF4-FFF2-40B4-BE49-F238E27FC236}">
                <a16:creationId xmlns:a16="http://schemas.microsoft.com/office/drawing/2014/main" id="{F6D72125-5E0E-01C5-E661-965AF0FC7470}"/>
              </a:ext>
            </a:extLst>
          </p:cNvPr>
          <p:cNvSpPr/>
          <p:nvPr>
            <p:custDataLst>
              <p:tags r:id="rId45"/>
            </p:custDataLst>
          </p:nvPr>
        </p:nvSpPr>
        <p:spPr>
          <a:xfrm>
            <a:off x="4689121" y="4799452"/>
            <a:ext cx="787400" cy="127000"/>
          </a:xfrm>
          <a:prstGeom prst="roundRect">
            <a:avLst/>
          </a:prstGeom>
          <a:solidFill>
            <a:srgbClr val="02B2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OTLSHAPE_T_65fb22e7d0fb49d0b827b3ccb472cdb1_Shape">
            <a:extLst>
              <a:ext uri="{FF2B5EF4-FFF2-40B4-BE49-F238E27FC236}">
                <a16:creationId xmlns:a16="http://schemas.microsoft.com/office/drawing/2014/main" id="{A5E8AF90-465B-0A8F-3951-D31973B8F786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5940224" y="5425308"/>
            <a:ext cx="4699000" cy="127000"/>
          </a:xfrm>
          <a:prstGeom prst="roundRect">
            <a:avLst/>
          </a:prstGeom>
          <a:solidFill>
            <a:srgbClr val="1AAA4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OTLSHAPE_T_d0718c67a08441f6b66389a53fabc21f_Shape">
            <a:extLst>
              <a:ext uri="{FF2B5EF4-FFF2-40B4-BE49-F238E27FC236}">
                <a16:creationId xmlns:a16="http://schemas.microsoft.com/office/drawing/2014/main" id="{53601627-71B5-EDB0-EF04-14B6C083EF45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2968854" y="2921884"/>
            <a:ext cx="165100" cy="127000"/>
          </a:xfrm>
          <a:prstGeom prst="roundRect">
            <a:avLst/>
          </a:prstGeom>
          <a:solidFill>
            <a:schemeClr val="accent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OTLSHAPE_T_a6e88b7bffad4c7eb62389cf4f6e2bbc_ShapePercentage" hidden="1">
            <a:extLst>
              <a:ext uri="{FF2B5EF4-FFF2-40B4-BE49-F238E27FC236}">
                <a16:creationId xmlns:a16="http://schemas.microsoft.com/office/drawing/2014/main" id="{CB961E72-1E4E-0EC0-7E78-3977F41769E0}"/>
              </a:ext>
            </a:extLst>
          </p:cNvPr>
          <p:cNvSpPr/>
          <p:nvPr>
            <p:custDataLst>
              <p:tags r:id="rId48"/>
            </p:custDataLst>
          </p:nvPr>
        </p:nvSpPr>
        <p:spPr>
          <a:xfrm>
            <a:off x="3750794" y="3756359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OTLSHAPE_T_14988f33abc44375807cec50767d8608_ShapePercentage" hidden="1">
            <a:extLst>
              <a:ext uri="{FF2B5EF4-FFF2-40B4-BE49-F238E27FC236}">
                <a16:creationId xmlns:a16="http://schemas.microsoft.com/office/drawing/2014/main" id="{77DCE721-0103-0633-5D12-DD5E4E98547E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4063569" y="4382215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TLSHAPE_T_a7f70648c4244fd49050ac02a216117e_ShapePercentage" hidden="1">
            <a:extLst>
              <a:ext uri="{FF2B5EF4-FFF2-40B4-BE49-F238E27FC236}">
                <a16:creationId xmlns:a16="http://schemas.microsoft.com/office/drawing/2014/main" id="{202DCEB3-B7C5-936B-40EB-6E6E07DCA5E4}"/>
              </a:ext>
            </a:extLst>
          </p:cNvPr>
          <p:cNvSpPr/>
          <p:nvPr>
            <p:custDataLst>
              <p:tags r:id="rId50"/>
            </p:custDataLst>
          </p:nvPr>
        </p:nvSpPr>
        <p:spPr>
          <a:xfrm>
            <a:off x="2968854" y="3130503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OTLSHAPE_T_6cb9135a3bbd42879a1b4ced1870a2e5_ShapePercentage" hidden="1">
            <a:extLst>
              <a:ext uri="{FF2B5EF4-FFF2-40B4-BE49-F238E27FC236}">
                <a16:creationId xmlns:a16="http://schemas.microsoft.com/office/drawing/2014/main" id="{727BD89D-46E5-0F29-719F-28EEF3C4152C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3125134" y="4173596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OTLSHAPE_T_8dbe931cedc1439faf6b0aa6dfc9f5a6_ShapePercentage" hidden="1">
            <a:extLst>
              <a:ext uri="{FF2B5EF4-FFF2-40B4-BE49-F238E27FC236}">
                <a16:creationId xmlns:a16="http://schemas.microsoft.com/office/drawing/2014/main" id="{F9100EBF-3E67-A9D3-7322-47D6AD92EBED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3125134" y="3964977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OTLSHAPE_T_f10b9cb60f054ca5a512027a84f79d6b_ShapePercentage" hidden="1">
            <a:extLst>
              <a:ext uri="{FF2B5EF4-FFF2-40B4-BE49-F238E27FC236}">
                <a16:creationId xmlns:a16="http://schemas.microsoft.com/office/drawing/2014/main" id="{25C50029-9642-B32A-8A30-F777A8583762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4689121" y="4590833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OTLSHAPE_T_b394f203efe6415085b792b6631e7b9a_ShapePercentage" hidden="1">
            <a:extLst>
              <a:ext uri="{FF2B5EF4-FFF2-40B4-BE49-F238E27FC236}">
                <a16:creationId xmlns:a16="http://schemas.microsoft.com/office/drawing/2014/main" id="{527AC624-8640-90DB-BEEF-54525D23F480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5783836" y="5008071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OTLSHAPE_T_18fc97e7f7ba465dabf35571a6de77e3_ShapePercentage" hidden="1">
            <a:extLst>
              <a:ext uri="{FF2B5EF4-FFF2-40B4-BE49-F238E27FC236}">
                <a16:creationId xmlns:a16="http://schemas.microsoft.com/office/drawing/2014/main" id="{97074CFB-E2D8-BD25-3760-AC024CF0B7A2}"/>
              </a:ext>
            </a:extLst>
          </p:cNvPr>
          <p:cNvSpPr/>
          <p:nvPr>
            <p:custDataLst>
              <p:tags r:id="rId55"/>
            </p:custDataLst>
          </p:nvPr>
        </p:nvSpPr>
        <p:spPr>
          <a:xfrm>
            <a:off x="5940224" y="5216689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OTLSHAPE_T_323ec919de284b2eb69bd49b3cfbaa7e_ShapePercentage" hidden="1">
            <a:extLst>
              <a:ext uri="{FF2B5EF4-FFF2-40B4-BE49-F238E27FC236}">
                <a16:creationId xmlns:a16="http://schemas.microsoft.com/office/drawing/2014/main" id="{B369FBDF-BBE9-359C-9B55-0E8F52CAAD27}"/>
              </a:ext>
            </a:extLst>
          </p:cNvPr>
          <p:cNvSpPr/>
          <p:nvPr>
            <p:custDataLst>
              <p:tags r:id="rId56"/>
            </p:custDataLst>
          </p:nvPr>
        </p:nvSpPr>
        <p:spPr>
          <a:xfrm>
            <a:off x="2968746" y="3339121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OTLSHAPE_T_0c8bd329e5be4c298fa6f575f298d6cd_ShapePercentage" hidden="1">
            <a:extLst>
              <a:ext uri="{FF2B5EF4-FFF2-40B4-BE49-F238E27FC236}">
                <a16:creationId xmlns:a16="http://schemas.microsoft.com/office/drawing/2014/main" id="{D8A28A4C-44DA-0EE4-AE8A-782A6862727B}"/>
              </a:ext>
            </a:extLst>
          </p:cNvPr>
          <p:cNvSpPr/>
          <p:nvPr>
            <p:custDataLst>
              <p:tags r:id="rId57"/>
            </p:custDataLst>
          </p:nvPr>
        </p:nvSpPr>
        <p:spPr>
          <a:xfrm>
            <a:off x="3750685" y="3547740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OTLSHAPE_T_d5125945d1d04fd2a301f6a3a624f7b3_ShapePercentage" hidden="1">
            <a:extLst>
              <a:ext uri="{FF2B5EF4-FFF2-40B4-BE49-F238E27FC236}">
                <a16:creationId xmlns:a16="http://schemas.microsoft.com/office/drawing/2014/main" id="{2402D351-3985-1B68-F504-A6D1410A9CD4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4689121" y="4799452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OTLSHAPE_T_65fb22e7d0fb49d0b827b3ccb472cdb1_ShapePercentage" hidden="1">
            <a:extLst>
              <a:ext uri="{FF2B5EF4-FFF2-40B4-BE49-F238E27FC236}">
                <a16:creationId xmlns:a16="http://schemas.microsoft.com/office/drawing/2014/main" id="{45CABE18-2EED-55F7-C609-0255A18DA69A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5940224" y="5425308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TLSHAPE_T_d0718c67a08441f6b66389a53fabc21f_ShapePercentage" hidden="1">
            <a:extLst>
              <a:ext uri="{FF2B5EF4-FFF2-40B4-BE49-F238E27FC236}">
                <a16:creationId xmlns:a16="http://schemas.microsoft.com/office/drawing/2014/main" id="{E87F2960-0527-CCD0-A7F5-46B7FEDF2846}"/>
              </a:ext>
            </a:extLst>
          </p:cNvPr>
          <p:cNvSpPr/>
          <p:nvPr>
            <p:custDataLst>
              <p:tags r:id="rId60"/>
            </p:custDataLst>
          </p:nvPr>
        </p:nvSpPr>
        <p:spPr>
          <a:xfrm>
            <a:off x="2968854" y="2921884"/>
            <a:ext cx="12700" cy="12700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OTLSHAPE_T_a6e88b7bffad4c7eb62389cf4f6e2bbc_BaselineShape" hidden="1">
            <a:extLst>
              <a:ext uri="{FF2B5EF4-FFF2-40B4-BE49-F238E27FC236}">
                <a16:creationId xmlns:a16="http://schemas.microsoft.com/office/drawing/2014/main" id="{9A4608F1-70AE-77CD-84B4-C1C88BAB2AAB}"/>
              </a:ext>
            </a:extLst>
          </p:cNvPr>
          <p:cNvSpPr/>
          <p:nvPr>
            <p:custDataLst>
              <p:tags r:id="rId61"/>
            </p:custDataLst>
          </p:nvPr>
        </p:nvSpPr>
        <p:spPr>
          <a:xfrm>
            <a:off x="1092200" y="384525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OTLSHAPE_T_14988f33abc44375807cec50767d8608_BaselineShape" hidden="1">
            <a:extLst>
              <a:ext uri="{FF2B5EF4-FFF2-40B4-BE49-F238E27FC236}">
                <a16:creationId xmlns:a16="http://schemas.microsoft.com/office/drawing/2014/main" id="{12EEFF81-D507-501D-0D04-1FB6307EFA6B}"/>
              </a:ext>
            </a:extLst>
          </p:cNvPr>
          <p:cNvSpPr/>
          <p:nvPr>
            <p:custDataLst>
              <p:tags r:id="rId62"/>
            </p:custDataLst>
          </p:nvPr>
        </p:nvSpPr>
        <p:spPr>
          <a:xfrm>
            <a:off x="1092200" y="4471115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OTLSHAPE_T_a7f70648c4244fd49050ac02a216117e_BaselineShape" hidden="1">
            <a:extLst>
              <a:ext uri="{FF2B5EF4-FFF2-40B4-BE49-F238E27FC236}">
                <a16:creationId xmlns:a16="http://schemas.microsoft.com/office/drawing/2014/main" id="{07832BC5-6FAF-4884-17CE-4EBC29A7D45D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1092200" y="3219403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OTLSHAPE_T_6cb9135a3bbd42879a1b4ced1870a2e5_BaselineShape" hidden="1">
            <a:extLst>
              <a:ext uri="{FF2B5EF4-FFF2-40B4-BE49-F238E27FC236}">
                <a16:creationId xmlns:a16="http://schemas.microsoft.com/office/drawing/2014/main" id="{B085AD58-CB33-ACC4-374D-794699BC67B2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1092200" y="4262496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OTLSHAPE_T_8dbe931cedc1439faf6b0aa6dfc9f5a6_BaselineShape" hidden="1">
            <a:extLst>
              <a:ext uri="{FF2B5EF4-FFF2-40B4-BE49-F238E27FC236}">
                <a16:creationId xmlns:a16="http://schemas.microsoft.com/office/drawing/2014/main" id="{868A8DBE-0F38-AA9B-530F-8E745B1DA5C8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1092200" y="4053877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OTLSHAPE_T_f10b9cb60f054ca5a512027a84f79d6b_BaselineShape" hidden="1">
            <a:extLst>
              <a:ext uri="{FF2B5EF4-FFF2-40B4-BE49-F238E27FC236}">
                <a16:creationId xmlns:a16="http://schemas.microsoft.com/office/drawing/2014/main" id="{96674602-2C99-2E73-D214-6E95E3507609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1092200" y="4679733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OTLSHAPE_T_b394f203efe6415085b792b6631e7b9a_BaselineShape" hidden="1">
            <a:extLst>
              <a:ext uri="{FF2B5EF4-FFF2-40B4-BE49-F238E27FC236}">
                <a16:creationId xmlns:a16="http://schemas.microsoft.com/office/drawing/2014/main" id="{361C8BA5-116D-018B-235D-1A7F4F00CE22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1092200" y="5096971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OTLSHAPE_T_18fc97e7f7ba465dabf35571a6de77e3_BaselineShape" hidden="1">
            <a:extLst>
              <a:ext uri="{FF2B5EF4-FFF2-40B4-BE49-F238E27FC236}">
                <a16:creationId xmlns:a16="http://schemas.microsoft.com/office/drawing/2014/main" id="{811F3BB1-F6F4-99D4-DE96-6548F2AF6D11}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1092200" y="5305589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OTLSHAPE_T_323ec919de284b2eb69bd49b3cfbaa7e_BaselineShape" hidden="1">
            <a:extLst>
              <a:ext uri="{FF2B5EF4-FFF2-40B4-BE49-F238E27FC236}">
                <a16:creationId xmlns:a16="http://schemas.microsoft.com/office/drawing/2014/main" id="{416B9F6B-8205-2259-66FF-259997A33519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1092200" y="3428021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4" name="OTLSHAPE_T_0c8bd329e5be4c298fa6f575f298d6cd_BaselineShape" hidden="1">
            <a:extLst>
              <a:ext uri="{FF2B5EF4-FFF2-40B4-BE49-F238E27FC236}">
                <a16:creationId xmlns:a16="http://schemas.microsoft.com/office/drawing/2014/main" id="{E7481597-7BA3-3BA6-2520-AEC4664E0BD4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1092200" y="3636640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OTLSHAPE_T_d5125945d1d04fd2a301f6a3a624f7b3_BaselineShape" hidden="1">
            <a:extLst>
              <a:ext uri="{FF2B5EF4-FFF2-40B4-BE49-F238E27FC236}">
                <a16:creationId xmlns:a16="http://schemas.microsoft.com/office/drawing/2014/main" id="{603D1F89-84E1-7E61-51E1-B5A36AFEFB64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1092200" y="4888352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OTLSHAPE_T_65fb22e7d0fb49d0b827b3ccb472cdb1_BaselineShape" hidden="1">
            <a:extLst>
              <a:ext uri="{FF2B5EF4-FFF2-40B4-BE49-F238E27FC236}">
                <a16:creationId xmlns:a16="http://schemas.microsoft.com/office/drawing/2014/main" id="{1031E77C-8229-5AAC-EB5D-8552C15346E8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1092200" y="5514208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OTLSHAPE_T_d0718c67a08441f6b66389a53fabc21f_BaselineShape" hidden="1">
            <a:extLst>
              <a:ext uri="{FF2B5EF4-FFF2-40B4-BE49-F238E27FC236}">
                <a16:creationId xmlns:a16="http://schemas.microsoft.com/office/drawing/2014/main" id="{578B571C-3430-D1E8-96A7-09B0AC52F902}"/>
              </a:ext>
            </a:extLst>
          </p:cNvPr>
          <p:cNvSpPr/>
          <p:nvPr>
            <p:custDataLst>
              <p:tags r:id="rId73"/>
            </p:custDataLst>
          </p:nvPr>
        </p:nvSpPr>
        <p:spPr>
          <a:xfrm>
            <a:off x="1092200" y="3010784"/>
            <a:ext cx="50800" cy="38100"/>
          </a:xfrm>
          <a:prstGeom prst="rect">
            <a:avLst/>
          </a:prstGeom>
          <a:solidFill>
            <a:schemeClr val="dk1">
              <a:alpha val="60000"/>
            </a:scheme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OTLSHAPE_T_a6e88b7bffad4c7eb62389cf4f6e2bbc_Duration" hidden="1">
            <a:extLst>
              <a:ext uri="{FF2B5EF4-FFF2-40B4-BE49-F238E27FC236}">
                <a16:creationId xmlns:a16="http://schemas.microsoft.com/office/drawing/2014/main" id="{ADE492BC-9961-1103-E224-20276B4C0C82}"/>
              </a:ext>
            </a:extLst>
          </p:cNvPr>
          <p:cNvSpPr txBox="1"/>
          <p:nvPr>
            <p:custDataLst>
              <p:tags r:id="rId74"/>
            </p:custDataLst>
          </p:nvPr>
        </p:nvSpPr>
        <p:spPr>
          <a:xfrm>
            <a:off x="12700" y="-227915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39" name="OTLSHAPE_T_a6e88b7bffad4c7eb62389cf4f6e2bbc_Variance" hidden="1">
            <a:extLst>
              <a:ext uri="{FF2B5EF4-FFF2-40B4-BE49-F238E27FC236}">
                <a16:creationId xmlns:a16="http://schemas.microsoft.com/office/drawing/2014/main" id="{683339EA-3481-F973-9523-CDF8ACD5A922}"/>
              </a:ext>
            </a:extLst>
          </p:cNvPr>
          <p:cNvSpPr txBox="1"/>
          <p:nvPr>
            <p:custDataLst>
              <p:tags r:id="rId7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40" name="OTLSHAPE_T_a6e88b7bffad4c7eb62389cf4f6e2bbc_StartDate" hidden="1">
            <a:extLst>
              <a:ext uri="{FF2B5EF4-FFF2-40B4-BE49-F238E27FC236}">
                <a16:creationId xmlns:a16="http://schemas.microsoft.com/office/drawing/2014/main" id="{7261FB4A-44D6-5E55-E7FE-E33B3CDC176E}"/>
              </a:ext>
            </a:extLst>
          </p:cNvPr>
          <p:cNvSpPr txBox="1"/>
          <p:nvPr>
            <p:custDataLst>
              <p:tags r:id="rId7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OTLSHAPE_T_a6e88b7bffad4c7eb62389cf4f6e2bbc_EndDate" hidden="1">
            <a:extLst>
              <a:ext uri="{FF2B5EF4-FFF2-40B4-BE49-F238E27FC236}">
                <a16:creationId xmlns:a16="http://schemas.microsoft.com/office/drawing/2014/main" id="{1FED24CD-157C-453B-8F89-093B400423AA}"/>
              </a:ext>
            </a:extLst>
          </p:cNvPr>
          <p:cNvSpPr txBox="1"/>
          <p:nvPr>
            <p:custDataLst>
              <p:tags r:id="rId7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42" name="OTLSHAPE_T_a6e88b7bffad4c7eb62389cf4f6e2bbc_Title">
            <a:extLst>
              <a:ext uri="{FF2B5EF4-FFF2-40B4-BE49-F238E27FC236}">
                <a16:creationId xmlns:a16="http://schemas.microsoft.com/office/drawing/2014/main" id="{55A7322D-6184-CA5B-E4F5-B9ED84DCDC33}"/>
              </a:ext>
            </a:extLst>
          </p:cNvPr>
          <p:cNvSpPr txBox="1"/>
          <p:nvPr>
            <p:custDataLst>
              <p:tags r:id="rId78"/>
            </p:custDataLst>
          </p:nvPr>
        </p:nvSpPr>
        <p:spPr>
          <a:xfrm>
            <a:off x="127000" y="3734599"/>
            <a:ext cx="2082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6">
                <a:solidFill>
                  <a:schemeClr val="dk1"/>
                </a:solidFill>
                <a:latin typeface="Calibri" panose="020F0502020204030204" pitchFamily="34" charset="0"/>
              </a:rPr>
              <a:t>Spiky Test Data Sample (Fer + Nicola)</a:t>
            </a:r>
          </a:p>
        </p:txBody>
      </p:sp>
      <p:sp>
        <p:nvSpPr>
          <p:cNvPr id="43" name="OTLSHAPE_T_a6e88b7bffad4c7eb62389cf4f6e2bbc_JoinedDate">
            <a:extLst>
              <a:ext uri="{FF2B5EF4-FFF2-40B4-BE49-F238E27FC236}">
                <a16:creationId xmlns:a16="http://schemas.microsoft.com/office/drawing/2014/main" id="{0136F14C-53ED-5FCB-CB66-6F167A583835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4165061" y="3742346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18 - Aug 19</a:t>
            </a:r>
          </a:p>
        </p:txBody>
      </p:sp>
      <p:sp>
        <p:nvSpPr>
          <p:cNvPr id="44" name="OTLSHAPE_T_a6e88b7bffad4c7eb62389cf4f6e2bbc_TextPercentage" hidden="1">
            <a:extLst>
              <a:ext uri="{FF2B5EF4-FFF2-40B4-BE49-F238E27FC236}">
                <a16:creationId xmlns:a16="http://schemas.microsoft.com/office/drawing/2014/main" id="{A37857BB-7870-3B41-DDB0-7DA0DECE4C6E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48" name="OTLSHAPE_T_14988f33abc44375807cec50767d8608_Duration" hidden="1">
            <a:extLst>
              <a:ext uri="{FF2B5EF4-FFF2-40B4-BE49-F238E27FC236}">
                <a16:creationId xmlns:a16="http://schemas.microsoft.com/office/drawing/2014/main" id="{45E86D8F-14C4-A266-C8EA-4F73D6AAD8FB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2700" y="-227915"/>
            <a:ext cx="3302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49" name="OTLSHAPE_T_14988f33abc44375807cec50767d8608_Variance" hidden="1">
            <a:extLst>
              <a:ext uri="{FF2B5EF4-FFF2-40B4-BE49-F238E27FC236}">
                <a16:creationId xmlns:a16="http://schemas.microsoft.com/office/drawing/2014/main" id="{A0364065-75F6-0F45-E6AC-70480B76D484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50" name="OTLSHAPE_T_14988f33abc44375807cec50767d8608_StartDate" hidden="1">
            <a:extLst>
              <a:ext uri="{FF2B5EF4-FFF2-40B4-BE49-F238E27FC236}">
                <a16:creationId xmlns:a16="http://schemas.microsoft.com/office/drawing/2014/main" id="{AF7C5222-17C2-8C0A-71E5-45467AB2C961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OTLSHAPE_T_14988f33abc44375807cec50767d8608_EndDate" hidden="1">
            <a:extLst>
              <a:ext uri="{FF2B5EF4-FFF2-40B4-BE49-F238E27FC236}">
                <a16:creationId xmlns:a16="http://schemas.microsoft.com/office/drawing/2014/main" id="{6D797BB3-4B4A-A5E8-D895-CE89E287DAC2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52" name="OTLSHAPE_T_14988f33abc44375807cec50767d8608_Title">
            <a:extLst>
              <a:ext uri="{FF2B5EF4-FFF2-40B4-BE49-F238E27FC236}">
                <a16:creationId xmlns:a16="http://schemas.microsoft.com/office/drawing/2014/main" id="{A12E4CBF-BB68-09AF-2C79-D5F6F938EA92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27000" y="4360455"/>
            <a:ext cx="1092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4">
                <a:solidFill>
                  <a:schemeClr val="dk1"/>
                </a:solidFill>
                <a:latin typeface="Calibri" panose="020F0502020204030204" pitchFamily="34" charset="0"/>
              </a:rPr>
              <a:t>Data Analysis (Ana)</a:t>
            </a:r>
          </a:p>
        </p:txBody>
      </p:sp>
      <p:sp>
        <p:nvSpPr>
          <p:cNvPr id="53" name="OTLSHAPE_T_14988f33abc44375807cec50767d8608_JoinedDate">
            <a:extLst>
              <a:ext uri="{FF2B5EF4-FFF2-40B4-BE49-F238E27FC236}">
                <a16:creationId xmlns:a16="http://schemas.microsoft.com/office/drawing/2014/main" id="{6D647900-9B42-A26D-5093-FF6E457E1FC4}"/>
              </a:ext>
            </a:extLst>
          </p:cNvPr>
          <p:cNvSpPr txBox="1"/>
          <p:nvPr>
            <p:custDataLst>
              <p:tags r:id="rId86"/>
            </p:custDataLst>
          </p:nvPr>
        </p:nvSpPr>
        <p:spPr>
          <a:xfrm>
            <a:off x="4477837" y="4368202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20 - Aug 21</a:t>
            </a:r>
          </a:p>
        </p:txBody>
      </p:sp>
      <p:sp>
        <p:nvSpPr>
          <p:cNvPr id="54" name="OTLSHAPE_T_14988f33abc44375807cec50767d8608_TextPercentage" hidden="1">
            <a:extLst>
              <a:ext uri="{FF2B5EF4-FFF2-40B4-BE49-F238E27FC236}">
                <a16:creationId xmlns:a16="http://schemas.microsoft.com/office/drawing/2014/main" id="{DC0E4CCB-EED0-514C-AAA8-94AD0EBE0A25}"/>
              </a:ext>
            </a:extLst>
          </p:cNvPr>
          <p:cNvSpPr txBox="1"/>
          <p:nvPr>
            <p:custDataLst>
              <p:tags r:id="rId8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68" name="OTLSHAPE_T_a7f70648c4244fd49050ac02a216117e_Duration" hidden="1">
            <a:extLst>
              <a:ext uri="{FF2B5EF4-FFF2-40B4-BE49-F238E27FC236}">
                <a16:creationId xmlns:a16="http://schemas.microsoft.com/office/drawing/2014/main" id="{61E6F962-85E2-BBD9-9B76-63BF455B7EA7}"/>
              </a:ext>
            </a:extLst>
          </p:cNvPr>
          <p:cNvSpPr txBox="1"/>
          <p:nvPr>
            <p:custDataLst>
              <p:tags r:id="rId88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 days</a:t>
            </a:r>
          </a:p>
        </p:txBody>
      </p:sp>
      <p:sp>
        <p:nvSpPr>
          <p:cNvPr id="69" name="OTLSHAPE_T_a7f70648c4244fd49050ac02a216117e_TextPercentage" hidden="1">
            <a:extLst>
              <a:ext uri="{FF2B5EF4-FFF2-40B4-BE49-F238E27FC236}">
                <a16:creationId xmlns:a16="http://schemas.microsoft.com/office/drawing/2014/main" id="{960667C0-4CA1-0D42-C3B5-A10E6FBB605F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70" name="OTLSHAPE_T_a7f70648c4244fd49050ac02a216117e_Variance" hidden="1">
            <a:extLst>
              <a:ext uri="{FF2B5EF4-FFF2-40B4-BE49-F238E27FC236}">
                <a16:creationId xmlns:a16="http://schemas.microsoft.com/office/drawing/2014/main" id="{391BA9AB-506F-4FB8-989C-67EB8D7B1703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71" name="OTLSHAPE_T_a7f70648c4244fd49050ac02a216117e_StartDate" hidden="1">
            <a:extLst>
              <a:ext uri="{FF2B5EF4-FFF2-40B4-BE49-F238E27FC236}">
                <a16:creationId xmlns:a16="http://schemas.microsoft.com/office/drawing/2014/main" id="{21F7D54E-8D6A-A371-48C2-E4293ACAB749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72" name="OTLSHAPE_T_a7f70648c4244fd49050ac02a216117e_EndDate" hidden="1">
            <a:extLst>
              <a:ext uri="{FF2B5EF4-FFF2-40B4-BE49-F238E27FC236}">
                <a16:creationId xmlns:a16="http://schemas.microsoft.com/office/drawing/2014/main" id="{25B97E0B-3D42-A15B-5206-7A8AA368474C}"/>
              </a:ext>
            </a:extLst>
          </p:cNvPr>
          <p:cNvSpPr txBox="1"/>
          <p:nvPr>
            <p:custDataLst>
              <p:tags r:id="rId9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73" name="OTLSHAPE_T_a7f70648c4244fd49050ac02a216117e_Title">
            <a:extLst>
              <a:ext uri="{FF2B5EF4-FFF2-40B4-BE49-F238E27FC236}">
                <a16:creationId xmlns:a16="http://schemas.microsoft.com/office/drawing/2014/main" id="{4CA2E136-0123-7823-7425-27AA7B6F28BC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127000" y="3108743"/>
            <a:ext cx="1981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8">
                <a:solidFill>
                  <a:schemeClr val="dk1"/>
                </a:solidFill>
                <a:latin typeface="Calibri" panose="020F0502020204030204" pitchFamily="34" charset="0"/>
              </a:rPr>
              <a:t>Tripod Test Data sample (Fer + Gio)</a:t>
            </a:r>
          </a:p>
        </p:txBody>
      </p:sp>
      <p:sp>
        <p:nvSpPr>
          <p:cNvPr id="74" name="OTLSHAPE_T_a7f70648c4244fd49050ac02a216117e_JoinedDate">
            <a:extLst>
              <a:ext uri="{FF2B5EF4-FFF2-40B4-BE49-F238E27FC236}">
                <a16:creationId xmlns:a16="http://schemas.microsoft.com/office/drawing/2014/main" id="{F18EE746-C376-82C2-EEAB-06373CB10D42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3383121" y="3116490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13 - Aug 14</a:t>
            </a:r>
          </a:p>
        </p:txBody>
      </p:sp>
      <p:sp>
        <p:nvSpPr>
          <p:cNvPr id="78" name="OTLSHAPE_T_6cb9135a3bbd42879a1b4ced1870a2e5_Duration" hidden="1">
            <a:extLst>
              <a:ext uri="{FF2B5EF4-FFF2-40B4-BE49-F238E27FC236}">
                <a16:creationId xmlns:a16="http://schemas.microsoft.com/office/drawing/2014/main" id="{AB0BC67E-C1E4-8F44-D0BA-E1CE40E734B4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12700" y="-156577"/>
            <a:ext cx="279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79" name="OTLSHAPE_T_6cb9135a3bbd42879a1b4ced1870a2e5_Variance" hidden="1">
            <a:extLst>
              <a:ext uri="{FF2B5EF4-FFF2-40B4-BE49-F238E27FC236}">
                <a16:creationId xmlns:a16="http://schemas.microsoft.com/office/drawing/2014/main" id="{3D47233E-8AF2-6145-0D5A-18EF48630327}"/>
              </a:ext>
            </a:extLst>
          </p:cNvPr>
          <p:cNvSpPr txBox="1"/>
          <p:nvPr>
            <p:custDataLst>
              <p:tags r:id="rId9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0" name="OTLSHAPE_T_6cb9135a3bbd42879a1b4ced1870a2e5_StartDate" hidden="1">
            <a:extLst>
              <a:ext uri="{FF2B5EF4-FFF2-40B4-BE49-F238E27FC236}">
                <a16:creationId xmlns:a16="http://schemas.microsoft.com/office/drawing/2014/main" id="{91993AE1-923B-A8C1-E2DB-95A87EDCEA40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OTLSHAPE_T_6cb9135a3bbd42879a1b4ced1870a2e5_EndDate" hidden="1">
            <a:extLst>
              <a:ext uri="{FF2B5EF4-FFF2-40B4-BE49-F238E27FC236}">
                <a16:creationId xmlns:a16="http://schemas.microsoft.com/office/drawing/2014/main" id="{70D5C17B-8E96-C0FD-E7FB-241D462345C0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82" name="OTLSHAPE_T_6cb9135a3bbd42879a1b4ced1870a2e5_Title">
            <a:extLst>
              <a:ext uri="{FF2B5EF4-FFF2-40B4-BE49-F238E27FC236}">
                <a16:creationId xmlns:a16="http://schemas.microsoft.com/office/drawing/2014/main" id="{EADCB9BB-778C-03F5-1A42-493EA8CD24E6}"/>
              </a:ext>
            </a:extLst>
          </p:cNvPr>
          <p:cNvSpPr txBox="1"/>
          <p:nvPr>
            <p:custDataLst>
              <p:tags r:id="rId99"/>
            </p:custDataLst>
          </p:nvPr>
        </p:nvSpPr>
        <p:spPr>
          <a:xfrm>
            <a:off x="127000" y="4151836"/>
            <a:ext cx="1727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it-IT" sz="1100" spc="-2">
                <a:solidFill>
                  <a:schemeClr val="dk1"/>
                </a:solidFill>
                <a:latin typeface="Calibri" panose="020F0502020204030204" pitchFamily="34" charset="0"/>
              </a:rPr>
              <a:t>Analyse IMU tagged data (Gio)</a:t>
            </a:r>
            <a:endParaRPr lang="en-GB" sz="1100" spc="-2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3" name="OTLSHAPE_T_6cb9135a3bbd42879a1b4ced1870a2e5_JoinedDate">
            <a:extLst>
              <a:ext uri="{FF2B5EF4-FFF2-40B4-BE49-F238E27FC236}">
                <a16:creationId xmlns:a16="http://schemas.microsoft.com/office/drawing/2014/main" id="{C828661C-7EDC-71A4-1452-E0C3B24C06C2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3383121" y="4159584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13 - Aug 14</a:t>
            </a:r>
          </a:p>
        </p:txBody>
      </p:sp>
      <p:sp>
        <p:nvSpPr>
          <p:cNvPr id="84" name="OTLSHAPE_T_6cb9135a3bbd42879a1b4ced1870a2e5_TextPercentage" hidden="1">
            <a:extLst>
              <a:ext uri="{FF2B5EF4-FFF2-40B4-BE49-F238E27FC236}">
                <a16:creationId xmlns:a16="http://schemas.microsoft.com/office/drawing/2014/main" id="{18CC3C49-382D-7B1D-6B2D-D4736A711C6E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96" name="OTLSHAPE_T_8dbe931cedc1439faf6b0aa6dfc9f5a6_Duration" hidden="1">
            <a:extLst>
              <a:ext uri="{FF2B5EF4-FFF2-40B4-BE49-F238E27FC236}">
                <a16:creationId xmlns:a16="http://schemas.microsoft.com/office/drawing/2014/main" id="{DDD6FBF7-1795-972A-747C-6C26343C9469}"/>
              </a:ext>
            </a:extLst>
          </p:cNvPr>
          <p:cNvSpPr txBox="1"/>
          <p:nvPr>
            <p:custDataLst>
              <p:tags r:id="rId102"/>
            </p:custDataLst>
          </p:nvPr>
        </p:nvSpPr>
        <p:spPr>
          <a:xfrm>
            <a:off x="12700" y="-156577"/>
            <a:ext cx="279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97" name="OTLSHAPE_T_8dbe931cedc1439faf6b0aa6dfc9f5a6_Variance" hidden="1">
            <a:extLst>
              <a:ext uri="{FF2B5EF4-FFF2-40B4-BE49-F238E27FC236}">
                <a16:creationId xmlns:a16="http://schemas.microsoft.com/office/drawing/2014/main" id="{A1B80732-C347-830E-AB65-73122E913BDA}"/>
              </a:ext>
            </a:extLst>
          </p:cNvPr>
          <p:cNvSpPr txBox="1"/>
          <p:nvPr>
            <p:custDataLst>
              <p:tags r:id="rId10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98" name="OTLSHAPE_T_8dbe931cedc1439faf6b0aa6dfc9f5a6_StartDate" hidden="1">
            <a:extLst>
              <a:ext uri="{FF2B5EF4-FFF2-40B4-BE49-F238E27FC236}">
                <a16:creationId xmlns:a16="http://schemas.microsoft.com/office/drawing/2014/main" id="{94C89E3A-776F-6D96-63FB-EBC21E8F9A53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9" name="OTLSHAPE_T_8dbe931cedc1439faf6b0aa6dfc9f5a6_EndDate" hidden="1">
            <a:extLst>
              <a:ext uri="{FF2B5EF4-FFF2-40B4-BE49-F238E27FC236}">
                <a16:creationId xmlns:a16="http://schemas.microsoft.com/office/drawing/2014/main" id="{12597329-01A4-0E86-0EDA-0ADC439BEE85}"/>
              </a:ext>
            </a:extLst>
          </p:cNvPr>
          <p:cNvSpPr txBox="1"/>
          <p:nvPr>
            <p:custDataLst>
              <p:tags r:id="rId10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0" name="OTLSHAPE_T_8dbe931cedc1439faf6b0aa6dfc9f5a6_Title">
            <a:extLst>
              <a:ext uri="{FF2B5EF4-FFF2-40B4-BE49-F238E27FC236}">
                <a16:creationId xmlns:a16="http://schemas.microsoft.com/office/drawing/2014/main" id="{BDC9D4DA-3EC6-4412-FDB5-DE8E840BADB3}"/>
              </a:ext>
            </a:extLst>
          </p:cNvPr>
          <p:cNvSpPr txBox="1"/>
          <p:nvPr>
            <p:custDataLst>
              <p:tags r:id="rId106"/>
            </p:custDataLst>
          </p:nvPr>
        </p:nvSpPr>
        <p:spPr>
          <a:xfrm>
            <a:off x="127000" y="3943218"/>
            <a:ext cx="2667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2">
                <a:solidFill>
                  <a:schemeClr val="dk1"/>
                </a:solidFill>
                <a:latin typeface="Calibri" panose="020F0502020204030204" pitchFamily="34" charset="0"/>
              </a:rPr>
              <a:t>Extract AoP Images from IMU tagged data (Fer)</a:t>
            </a:r>
          </a:p>
        </p:txBody>
      </p:sp>
      <p:sp>
        <p:nvSpPr>
          <p:cNvPr id="101" name="OTLSHAPE_T_8dbe931cedc1439faf6b0aa6dfc9f5a6_JoinedDate">
            <a:extLst>
              <a:ext uri="{FF2B5EF4-FFF2-40B4-BE49-F238E27FC236}">
                <a16:creationId xmlns:a16="http://schemas.microsoft.com/office/drawing/2014/main" id="{3F7370EA-D6BD-FFA4-A3FC-D22C2B3B4B1E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3383121" y="3950965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13 - Aug 14</a:t>
            </a:r>
          </a:p>
        </p:txBody>
      </p:sp>
      <p:sp>
        <p:nvSpPr>
          <p:cNvPr id="102" name="OTLSHAPE_T_8dbe931cedc1439faf6b0aa6dfc9f5a6_TextPercentage" hidden="1">
            <a:extLst>
              <a:ext uri="{FF2B5EF4-FFF2-40B4-BE49-F238E27FC236}">
                <a16:creationId xmlns:a16="http://schemas.microsoft.com/office/drawing/2014/main" id="{294496A7-4033-7CA8-45C1-10D9720D5AF1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106" name="OTLSHAPE_T_f10b9cb60f054ca5a512027a84f79d6b_Duration" hidden="1">
            <a:extLst>
              <a:ext uri="{FF2B5EF4-FFF2-40B4-BE49-F238E27FC236}">
                <a16:creationId xmlns:a16="http://schemas.microsoft.com/office/drawing/2014/main" id="{FCFC8F0D-642F-C755-9FBB-CBDFCEACF0E4}"/>
              </a:ext>
            </a:extLst>
          </p:cNvPr>
          <p:cNvSpPr txBox="1"/>
          <p:nvPr>
            <p:custDataLst>
              <p:tags r:id="rId109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107" name="OTLSHAPE_T_f10b9cb60f054ca5a512027a84f79d6b_Variance" hidden="1">
            <a:extLst>
              <a:ext uri="{FF2B5EF4-FFF2-40B4-BE49-F238E27FC236}">
                <a16:creationId xmlns:a16="http://schemas.microsoft.com/office/drawing/2014/main" id="{C769298B-DBBA-0B02-BD9E-549F6DA7E369}"/>
              </a:ext>
            </a:extLst>
          </p:cNvPr>
          <p:cNvSpPr txBox="1"/>
          <p:nvPr>
            <p:custDataLst>
              <p:tags r:id="rId11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8" name="OTLSHAPE_T_f10b9cb60f054ca5a512027a84f79d6b_StartDate" hidden="1">
            <a:extLst>
              <a:ext uri="{FF2B5EF4-FFF2-40B4-BE49-F238E27FC236}">
                <a16:creationId xmlns:a16="http://schemas.microsoft.com/office/drawing/2014/main" id="{7A1D392E-099C-673D-1553-332B03EB7293}"/>
              </a:ext>
            </a:extLst>
          </p:cNvPr>
          <p:cNvSpPr txBox="1"/>
          <p:nvPr>
            <p:custDataLst>
              <p:tags r:id="rId11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9" name="OTLSHAPE_T_f10b9cb60f054ca5a512027a84f79d6b_EndDate" hidden="1">
            <a:extLst>
              <a:ext uri="{FF2B5EF4-FFF2-40B4-BE49-F238E27FC236}">
                <a16:creationId xmlns:a16="http://schemas.microsoft.com/office/drawing/2014/main" id="{E40C12E7-1484-D845-25CD-AEC34E33DE4E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10" name="OTLSHAPE_T_f10b9cb60f054ca5a512027a84f79d6b_Title">
            <a:extLst>
              <a:ext uri="{FF2B5EF4-FFF2-40B4-BE49-F238E27FC236}">
                <a16:creationId xmlns:a16="http://schemas.microsoft.com/office/drawing/2014/main" id="{174953C5-2D40-9DB2-C02C-FB46597E6CD8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127000" y="4569074"/>
            <a:ext cx="1270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6">
                <a:solidFill>
                  <a:schemeClr val="dk1"/>
                </a:solidFill>
                <a:latin typeface="Calibri" panose="020F0502020204030204" pitchFamily="34" charset="0"/>
              </a:rPr>
              <a:t>Tunning (Hélder + Fer)</a:t>
            </a:r>
          </a:p>
        </p:txBody>
      </p:sp>
      <p:sp>
        <p:nvSpPr>
          <p:cNvPr id="111" name="OTLSHAPE_T_f10b9cb60f054ca5a512027a84f79d6b_JoinedDate">
            <a:extLst>
              <a:ext uri="{FF2B5EF4-FFF2-40B4-BE49-F238E27FC236}">
                <a16:creationId xmlns:a16="http://schemas.microsoft.com/office/drawing/2014/main" id="{7C9D04B0-DC20-9894-AE32-D22C35CE638F}"/>
              </a:ext>
            </a:extLst>
          </p:cNvPr>
          <p:cNvSpPr txBox="1"/>
          <p:nvPr>
            <p:custDataLst>
              <p:tags r:id="rId114"/>
            </p:custDataLst>
          </p:nvPr>
        </p:nvSpPr>
        <p:spPr>
          <a:xfrm>
            <a:off x="5521752" y="4576821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24 - Aug 28</a:t>
            </a:r>
          </a:p>
        </p:txBody>
      </p:sp>
      <p:sp>
        <p:nvSpPr>
          <p:cNvPr id="112" name="OTLSHAPE_T_f10b9cb60f054ca5a512027a84f79d6b_TextPercentage" hidden="1">
            <a:extLst>
              <a:ext uri="{FF2B5EF4-FFF2-40B4-BE49-F238E27FC236}">
                <a16:creationId xmlns:a16="http://schemas.microsoft.com/office/drawing/2014/main" id="{1E6BE40F-559E-43D8-9582-F26E828030ED}"/>
              </a:ext>
            </a:extLst>
          </p:cNvPr>
          <p:cNvSpPr txBox="1"/>
          <p:nvPr>
            <p:custDataLst>
              <p:tags r:id="rId11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116" name="OTLSHAPE_T_b394f203efe6415085b792b6631e7b9a_Duration" hidden="1">
            <a:extLst>
              <a:ext uri="{FF2B5EF4-FFF2-40B4-BE49-F238E27FC236}">
                <a16:creationId xmlns:a16="http://schemas.microsoft.com/office/drawing/2014/main" id="{0E7AF609-FBCF-D38E-2ABF-B5C2A175391D}"/>
              </a:ext>
            </a:extLst>
          </p:cNvPr>
          <p:cNvSpPr txBox="1"/>
          <p:nvPr>
            <p:custDataLst>
              <p:tags r:id="rId116"/>
            </p:custDataLst>
          </p:nvPr>
        </p:nvSpPr>
        <p:spPr>
          <a:xfrm>
            <a:off x="12700" y="-156577"/>
            <a:ext cx="279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117" name="OTLSHAPE_T_b394f203efe6415085b792b6631e7b9a_TextPercentage" hidden="1">
            <a:extLst>
              <a:ext uri="{FF2B5EF4-FFF2-40B4-BE49-F238E27FC236}">
                <a16:creationId xmlns:a16="http://schemas.microsoft.com/office/drawing/2014/main" id="{6648AC5C-A389-F38F-66BF-ADCEEA9D36C7}"/>
              </a:ext>
            </a:extLst>
          </p:cNvPr>
          <p:cNvSpPr txBox="1"/>
          <p:nvPr>
            <p:custDataLst>
              <p:tags r:id="rId11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118" name="OTLSHAPE_T_b394f203efe6415085b792b6631e7b9a_Variance" hidden="1">
            <a:extLst>
              <a:ext uri="{FF2B5EF4-FFF2-40B4-BE49-F238E27FC236}">
                <a16:creationId xmlns:a16="http://schemas.microsoft.com/office/drawing/2014/main" id="{93EBF8A7-7849-0E67-501F-C3EFADB32F62}"/>
              </a:ext>
            </a:extLst>
          </p:cNvPr>
          <p:cNvSpPr txBox="1"/>
          <p:nvPr>
            <p:custDataLst>
              <p:tags r:id="rId11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19" name="OTLSHAPE_T_b394f203efe6415085b792b6631e7b9a_StartDate" hidden="1">
            <a:extLst>
              <a:ext uri="{FF2B5EF4-FFF2-40B4-BE49-F238E27FC236}">
                <a16:creationId xmlns:a16="http://schemas.microsoft.com/office/drawing/2014/main" id="{E2F2DFED-C0BB-3C20-943B-AA3DC0C4560C}"/>
              </a:ext>
            </a:extLst>
          </p:cNvPr>
          <p:cNvSpPr txBox="1"/>
          <p:nvPr>
            <p:custDataLst>
              <p:tags r:id="rId11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20" name="OTLSHAPE_T_b394f203efe6415085b792b6631e7b9a_EndDate" hidden="1">
            <a:extLst>
              <a:ext uri="{FF2B5EF4-FFF2-40B4-BE49-F238E27FC236}">
                <a16:creationId xmlns:a16="http://schemas.microsoft.com/office/drawing/2014/main" id="{C479399D-58FC-3785-B87F-D9161D82B8C3}"/>
              </a:ext>
            </a:extLst>
          </p:cNvPr>
          <p:cNvSpPr txBox="1"/>
          <p:nvPr>
            <p:custDataLst>
              <p:tags r:id="rId12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21" name="OTLSHAPE_T_b394f203efe6415085b792b6631e7b9a_Title">
            <a:extLst>
              <a:ext uri="{FF2B5EF4-FFF2-40B4-BE49-F238E27FC236}">
                <a16:creationId xmlns:a16="http://schemas.microsoft.com/office/drawing/2014/main" id="{32B8EBC3-0A9A-A96E-F20E-C5D60F970EF6}"/>
              </a:ext>
            </a:extLst>
          </p:cNvPr>
          <p:cNvSpPr txBox="1"/>
          <p:nvPr>
            <p:custDataLst>
              <p:tags r:id="rId121"/>
            </p:custDataLst>
          </p:nvPr>
        </p:nvSpPr>
        <p:spPr>
          <a:xfrm>
            <a:off x="127000" y="4986311"/>
            <a:ext cx="2921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4">
                <a:solidFill>
                  <a:schemeClr val="dk1"/>
                </a:solidFill>
                <a:latin typeface="Calibri" panose="020F0502020204030204" pitchFamily="34" charset="0"/>
              </a:rPr>
              <a:t>Mount Polarimetric System on Tochodrone (Hélder)</a:t>
            </a:r>
          </a:p>
        </p:txBody>
      </p:sp>
      <p:sp>
        <p:nvSpPr>
          <p:cNvPr id="122" name="OTLSHAPE_T_b394f203efe6415085b792b6631e7b9a_JoinedDate">
            <a:extLst>
              <a:ext uri="{FF2B5EF4-FFF2-40B4-BE49-F238E27FC236}">
                <a16:creationId xmlns:a16="http://schemas.microsoft.com/office/drawing/2014/main" id="{E05AF1C1-BD84-9DBA-45DF-D379A4EF9651}"/>
              </a:ext>
            </a:extLst>
          </p:cNvPr>
          <p:cNvSpPr txBox="1"/>
          <p:nvPr>
            <p:custDataLst>
              <p:tags r:id="rId122"/>
            </p:custDataLst>
          </p:nvPr>
        </p:nvSpPr>
        <p:spPr>
          <a:xfrm>
            <a:off x="6041715" y="4994058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Aug 31</a:t>
            </a:r>
          </a:p>
        </p:txBody>
      </p:sp>
      <p:sp>
        <p:nvSpPr>
          <p:cNvPr id="126" name="OTLSHAPE_T_18fc97e7f7ba465dabf35571a6de77e3_Duration" hidden="1">
            <a:extLst>
              <a:ext uri="{FF2B5EF4-FFF2-40B4-BE49-F238E27FC236}">
                <a16:creationId xmlns:a16="http://schemas.microsoft.com/office/drawing/2014/main" id="{9CCECC1A-5EE1-2956-A6D1-4B3698FE3C1A}"/>
              </a:ext>
            </a:extLst>
          </p:cNvPr>
          <p:cNvSpPr txBox="1"/>
          <p:nvPr>
            <p:custDataLst>
              <p:tags r:id="rId123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22 days</a:t>
            </a:r>
          </a:p>
        </p:txBody>
      </p:sp>
      <p:sp>
        <p:nvSpPr>
          <p:cNvPr id="127" name="OTLSHAPE_T_18fc97e7f7ba465dabf35571a6de77e3_Variance" hidden="1">
            <a:extLst>
              <a:ext uri="{FF2B5EF4-FFF2-40B4-BE49-F238E27FC236}">
                <a16:creationId xmlns:a16="http://schemas.microsoft.com/office/drawing/2014/main" id="{AD87F41F-1F8E-66B6-5E7C-31DFE26F6D21}"/>
              </a:ext>
            </a:extLst>
          </p:cNvPr>
          <p:cNvSpPr txBox="1"/>
          <p:nvPr>
            <p:custDataLst>
              <p:tags r:id="rId12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28" name="OTLSHAPE_T_18fc97e7f7ba465dabf35571a6de77e3_StartDate" hidden="1">
            <a:extLst>
              <a:ext uri="{FF2B5EF4-FFF2-40B4-BE49-F238E27FC236}">
                <a16:creationId xmlns:a16="http://schemas.microsoft.com/office/drawing/2014/main" id="{64B8BBBF-A011-16A0-C156-CD53AF3DD5FF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29" name="OTLSHAPE_T_18fc97e7f7ba465dabf35571a6de77e3_EndDate" hidden="1">
            <a:extLst>
              <a:ext uri="{FF2B5EF4-FFF2-40B4-BE49-F238E27FC236}">
                <a16:creationId xmlns:a16="http://schemas.microsoft.com/office/drawing/2014/main" id="{8E42E3D8-2328-B843-C0F9-16BF9CC51EEF}"/>
              </a:ext>
            </a:extLst>
          </p:cNvPr>
          <p:cNvSpPr txBox="1"/>
          <p:nvPr>
            <p:custDataLst>
              <p:tags r:id="rId12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30" name="OTLSHAPE_T_18fc97e7f7ba465dabf35571a6de77e3_Title">
            <a:extLst>
              <a:ext uri="{FF2B5EF4-FFF2-40B4-BE49-F238E27FC236}">
                <a16:creationId xmlns:a16="http://schemas.microsoft.com/office/drawing/2014/main" id="{E6D827F7-C4EC-5D19-F9FC-DA75BE6C9295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127000" y="5194930"/>
            <a:ext cx="1219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4">
                <a:solidFill>
                  <a:schemeClr val="dk1"/>
                </a:solidFill>
                <a:latin typeface="Calibri" panose="020F0502020204030204" pitchFamily="34" charset="0"/>
              </a:rPr>
              <a:t>Flights (Hélder +  Fer)</a:t>
            </a:r>
          </a:p>
        </p:txBody>
      </p:sp>
      <p:sp>
        <p:nvSpPr>
          <p:cNvPr id="131" name="OTLSHAPE_T_18fc97e7f7ba465dabf35571a6de77e3_JoinedDate">
            <a:extLst>
              <a:ext uri="{FF2B5EF4-FFF2-40B4-BE49-F238E27FC236}">
                <a16:creationId xmlns:a16="http://schemas.microsoft.com/office/drawing/2014/main" id="{A2F79B1A-AD9B-D7C9-F062-B138EADAC71E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10682552" y="5202677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Sep 1 - Sep 30</a:t>
            </a:r>
          </a:p>
        </p:txBody>
      </p:sp>
      <p:sp>
        <p:nvSpPr>
          <p:cNvPr id="132" name="OTLSHAPE_T_18fc97e7f7ba465dabf35571a6de77e3_TextPercentage" hidden="1">
            <a:extLst>
              <a:ext uri="{FF2B5EF4-FFF2-40B4-BE49-F238E27FC236}">
                <a16:creationId xmlns:a16="http://schemas.microsoft.com/office/drawing/2014/main" id="{2B45DC96-E641-BF0C-D3EE-E074F4A90304}"/>
              </a:ext>
            </a:extLst>
          </p:cNvPr>
          <p:cNvSpPr txBox="1"/>
          <p:nvPr>
            <p:custDataLst>
              <p:tags r:id="rId12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144" name="OTLSHAPE_T_323ec919de284b2eb69bd49b3cfbaa7e_Duration" hidden="1">
            <a:extLst>
              <a:ext uri="{FF2B5EF4-FFF2-40B4-BE49-F238E27FC236}">
                <a16:creationId xmlns:a16="http://schemas.microsoft.com/office/drawing/2014/main" id="{5A0CF44C-1081-5D9D-4732-3FCBB7917378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12700" y="-458748"/>
            <a:ext cx="2794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145" name="OTLSHAPE_T_323ec919de284b2eb69bd49b3cfbaa7e_StartDate" hidden="1">
            <a:extLst>
              <a:ext uri="{FF2B5EF4-FFF2-40B4-BE49-F238E27FC236}">
                <a16:creationId xmlns:a16="http://schemas.microsoft.com/office/drawing/2014/main" id="{B5C37F90-4B72-EE33-BE95-70CEB79C606E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46" name="OTLSHAPE_T_323ec919de284b2eb69bd49b3cfbaa7e_EndDate" hidden="1">
            <a:extLst>
              <a:ext uri="{FF2B5EF4-FFF2-40B4-BE49-F238E27FC236}">
                <a16:creationId xmlns:a16="http://schemas.microsoft.com/office/drawing/2014/main" id="{D167560F-13E3-0880-8143-CAE5CFC6E316}"/>
              </a:ext>
            </a:extLst>
          </p:cNvPr>
          <p:cNvSpPr txBox="1"/>
          <p:nvPr>
            <p:custDataLst>
              <p:tags r:id="rId13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47" name="OTLSHAPE_T_323ec919de284b2eb69bd49b3cfbaa7e_Title">
            <a:extLst>
              <a:ext uri="{FF2B5EF4-FFF2-40B4-BE49-F238E27FC236}">
                <a16:creationId xmlns:a16="http://schemas.microsoft.com/office/drawing/2014/main" id="{8E62AFFE-FB91-D206-FCAD-9B90805EF9FB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127000" y="3317362"/>
            <a:ext cx="1092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Spiky Ready (Dane)</a:t>
            </a:r>
          </a:p>
        </p:txBody>
      </p:sp>
      <p:sp>
        <p:nvSpPr>
          <p:cNvPr id="148" name="OTLSHAPE_T_323ec919de284b2eb69bd49b3cfbaa7e_JoinedDate">
            <a:extLst>
              <a:ext uri="{FF2B5EF4-FFF2-40B4-BE49-F238E27FC236}">
                <a16:creationId xmlns:a16="http://schemas.microsoft.com/office/drawing/2014/main" id="{4C445969-737E-5A02-36F1-F708F97B86B7}"/>
              </a:ext>
            </a:extLst>
          </p:cNvPr>
          <p:cNvSpPr txBox="1"/>
          <p:nvPr>
            <p:custDataLst>
              <p:tags r:id="rId134"/>
            </p:custDataLst>
          </p:nvPr>
        </p:nvSpPr>
        <p:spPr>
          <a:xfrm>
            <a:off x="3226842" y="3325109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12 - Aug 14</a:t>
            </a:r>
          </a:p>
        </p:txBody>
      </p:sp>
      <p:sp>
        <p:nvSpPr>
          <p:cNvPr id="149" name="OTLSHAPE_T_323ec919de284b2eb69bd49b3cfbaa7e_TextPercentage" hidden="1">
            <a:extLst>
              <a:ext uri="{FF2B5EF4-FFF2-40B4-BE49-F238E27FC236}">
                <a16:creationId xmlns:a16="http://schemas.microsoft.com/office/drawing/2014/main" id="{6260864B-6937-279E-A18F-5B7A1E596CFF}"/>
              </a:ext>
            </a:extLst>
          </p:cNvPr>
          <p:cNvSpPr txBox="1"/>
          <p:nvPr>
            <p:custDataLst>
              <p:tags r:id="rId13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150" name="OTLSHAPE_T_323ec919de284b2eb69bd49b3cfbaa7e_Variance" hidden="1">
            <a:extLst>
              <a:ext uri="{FF2B5EF4-FFF2-40B4-BE49-F238E27FC236}">
                <a16:creationId xmlns:a16="http://schemas.microsoft.com/office/drawing/2014/main" id="{B9A30378-E9E7-F67A-1E46-9C41DD3C398C}"/>
              </a:ext>
            </a:extLst>
          </p:cNvPr>
          <p:cNvSpPr txBox="1"/>
          <p:nvPr>
            <p:custDataLst>
              <p:tags r:id="rId13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65" name="OTLSHAPE_T_0c8bd329e5be4c298fa6f575f298d6cd_Duration" hidden="1">
            <a:extLst>
              <a:ext uri="{FF2B5EF4-FFF2-40B4-BE49-F238E27FC236}">
                <a16:creationId xmlns:a16="http://schemas.microsoft.com/office/drawing/2014/main" id="{811F4E35-68C7-3B1B-63F2-F0591387892F}"/>
              </a:ext>
            </a:extLst>
          </p:cNvPr>
          <p:cNvSpPr txBox="1"/>
          <p:nvPr>
            <p:custDataLst>
              <p:tags r:id="rId137"/>
            </p:custDataLst>
          </p:nvPr>
        </p:nvSpPr>
        <p:spPr>
          <a:xfrm>
            <a:off x="12700" y="-156577"/>
            <a:ext cx="279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166" name="OTLSHAPE_T_0c8bd329e5be4c298fa6f575f298d6cd_Variance" hidden="1">
            <a:extLst>
              <a:ext uri="{FF2B5EF4-FFF2-40B4-BE49-F238E27FC236}">
                <a16:creationId xmlns:a16="http://schemas.microsoft.com/office/drawing/2014/main" id="{C4B6E8BB-6E84-7A3F-E164-F259C3908487}"/>
              </a:ext>
            </a:extLst>
          </p:cNvPr>
          <p:cNvSpPr txBox="1"/>
          <p:nvPr>
            <p:custDataLst>
              <p:tags r:id="rId13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67" name="OTLSHAPE_T_0c8bd329e5be4c298fa6f575f298d6cd_StartDate" hidden="1">
            <a:extLst>
              <a:ext uri="{FF2B5EF4-FFF2-40B4-BE49-F238E27FC236}">
                <a16:creationId xmlns:a16="http://schemas.microsoft.com/office/drawing/2014/main" id="{82F40224-B524-4B8D-7580-15014975DD48}"/>
              </a:ext>
            </a:extLst>
          </p:cNvPr>
          <p:cNvSpPr txBox="1"/>
          <p:nvPr>
            <p:custDataLst>
              <p:tags r:id="rId13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68" name="OTLSHAPE_T_0c8bd329e5be4c298fa6f575f298d6cd_EndDate" hidden="1">
            <a:extLst>
              <a:ext uri="{FF2B5EF4-FFF2-40B4-BE49-F238E27FC236}">
                <a16:creationId xmlns:a16="http://schemas.microsoft.com/office/drawing/2014/main" id="{FD5DCCAD-EEF9-6A9C-379E-3D7DD5C00D09}"/>
              </a:ext>
            </a:extLst>
          </p:cNvPr>
          <p:cNvSpPr txBox="1"/>
          <p:nvPr>
            <p:custDataLst>
              <p:tags r:id="rId14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69" name="OTLSHAPE_T_0c8bd329e5be4c298fa6f575f298d6cd_Title">
            <a:extLst>
              <a:ext uri="{FF2B5EF4-FFF2-40B4-BE49-F238E27FC236}">
                <a16:creationId xmlns:a16="http://schemas.microsoft.com/office/drawing/2014/main" id="{6D1C1C3D-CEA3-7205-DCA2-00E9914046A7}"/>
              </a:ext>
            </a:extLst>
          </p:cNvPr>
          <p:cNvSpPr txBox="1"/>
          <p:nvPr>
            <p:custDataLst>
              <p:tags r:id="rId141"/>
            </p:custDataLst>
          </p:nvPr>
        </p:nvSpPr>
        <p:spPr>
          <a:xfrm>
            <a:off x="127000" y="3525981"/>
            <a:ext cx="1587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4">
                <a:solidFill>
                  <a:schemeClr val="dk1"/>
                </a:solidFill>
                <a:latin typeface="Calibri" panose="020F0502020204030204" pitchFamily="34" charset="0"/>
              </a:rPr>
              <a:t>Spiky Sampling System (Fer)</a:t>
            </a:r>
          </a:p>
        </p:txBody>
      </p:sp>
      <p:sp>
        <p:nvSpPr>
          <p:cNvPr id="170" name="OTLSHAPE_T_0c8bd329e5be4c298fa6f575f298d6cd_JoinedDate">
            <a:extLst>
              <a:ext uri="{FF2B5EF4-FFF2-40B4-BE49-F238E27FC236}">
                <a16:creationId xmlns:a16="http://schemas.microsoft.com/office/drawing/2014/main" id="{A44A339B-5AD8-E5BF-D0BB-EED4FCFA33AA}"/>
              </a:ext>
            </a:extLst>
          </p:cNvPr>
          <p:cNvSpPr txBox="1"/>
          <p:nvPr>
            <p:custDataLst>
              <p:tags r:id="rId142"/>
            </p:custDataLst>
          </p:nvPr>
        </p:nvSpPr>
        <p:spPr>
          <a:xfrm>
            <a:off x="4008673" y="3533728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17 - Aug 18</a:t>
            </a:r>
          </a:p>
        </p:txBody>
      </p:sp>
      <p:sp>
        <p:nvSpPr>
          <p:cNvPr id="171" name="OTLSHAPE_T_0c8bd329e5be4c298fa6f575f298d6cd_TextPercentage" hidden="1">
            <a:extLst>
              <a:ext uri="{FF2B5EF4-FFF2-40B4-BE49-F238E27FC236}">
                <a16:creationId xmlns:a16="http://schemas.microsoft.com/office/drawing/2014/main" id="{B0F8481A-EA56-62A8-82E8-CBDCC7FD6E5C}"/>
              </a:ext>
            </a:extLst>
          </p:cNvPr>
          <p:cNvSpPr txBox="1"/>
          <p:nvPr>
            <p:custDataLst>
              <p:tags r:id="rId14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175" name="OTLSHAPE_T_d5125945d1d04fd2a301f6a3a624f7b3_Duration" hidden="1">
            <a:extLst>
              <a:ext uri="{FF2B5EF4-FFF2-40B4-BE49-F238E27FC236}">
                <a16:creationId xmlns:a16="http://schemas.microsoft.com/office/drawing/2014/main" id="{AA005198-10B0-53C5-D982-E2F6ED32033C}"/>
              </a:ext>
            </a:extLst>
          </p:cNvPr>
          <p:cNvSpPr txBox="1"/>
          <p:nvPr>
            <p:custDataLst>
              <p:tags r:id="rId144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5 days</a:t>
            </a:r>
          </a:p>
        </p:txBody>
      </p:sp>
      <p:sp>
        <p:nvSpPr>
          <p:cNvPr id="176" name="OTLSHAPE_T_d5125945d1d04fd2a301f6a3a624f7b3_Variance" hidden="1">
            <a:extLst>
              <a:ext uri="{FF2B5EF4-FFF2-40B4-BE49-F238E27FC236}">
                <a16:creationId xmlns:a16="http://schemas.microsoft.com/office/drawing/2014/main" id="{A7C72CFA-6CA6-1F9E-C827-D3F5A0A04B9F}"/>
              </a:ext>
            </a:extLst>
          </p:cNvPr>
          <p:cNvSpPr txBox="1"/>
          <p:nvPr>
            <p:custDataLst>
              <p:tags r:id="rId14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77" name="OTLSHAPE_T_d5125945d1d04fd2a301f6a3a624f7b3_StartDate" hidden="1">
            <a:extLst>
              <a:ext uri="{FF2B5EF4-FFF2-40B4-BE49-F238E27FC236}">
                <a16:creationId xmlns:a16="http://schemas.microsoft.com/office/drawing/2014/main" id="{64B43BCD-32FF-FF9C-F7C6-617659A786CF}"/>
              </a:ext>
            </a:extLst>
          </p:cNvPr>
          <p:cNvSpPr txBox="1"/>
          <p:nvPr>
            <p:custDataLst>
              <p:tags r:id="rId14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78" name="OTLSHAPE_T_d5125945d1d04fd2a301f6a3a624f7b3_EndDate" hidden="1">
            <a:extLst>
              <a:ext uri="{FF2B5EF4-FFF2-40B4-BE49-F238E27FC236}">
                <a16:creationId xmlns:a16="http://schemas.microsoft.com/office/drawing/2014/main" id="{FC55F7DF-59EE-9A8B-69F6-E502A90B2E54}"/>
              </a:ext>
            </a:extLst>
          </p:cNvPr>
          <p:cNvSpPr txBox="1"/>
          <p:nvPr>
            <p:custDataLst>
              <p:tags r:id="rId14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79" name="OTLSHAPE_T_d5125945d1d04fd2a301f6a3a624f7b3_Title">
            <a:extLst>
              <a:ext uri="{FF2B5EF4-FFF2-40B4-BE49-F238E27FC236}">
                <a16:creationId xmlns:a16="http://schemas.microsoft.com/office/drawing/2014/main" id="{847A7CA4-DF17-CAA9-F66A-4A253F61C895}"/>
              </a:ext>
            </a:extLst>
          </p:cNvPr>
          <p:cNvSpPr txBox="1"/>
          <p:nvPr>
            <p:custDataLst>
              <p:tags r:id="rId148"/>
            </p:custDataLst>
          </p:nvPr>
        </p:nvSpPr>
        <p:spPr>
          <a:xfrm>
            <a:off x="127000" y="4777692"/>
            <a:ext cx="1955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6">
                <a:solidFill>
                  <a:schemeClr val="dk1"/>
                </a:solidFill>
                <a:latin typeface="Calibri" panose="020F0502020204030204" pitchFamily="34" charset="0"/>
              </a:rPr>
              <a:t>Tochodrone Sampling System (Fer)</a:t>
            </a:r>
          </a:p>
        </p:txBody>
      </p:sp>
      <p:sp>
        <p:nvSpPr>
          <p:cNvPr id="180" name="OTLSHAPE_T_d5125945d1d04fd2a301f6a3a624f7b3_JoinedDate">
            <a:extLst>
              <a:ext uri="{FF2B5EF4-FFF2-40B4-BE49-F238E27FC236}">
                <a16:creationId xmlns:a16="http://schemas.microsoft.com/office/drawing/2014/main" id="{ECA13E15-C466-A8CF-F589-F0D9E0857BDF}"/>
              </a:ext>
            </a:extLst>
          </p:cNvPr>
          <p:cNvSpPr txBox="1"/>
          <p:nvPr>
            <p:custDataLst>
              <p:tags r:id="rId149"/>
            </p:custDataLst>
          </p:nvPr>
        </p:nvSpPr>
        <p:spPr>
          <a:xfrm>
            <a:off x="5572552" y="4785440"/>
            <a:ext cx="8128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Aug 24 - Aug 28</a:t>
            </a:r>
          </a:p>
        </p:txBody>
      </p:sp>
      <p:sp>
        <p:nvSpPr>
          <p:cNvPr id="181" name="OTLSHAPE_T_d5125945d1d04fd2a301f6a3a624f7b3_TextPercentage" hidden="1">
            <a:extLst>
              <a:ext uri="{FF2B5EF4-FFF2-40B4-BE49-F238E27FC236}">
                <a16:creationId xmlns:a16="http://schemas.microsoft.com/office/drawing/2014/main" id="{D768D729-324F-62D7-0D86-D9D032FA49A9}"/>
              </a:ext>
            </a:extLst>
          </p:cNvPr>
          <p:cNvSpPr txBox="1"/>
          <p:nvPr>
            <p:custDataLst>
              <p:tags r:id="rId1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185" name="OTLSHAPE_T_65fb22e7d0fb49d0b827b3ccb472cdb1_Duration" hidden="1">
            <a:extLst>
              <a:ext uri="{FF2B5EF4-FFF2-40B4-BE49-F238E27FC236}">
                <a16:creationId xmlns:a16="http://schemas.microsoft.com/office/drawing/2014/main" id="{E033E70C-5E78-28C5-0BE2-882E0517048C}"/>
              </a:ext>
            </a:extLst>
          </p:cNvPr>
          <p:cNvSpPr txBox="1"/>
          <p:nvPr>
            <p:custDataLst>
              <p:tags r:id="rId151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22 days</a:t>
            </a:r>
          </a:p>
        </p:txBody>
      </p:sp>
      <p:sp>
        <p:nvSpPr>
          <p:cNvPr id="186" name="OTLSHAPE_T_65fb22e7d0fb49d0b827b3ccb472cdb1_Variance" hidden="1">
            <a:extLst>
              <a:ext uri="{FF2B5EF4-FFF2-40B4-BE49-F238E27FC236}">
                <a16:creationId xmlns:a16="http://schemas.microsoft.com/office/drawing/2014/main" id="{FA7FE5B3-4EDF-B497-2E2C-1EF8ACDC271D}"/>
              </a:ext>
            </a:extLst>
          </p:cNvPr>
          <p:cNvSpPr txBox="1"/>
          <p:nvPr>
            <p:custDataLst>
              <p:tags r:id="rId15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87" name="OTLSHAPE_T_65fb22e7d0fb49d0b827b3ccb472cdb1_StartDate" hidden="1">
            <a:extLst>
              <a:ext uri="{FF2B5EF4-FFF2-40B4-BE49-F238E27FC236}">
                <a16:creationId xmlns:a16="http://schemas.microsoft.com/office/drawing/2014/main" id="{C0D1F2BA-36DD-7FD8-05C2-C72F03D1CBF5}"/>
              </a:ext>
            </a:extLst>
          </p:cNvPr>
          <p:cNvSpPr txBox="1"/>
          <p:nvPr>
            <p:custDataLst>
              <p:tags r:id="rId153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88" name="OTLSHAPE_T_65fb22e7d0fb49d0b827b3ccb472cdb1_EndDate" hidden="1">
            <a:extLst>
              <a:ext uri="{FF2B5EF4-FFF2-40B4-BE49-F238E27FC236}">
                <a16:creationId xmlns:a16="http://schemas.microsoft.com/office/drawing/2014/main" id="{A1BA6FB9-9DB5-0848-5422-AC2CAE72AED8}"/>
              </a:ext>
            </a:extLst>
          </p:cNvPr>
          <p:cNvSpPr txBox="1"/>
          <p:nvPr>
            <p:custDataLst>
              <p:tags r:id="rId15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89" name="OTLSHAPE_T_65fb22e7d0fb49d0b827b3ccb472cdb1_Title">
            <a:extLst>
              <a:ext uri="{FF2B5EF4-FFF2-40B4-BE49-F238E27FC236}">
                <a16:creationId xmlns:a16="http://schemas.microsoft.com/office/drawing/2014/main" id="{89464B96-DDD2-FA42-36DD-1D80F8257D7E}"/>
              </a:ext>
            </a:extLst>
          </p:cNvPr>
          <p:cNvSpPr txBox="1"/>
          <p:nvPr>
            <p:custDataLst>
              <p:tags r:id="rId155"/>
            </p:custDataLst>
          </p:nvPr>
        </p:nvSpPr>
        <p:spPr>
          <a:xfrm>
            <a:off x="127000" y="5403548"/>
            <a:ext cx="10922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100" spc="-4">
                <a:solidFill>
                  <a:schemeClr val="dk1"/>
                </a:solidFill>
                <a:latin typeface="Calibri" panose="020F0502020204030204" pitchFamily="34" charset="0"/>
              </a:rPr>
              <a:t>Data Analysis (Ana)</a:t>
            </a:r>
          </a:p>
        </p:txBody>
      </p:sp>
      <p:sp>
        <p:nvSpPr>
          <p:cNvPr id="190" name="OTLSHAPE_T_65fb22e7d0fb49d0b827b3ccb472cdb1_JoinedDate">
            <a:extLst>
              <a:ext uri="{FF2B5EF4-FFF2-40B4-BE49-F238E27FC236}">
                <a16:creationId xmlns:a16="http://schemas.microsoft.com/office/drawing/2014/main" id="{EAADC3D8-66B9-5C09-9E81-6C79B860FE9B}"/>
              </a:ext>
            </a:extLst>
          </p:cNvPr>
          <p:cNvSpPr txBox="1"/>
          <p:nvPr>
            <p:custDataLst>
              <p:tags r:id="rId156"/>
            </p:custDataLst>
          </p:nvPr>
        </p:nvSpPr>
        <p:spPr>
          <a:xfrm>
            <a:off x="10682552" y="5411296"/>
            <a:ext cx="7239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4">
                <a:solidFill>
                  <a:schemeClr val="dk2"/>
                </a:solidFill>
                <a:latin typeface="Calibri" panose="020F0502020204030204" pitchFamily="34" charset="0"/>
              </a:rPr>
              <a:t>Sep 1 - Sep 30</a:t>
            </a:r>
          </a:p>
        </p:txBody>
      </p:sp>
      <p:sp>
        <p:nvSpPr>
          <p:cNvPr id="191" name="OTLSHAPE_T_65fb22e7d0fb49d0b827b3ccb472cdb1_TextPercentage" hidden="1">
            <a:extLst>
              <a:ext uri="{FF2B5EF4-FFF2-40B4-BE49-F238E27FC236}">
                <a16:creationId xmlns:a16="http://schemas.microsoft.com/office/drawing/2014/main" id="{4488D86F-BED8-966B-5659-112815898B64}"/>
              </a:ext>
            </a:extLst>
          </p:cNvPr>
          <p:cNvSpPr txBox="1"/>
          <p:nvPr>
            <p:custDataLst>
              <p:tags r:id="rId15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  <p:sp>
        <p:nvSpPr>
          <p:cNvPr id="86" name="OTLSHAPE_T_d0718c67a08441f6b66389a53fabc21f_Duration" hidden="1">
            <a:extLst>
              <a:ext uri="{FF2B5EF4-FFF2-40B4-BE49-F238E27FC236}">
                <a16:creationId xmlns:a16="http://schemas.microsoft.com/office/drawing/2014/main" id="{A44FD183-74D0-21C7-CA55-5BBD58C276E3}"/>
              </a:ext>
            </a:extLst>
          </p:cNvPr>
          <p:cNvSpPr txBox="1"/>
          <p:nvPr>
            <p:custDataLst>
              <p:tags r:id="rId158"/>
            </p:custDataLst>
          </p:nvPr>
        </p:nvSpPr>
        <p:spPr>
          <a:xfrm>
            <a:off x="12700" y="-156577"/>
            <a:ext cx="2794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>
                <a:solidFill>
                  <a:srgbClr val="ED7D31"/>
                </a:solidFill>
                <a:latin typeface="Calibri" panose="020F0502020204030204" pitchFamily="34" charset="0"/>
              </a:rPr>
              <a:t>1 day</a:t>
            </a:r>
          </a:p>
        </p:txBody>
      </p:sp>
      <p:sp>
        <p:nvSpPr>
          <p:cNvPr id="87" name="OTLSHAPE_T_d0718c67a08441f6b66389a53fabc21f_Variance" hidden="1">
            <a:extLst>
              <a:ext uri="{FF2B5EF4-FFF2-40B4-BE49-F238E27FC236}">
                <a16:creationId xmlns:a16="http://schemas.microsoft.com/office/drawing/2014/main" id="{948B63A0-4EA4-CB43-F469-398EFFC0E262}"/>
              </a:ext>
            </a:extLst>
          </p:cNvPr>
          <p:cNvSpPr txBox="1"/>
          <p:nvPr>
            <p:custDataLst>
              <p:tags r:id="rId159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88" name="OTLSHAPE_T_d0718c67a08441f6b66389a53fabc21f_StartDate" hidden="1">
            <a:extLst>
              <a:ext uri="{FF2B5EF4-FFF2-40B4-BE49-F238E27FC236}">
                <a16:creationId xmlns:a16="http://schemas.microsoft.com/office/drawing/2014/main" id="{8F96E19B-D0DC-DE87-FB7F-CB727F0BAB29}"/>
              </a:ext>
            </a:extLst>
          </p:cNvPr>
          <p:cNvSpPr txBox="1"/>
          <p:nvPr>
            <p:custDataLst>
              <p:tags r:id="rId16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89" name="OTLSHAPE_T_d0718c67a08441f6b66389a53fabc21f_EndDate" hidden="1">
            <a:extLst>
              <a:ext uri="{FF2B5EF4-FFF2-40B4-BE49-F238E27FC236}">
                <a16:creationId xmlns:a16="http://schemas.microsoft.com/office/drawing/2014/main" id="{41FCA940-F532-7ECA-01E8-B96A039B85DC}"/>
              </a:ext>
            </a:extLst>
          </p:cNvPr>
          <p:cNvSpPr txBox="1"/>
          <p:nvPr>
            <p:custDataLst>
              <p:tags r:id="rId16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GB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90" name="OTLSHAPE_T_d0718c67a08441f6b66389a53fabc21f_Title">
            <a:extLst>
              <a:ext uri="{FF2B5EF4-FFF2-40B4-BE49-F238E27FC236}">
                <a16:creationId xmlns:a16="http://schemas.microsoft.com/office/drawing/2014/main" id="{98E4F944-7D00-7E2D-AD78-95C3B060072C}"/>
              </a:ext>
            </a:extLst>
          </p:cNvPr>
          <p:cNvSpPr txBox="1"/>
          <p:nvPr>
            <p:custDataLst>
              <p:tags r:id="rId162"/>
            </p:custDataLst>
          </p:nvPr>
        </p:nvSpPr>
        <p:spPr>
          <a:xfrm>
            <a:off x="127000" y="2900125"/>
            <a:ext cx="11811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 sz="1100" spc="-4" dirty="0">
                <a:solidFill>
                  <a:schemeClr val="dk1"/>
                </a:solidFill>
                <a:latin typeface="Calibri" panose="020F0502020204030204" pitchFamily="34" charset="0"/>
              </a:rPr>
              <a:t>RTK GPS Set Up (Fer)</a:t>
            </a:r>
          </a:p>
        </p:txBody>
      </p:sp>
      <p:sp>
        <p:nvSpPr>
          <p:cNvPr id="91" name="OTLSHAPE_T_d0718c67a08441f6b66389a53fabc21f_JoinedDate">
            <a:extLst>
              <a:ext uri="{FF2B5EF4-FFF2-40B4-BE49-F238E27FC236}">
                <a16:creationId xmlns:a16="http://schemas.microsoft.com/office/drawing/2014/main" id="{97775EC2-0A8C-B945-07C6-F286C6D88FAE}"/>
              </a:ext>
            </a:extLst>
          </p:cNvPr>
          <p:cNvSpPr txBox="1"/>
          <p:nvPr>
            <p:custDataLst>
              <p:tags r:id="rId163"/>
            </p:custDataLst>
          </p:nvPr>
        </p:nvSpPr>
        <p:spPr>
          <a:xfrm>
            <a:off x="3226734" y="2907872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GB" sz="1000" spc="-6">
                <a:solidFill>
                  <a:schemeClr val="dk2"/>
                </a:solidFill>
                <a:latin typeface="Calibri" panose="020F0502020204030204" pitchFamily="34" charset="0"/>
              </a:rPr>
              <a:t>Aug 13</a:t>
            </a:r>
          </a:p>
        </p:txBody>
      </p:sp>
      <p:sp>
        <p:nvSpPr>
          <p:cNvPr id="92" name="OTLSHAPE_T_d0718c67a08441f6b66389a53fabc21f_TextPercentage" hidden="1">
            <a:extLst>
              <a:ext uri="{FF2B5EF4-FFF2-40B4-BE49-F238E27FC236}">
                <a16:creationId xmlns:a16="http://schemas.microsoft.com/office/drawing/2014/main" id="{3421503A-B14B-FF89-B723-664FF2E5C73E}"/>
              </a:ext>
            </a:extLst>
          </p:cNvPr>
          <p:cNvSpPr txBox="1"/>
          <p:nvPr>
            <p:custDataLst>
              <p:tags r:id="rId16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GB" sz="1000">
              <a:solidFill>
                <a:schemeClr val="lt2"/>
              </a:solidFill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55096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X3N3aW1sYW5lc1YyIjpbeyIkaWQiOiIyIiwiX2FjdGl2aXRpZXMiOlt7IiRpZCI6IjMiLCJfcm93cyI6W10sIkluZGV4IjoxNCwiSWQiOiI5NTk0MDAyNy1kNDk2LTQ1ZGItODZkMi03YjU2ZTBkZjdkZWMiLCJIZWFkZXJUZXh0IjpudWxsLCJJc0RlZmF1bHQiOnRydWUsIlN0eWxlIjp7IiRpZCI6IjQiLCJIZWFkZXJTdHlsZSI6eyIkaWQiOiI1IiwiVGV4dFN0eWxlIjp7IiRpZCI6IjYiLCJGb250U2V0dGluZ3MiOnsiJGlkIjoiNyIsIkZvbnRTaXplIjoxMSwiRm9udE5hbWUiOiJDYWxpYnJpIiwiSXNCb2xkIjpmYWxzZSwiSXNJdGFsaWMiOmZhbHNlLCJJc1VuZGVybGluZWQiOmZhbHNlLCJQYXJlbnRTdHlsZSI6bnVsbH0sIkF1dG9TaXplIjoyLCJGb3JlZ3JvdW5kIjp7IiRpZCI6IjgiLCJDb2xvciI6eyIkaWQiOiI5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TAiLCJUb3AiOjAuMCwiTGVmdCI6MC4wLCJSaWdodCI6MC4wLCJCb3R0b20iOjAuMH0sIlBhZGRpbmciOnsiJGlkIjoiMTEiLCJUb3AiOjAuMCwiTGVmdCI6MC4wLCJSaWdodCI6MC4wLCJCb3R0b20iOjAuMH0sIkJhY2tncm91bmQiOnsiJGlkIjoiMTIiLCJDb2xvciI6eyIkaWQiOiIxMyIsIkEiOjI1NSwiUiI6MCwiRyI6MCwiQiI6MH19LCJJc1Zpc2libGUiOnRydWUsIldpZHRoIjowLjAsIkhlaWdodCI6MC4wLCJCb3JkZXJTdHlsZSI6bnVsbCwiUGFyZW50U3R5bGUiOm51bGx9LCJSZWN0YW5nbGVTdHlsZSI6eyIkaWQiOiIxNCIsIk1hcmdpbiI6eyIkaWQiOiIxNSIsIlRvcCI6MC4wLCJMZWZ0IjowLjAsIlJpZ2h0IjowLjAsIkJvdHRvbSI6MC4wfSwiUGFkZGluZyI6eyIkaWQiOiIxNiIsIlRvcCI6MC4wLCJMZWZ0IjowLjAsIlJpZ2h0IjowLjAsIkJvdHRvbSI6MC4wfSwiQmFja2dyb3VuZCI6eyIkaWQiOiIxNyIsIkNvbG9yIjp7IiRpZCI6IjE4IiwiQSI6NjMsIlIiOjIxLCJHIjo5NiwiQiI6MTMwfX0sIklzVmlzaWJsZSI6dHJ1ZSwiV2lkdGgiOjAuMCwiSGVpZ2h0IjowLjAsIkJvcmRlclN0eWxlIjp7IiRpZCI6IjE5IiwiTGluZUNvbG9yIjp7IiRpZCI6IjIwIiwiJHR5cGUiOiJOTFJFLkNvbW1vbi5Eb20uU29saWRDb2xvckJydXNoLCBOTFJFLkNvbW1vbiIsIkNvbG9yIjp7IiRpZCI6IjIxIiwiQSI6MjU1LCJSIjoyNTUsIkciOjAsIkIiOjB9fSwiTGluZVdlaWdodCI6MC4wLCJMaW5lVHlwZSI6MCwiUGFyZW50U3R5bGUiOm51bGx9LCJQYXJlbnRTdHlsZSI6bnVsbH0sIk1hcmdpbiI6eyIkaWQiOiIyMiIsIlRvcCI6MC4wLCJMZWZ0IjowLjAsIlJpZ2h0IjowLjAsIkJvdHRvbSI6MC4wfSwiUGFkZGluZyI6eyIkaWQiOiIyMyIsIlRvcCI6MC4wLCJMZWZ0IjowLjAsIlJpZ2h0IjowLjAsIkJvdHRvbSI6MC4wfSwiQmFja2dyb3VuZCI6bnVsbCwiSXNWaXNpYmxlIjp0cnVlLCJXaWR0aCI6MC4wLCJIZWlnaHQiOjAuMCwiQm9yZGVyU3R5bGUiOm51bGwsIlBhcmVudFN0eWxlIjpudWxsfSwiQmFja2dyb3VuZFN0eWxlIjp7IiRpZCI6IjI0IiwiTWFyZ2luIjp7IiRpZCI6IjI1IiwiVG9wIjowLjAsIkxlZnQiOjAuMCwiUmlnaHQiOjAuMCwiQm90dG9tIjowLjB9LCJQYWRkaW5nIjp7IiRpZCI6IjI2IiwiVG9wIjowLjAsIkxlZnQiOjAuMCwiUmlnaHQiOjAuMCwiQm90dG9tIjowLjB9LCJCYWNrZ3JvdW5kIjp7IiRpZCI6IjI3IiwiQ29sb3IiOnsiJGlkIjoiMjgiLCJBIjo1MSwiUiI6MjAwLCJHIjoyMDAsIkIiOjIwMH19LCJJc1Zpc2libGUiOnRydWUsIldpZHRoIjowLjAsIkhlaWdodCI6MC4wLCJCb3JkZXJTdHlsZSI6eyIkaWQiOiIyOSIsIkxpbmVDb2xvciI6eyIkaWQiOiIzMCIsIiR0eXBlIjoiTkxSRS5Db21tb24uRG9tLlNvbGlkQ29sb3JCcnVzaCwgTkxSRS5Db21tb24iLCJDb2xvciI6eyIkaWQiOiIzMSIsIkEiOjI1NSwiUiI6MjM0LCJHIjoyMiwiQiI6MzB9fSwiTGluZVdlaWdodCI6MC4wLCJMaW5lVHlwZSI6MCwiUGFyZW50U3R5bGUiOm51bGx9LCJQYXJlbnRTdHlsZSI6bnVsbH0sIk1hcmdpbiI6eyIkaWQiOiIzMiIsIlRvcCI6MC4wLCJMZWZ0IjowLjAsIlJpZ2h0IjowLjAsIkJvdHRvbSI6MC4wfSwiUGFkZGluZyI6eyIkaWQiOiIzMyIsIlRvcCI6MC4wLCJMZWZ0IjowLjAsIlJpZ2h0IjowLjAsIkJvdHRvbSI6MC4wfSwiSXNWaXNpYmxlIjp0cnVlLCJXaWR0aCI6MC4wLCJIZWlnaHQiOjAuMCwiQm9yZGVyU3R5bGUiOnsiJGlkIjoiMzQiLCJMaW5lQ29sb3IiOm51bGwsIkxpbmVXZWlnaHQiOjAuMCwiTGluZVR5cGUiOjAsIlBhcmVudFN0eWxlIjpudWxsfSwiUGFyZW50U3R5bGUiOm51bGx9fV0sIklkIjoiN2FjMmE5MzItMWYxYy00YTVmLTkxMDktMTAyNzdhNGQ4YWE0IiwiSW5kZXgiOjAsIkhlYWRlclRleHQiOiJVbnRpdGxlZCIsIlN0eWxlIjp7IiRpZCI6IjM1IiwiU3R5bGVJZCI6IjMzMmNmYjEzLWI0MDEtNGVjMy1iNjU1LTczOTY4ZDA0ZDc0OSIsIkhlYWRlclN0eWxlIjp7IiRpZCI6IjM2IiwiVGV4dElzVmVydGljYWwiOmZhbHNlLCJUZXh0U3R5bGUiOnsiJGlkIjoiMzciLCJGb250U2V0dGluZ3MiOnsiJGlkIjoiMzgiLCJGb250U2l6ZSI6MTEsIkZvbnROYW1lIjoiQ2FsaWJyaSIsIklzQm9sZCI6ZmFsc2UsIklzSXRhbGljIjpmYWxzZSwiSXNVbmRlcmxpbmVkIjpmYWxzZSwiUGFyZW50U3R5bGUiOm51bGx9LCJBdXRvU2l6ZSI6MiwiRm9yZWdyb3VuZCI6eyIkaWQiOiIzOSIsIkNvbG9yIjp7IiRpZCI6IjQwIiwiQSI6MjU1LCJSIjoyNTUsIkciOjI1NSwiQiI6MjU1fX0sIk1heFdpZHRoIjoiSW5maW5pdHkiLCJNYXhIZWlnaHQiOiJJbmZpbml0eSIsIlNtYXJ0Rm9yZWdyb3VuZElzQWN0aXZlIjpmYWxzZSwiSG9yaXpvbnRhbEFsaWdubWVudCI6MCwiVmVydGljYWxBbGlnbm1lbnQiOjAsIlNtYXJ0Rm9yZWdyb3VuZCI6bnVsbCwiQmFja2dyb3VuZEZpbGxUeXBlIjowLCJNYXJnaW4iOnsiJGlkIjoiNDEiLCJUb3AiOjAuMCwiTGVmdCI6MC4wLCJSaWdodCI6MC4wLCJCb3R0b20iOjAuMH0sIlBhZGRpbmciOnsiJGlkIjoiNDIiLCJUb3AiOjAuMCwiTGVmdCI6MC4wLCJSaWdodCI6MC4wLCJCb3R0b20iOjAuMH0sIkJhY2tncm91bmQiOnsiJGlkIjoiNDMiLCJDb2xvciI6eyIkaWQiOiI0NCIsIkEiOjAsIlIiOjI1NSwiRyI6MjU1LCJCIjoyNTV9fSwiSXNWaXNpYmxlIjp0cnVlLCJXaWR0aCI6MC4wLCJIZWlnaHQiOjAuMCwiQm9yZGVyU3R5bGUiOm51bGwsIlBhcmVudFN0eWxlIjpudWxsfSwiUmVjdGFuZ2xlU3R5bGUiOnsiJGlkIjoiNDUiLCJNYXJnaW4iOnsiJGlkIjoiNDYiLCJUb3AiOjAuMCwiTGVmdCI6MC4wLCJSaWdodCI6MC4wLCJCb3R0b20iOjAuMH0sIlBhZGRpbmciOnsiJGlkIjoiNDciLCJUb3AiOjAuMCwiTGVmdCI6MC4wLCJSaWdodCI6MC4wLCJCb3R0b20iOjAuMH0sIkJhY2tncm91bmQiOnsiJGlkIjoiNDgiLCJDb2xvciI6eyIkaWQiOiI0OSIsIkEiOjI1NSwiUiI6MjEsIkciOjk2LCJCIjoxMzB9fSwiSXNWaXNpYmxlIjp0cnVlLCJXaWR0aCI6MC4wLCJIZWlnaHQiOjAuMCwiQm9yZGVyU3R5bGUiOnsiJGlkIjoiNTAiLCJMaW5lQ29sb3IiOnsiJGlkIjoiNTEiLCIkdHlwZSI6Ik5MUkUuQ29tbW9uLkRvbS5Tb2xpZENvbG9yQnJ1c2gsIE5MUkUuQ29tbW9uIiwiQ29sb3IiOnsiJGlkIjoiNTIiLCJBIjoyNTUsIlIiOjI1NSwiRyI6MjU1LCJCIjoyNTV9fSwiTGluZVdlaWdodCI6MC4wLCJMaW5lVHlwZSI6MCwiUGFyZW50U3R5bGUiOm51bGx9LCJQYXJlbnRTdHlsZSI6bnVsbH0sIk1hcmdpbiI6eyIkaWQiOiI1MyIsIlRvcCI6MC4wLCJMZWZ0IjowLjAsIlJpZ2h0IjowLjAsIkJvdHRvbSI6MC4wfSwiUGFkZGluZyI6eyIkaWQiOiI1NCIsIlRvcCI6MC4wLCJMZWZ0IjowLjAsIlJpZ2h0IjowLjAsIkJvdHRvbSI6MC4wfSwiQmFja2dyb3VuZCI6bnVsbCwiSXNWaXNpYmxlIjp0cnVlLCJXaWR0aCI6MC4wLCJIZWlnaHQiOjAuMCwiQm9yZGVyU3R5bGUiOm51bGwsIlBhcmVudFN0eWxlIjpudWxsfSwiQmFja2dyb3VuZFN0eWxlIjp7IiRpZCI6IjU1IiwiTWFyZ2luIjp7IiRpZCI6IjU2IiwiVG9wIjowLjAsIkxlZnQiOjAuMCwiUmlnaHQiOjAuMCwiQm90dG9tIjowLjB9LCJQYWRkaW5nIjp7IiRpZCI6IjU3IiwiVG9wIjowLjAsIkxlZnQiOjAuMCwiUmlnaHQiOjAuMCwiQm90dG9tIjowLjB9LCJCYWNrZ3JvdW5kIjp7IiRpZCI6IjU4IiwiQ29sb3IiOnsiJGlkIjoiNTkiLCJBIjo1MSwiUiI6MjAwLCJHIjoyMDAsIkIiOjIwMH19LCJJc1Zpc2libGUiOnRydWUsIldpZHRoIjowLjAsIkhlaWdodCI6MC4wLCJCb3JkZXJTdHlsZSI6eyIkaWQiOiI2MCIsIkxpbmVDb2xvciI6eyIkaWQiOiI2MSIsIiR0eXBlIjoiTkxSRS5Db21tb24uRG9tLlNvbGlkQ29sb3JCcnVzaCwgTkxSRS5Db21tb24iLCJDb2xvciI6eyIkaWQiOiI2MiIsIkEiOjI1NSwiUiI6MjM0LCJHIjoyMiwiQiI6MzB9fSwiTGluZVdlaWdodCI6MC4wLCJMaW5lVHlwZSI6MCwiUGFyZW50U3R5bGUiOm51bGx9LCJQYXJlbnRTdHlsZSI6bnVsbH0sIklzQWJvdmVUaW1lYmFuZCI6ZmFsc2UsIlNwYWNpbmciOjMsIkRlZmF1bHRTd2ltbGFuZVRhc2tTdHlsZSI6eyIkaWQiOiI2MyIsIiR0eXBlIjoiTkxSRS5Db21tb24uRG9tLlN0eWxlcy5FeHBsaWNpdFNldGFibGVUYXNrU3R5bGUsIE5MUkUuQ29tbW9uIiwiU2hhcGUiOjEsIlNoYXBlVGhpY2tuZXNzIjowLCJEdXJhdGlvbkZvcm1hdCI6MCwiSW5jbHVkZU5vbldvcmtpbmdEYXlzSW5EdXJhdGlvbiI6ZmFsc2UsIlBlcmNlbnRhZ2VDb21wbGV0ZVN0eWxlIjp7IiRpZCI6IjY0IiwiRm9udFNldHRpbmdzIjp7IiRpZCI6IjY1IiwiRm9udFNpemUiOjEwLCJGb250TmFtZSI6IkNhbGlicmkiLCJJc0JvbGQiOmZhbHNlLCJJc0l0YWxpYyI6ZmFsc2UsIklzVW5kZXJsaW5lZCI6ZmFsc2UsIlBhcmVudFN0eWxlIjpudWxsfSwiQXV0b1NpemUiOjAsIkZvcmVncm91bmQiOnsiJGlkIjoiNjYiLCJDb2xvciI6eyIkaWQiOiI2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2OCIsIlRvcCI6MC4wLCJMZWZ0IjowLjAsIlJpZ2h0IjowLjAsIkJvdHRvbSI6MC4wfSwiUGFkZGluZyI6eyIkaWQiOiI2OSIsIlRvcCI6MC4wLCJMZWZ0IjowLjAsIlJpZ2h0IjowLjAsIkJvdHRvbSI6MC4wfSwiQmFja2dyb3VuZCI6eyIkaWQiOiI3MCIsIkNvbG9yIjp7IiRpZCI6IjcxIiwiQSI6ODksIlIiOjAsIkciOjAsIkIiOjB9fSwiSXNWaXNpYmxlIjp0cnVlLCJXaWR0aCI6MC4wLCJIZWlnaHQiOjAuMCwiQm9yZGVyU3R5bGUiOnsiJGlkIjoiNzIiLCJMaW5lQ29sb3IiOm51bGwsIkxpbmVXZWlnaHQiOjAuMCwiTGluZVR5cGUiOjAsIlBhcmVudFN0eWxlIjpudWxsfSwiUGFyZW50U3R5bGUiOm51bGx9LCJEdXJhdGlvblN0eWxlIjp7IiRpZCI6IjczIiwiRm9udFNldHRpbmdzIjp7IiRpZCI6Ijc0IiwiRm9udFNpemUiOjEwLCJGb250TmFtZSI6IkNhbGlicmkiLCJJc0JvbGQiOmZhbHNlLCJJc0l0YWxpYyI6ZmFsc2UsIklzVW5kZXJsaW5lZCI6ZmFsc2UsIlBhcmVudFN0eWxlIjpudWxsfSwiQXV0b1NpemUiOjAsIkZvcmVncm91bmQiOnsiJGlkIjoiNzUiLCJDb2xvciI6eyIkaWQiOiI3Ni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c3IiwiVG9wIjowLjAsIkxlZnQiOjAuMCwiUmlnaHQiOjAuMCwiQm90dG9tIjowLjB9LCJQYWRkaW5nIjp7IiRpZCI6Ijc4IiwiVG9wIjowLjAsIkxlZnQiOjAuMCwiUmlnaHQiOjAuMCwiQm90dG9tIjowLjB9LCJCYWNrZ3JvdW5kIjp7IiRpZCI6Ijc5IiwiQ29sb3IiOnsiJGlkIjoiODAiLCJBIjoyNTUsIlIiOjIzNywiRyI6MTI1LCJCIjo0OX19LCJJc1Zpc2libGUiOnRydWUsIldpZHRoIjowLjAsIkhlaWdodCI6MC4wLCJCb3JkZXJTdHlsZSI6eyIkaWQiOiI4MSIsIkxpbmVDb2xvciI6bnVsbCwiTGluZVdlaWdodCI6MC4wLCJMaW5lVHlwZSI6MCwiUGFyZW50U3R5bGUiOm51bGx9LCJQYXJlbnRTdHlsZSI6bnVsbH0sIkhvcml6b250YWxDb25uZWN0b3JTdHlsZSI6eyIkaWQiOiI4MiIsIkxpbmVDb2xvciI6eyIkaWQiOiI4MyIsIiR0eXBlIjoiTkxSRS5Db21tb24uRG9tLlNvbGlkQ29sb3JCcnVzaCwgTkxSRS5Db21tb24iLCJDb2xvciI6eyIkaWQiOiI4NCIsIkEiOjI1NSwiUiI6MCwiRyI6MCwiQiI6MH19LCJMaW5lV2VpZ2h0IjowLjAsIkxpbmVUeXBlIjowLCJQYXJlbnRTdHlsZSI6bnVsbH0sIlZlcnRpY2FsQ29ubmVjdG9yU3R5bGUiOnsiJGlkIjoiODUiLCJMaW5lQ29sb3IiOnsiJGlkIjoiODYiLCIkdHlwZSI6Ik5MUkUuQ29tbW9uLkRvbS5Tb2xpZENvbG9yQnJ1c2gsIE5MUkUuQ29tbW9uIiwiQ29sb3IiOnsiJGlkIjoiODc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4OCIsIlNoYXBlU3R5bGUiOnsiJGlkIjoiODkiLCJNYXJnaW4iOnsiJGlkIjoiOTAiLCJUb3AiOjAuMCwiTGVmdCI6MC4wLCJSaWdodCI6MC4wLCJCb3R0b20iOjAuMH0sIlBhZGRpbmciOnsiJGlkIjoiOTEiLCJUb3AiOjAuMCwiTGVmdCI6MC4wLCJSaWdodCI6MC4wLCJCb3R0b20iOjAuMH0sIkJhY2tncm91bmQiOnsiJGlkIjoiOTIiLCJDb2xvciI6eyIkaWQiOiI5MyIsIkEiOjE1MywiUiI6MCwiRyI6MCwiQiI6MH19LCJJc1Zpc2libGUiOnRydWUsIldpZHRoIjowLjAsIkhlaWdodCI6MC4wLCJCb3JkZXJTdHlsZSI6eyIkaWQiOiI5NCIsIkxpbmVDb2xvciI6eyIkaWQiOiI5NSIsIiR0eXBlIjoiTkxSRS5Db21tb24uRG9tLlNvbGlkQ29sb3JCcnVzaCwgTkxSRS5Db21tb24iLCJDb2xvciI6eyIkaWQiOiI5NiIsIkEiOjI1NSwiUiI6MjU1LCJHIjowLCJCIjowfX0sIkxpbmVXZWlnaHQiOjAuMCwiTGluZVR5cGUiOjAsIlBhcmVudFN0eWxlIjpudWxsfSwiUGFyZW50U3R5bGUiOm51bGx9LCJNYXJnaW4iOnsiJGlkIjoiOTciLCJUb3AiOjAuMCwiTGVmdCI6MC4wLCJSaWdodCI6MC4wLCJCb3R0b20iOjAuMH0sIlBhZGRpbmciOnsiJGlkIjoiOTgiLCJUb3AiOjAuMCwiTGVmdCI6MC4wLCJSaWdodCI6MC4wLCJCb3R0b20iOjAuMH0sIkJhY2tncm91bmQiOm51bGwsIklzVmlzaWJsZSI6dHJ1ZSwiV2lkdGgiOjAuMCwiSGVpZ2h0IjowLjAsIkJvcmRlclN0eWxlIjpudWxsLCJQYXJlbnRTdHlsZSI6bnVsbH0sIlNoYXBlU3R5bGUiOnsiJGlkIjoiOTkiLCJNYXJnaW4iOnsiJGlkIjoiMTAwIiwiVG9wIjowLjAsIkxlZnQiOjQuMCwiUmlnaHQiOjQuMCwiQm90dG9tIjowLjB9LCJQYWRkaW5nIjp7IiRpZCI6IjEwMSIsIlRvcCI6MC4wLCJMZWZ0IjowLjAsIlJpZ2h0IjowLjAsIkJvdHRvbSI6MC4wfSwiQmFja2dyb3VuZCI6eyIkaWQiOiIxMDIiLCJDb2xvciI6eyIkaWQiOiIxMDMiLCJBIjoyNTUsIlIiOjIxLCJHIjo5NiwiQiI6MTMwfX0sIklzVmlzaWJsZSI6dHJ1ZSwiV2lkdGgiOjAuMCwiSGVpZ2h0IjoxMC4wLCJCb3JkZXJTdHlsZSI6eyIkaWQiOiIxMDQiLCJMaW5lQ29sb3IiOnsiJGlkIjoiMTA1IiwiJHR5cGUiOiJOTFJFLkNvbW1vbi5Eb20uU29saWRDb2xvckJydXNoLCBOTFJFLkNvbW1vbiIsIkNvbG9yIjp7IiRpZCI6IjEwNiIsIkEiOjI1NSwiUiI6MjM0LCJHIjoyMiwiQiI6MzB9fSwiTGluZVdlaWdodCI6MC4wLCJMaW5lVHlwZSI6MCwiUGFyZW50U3R5bGUiOm51bGx9LCJQYXJlbnRTdHlsZSI6bnVsbH0sIlRpdGxlU3R5bGUiOnsiJGlkIjoiMTA3IiwiRm9udFNldHRpbmdzIjp7IiRpZCI6IjEwOCIsIkZvbnRTaXplIjoxMSwiRm9udE5hbWUiOiJDYWxpYnJpIiwiSXNCb2xkIjpmYWxzZSwiSXNJdGFsaWMiOmZhbHNlLCJJc1VuZGVybGluZWQiOmZhbHNlLCJQYXJlbnRTdHlsZSI6bnVsbH0sIkF1dG9TaXplIjowLCJGb3JlZ3JvdW5kIjp7IiRpZCI6IjEwOSIsIkNvbG9yIjp7IiRpZCI6IjEx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TEiLCJUb3AiOjAuMCwiTGVmdCI6MC4wLCJSaWdodCI6MC4wLCJCb3R0b20iOjAuMH0sIlBhZGRpbmciOnsiJGlkIjoiMTEyIiwiVG9wIjowLjAsIkxlZnQiOjAuMCwiUmlnaHQiOjAuMCwiQm90dG9tIjowLjB9LCJCYWNrZ3JvdW5kIjp7IiRpZCI6IjExMyIsIkNvbG9yIjp7IiRpZCI6IjExNCIsIkEiOjI1NSwiUiI6MCwiRyI6MCwiQiI6MH19LCJJc1Zpc2libGUiOnRydWUsIldpZHRoIjowLjAsIkhlaWdodCI6MC4wLCJCb3JkZXJTdHlsZSI6eyIkaWQiOiIxMTUiLCJMaW5lQ29sb3IiOm51bGwsIkxpbmVXZWlnaHQiOjAuMCwiTGluZVR5cGUiOjAsIlBhcmVudFN0eWxlIjpudWxsfSwiUGFyZW50U3R5bGUiOm51bGx9LCJEYXRlU3R5bGUiOnsiJGlkIjoiMTE2IiwiRm9udFNldHRpbmdzIjp7IiRpZCI6IjExNyIsIkZvbnRTaXplIjoxMCwiRm9udE5hbWUiOiJDYWxpYnJpIiwiSXNCb2xkIjpmYWxzZSwiSXNJdGFsaWMiOmZhbHNlLCJJc1VuZGVybGluZWQiOmZhbHNlLCJQYXJlbnRTdHlsZSI6bnVsbH0sIkF1dG9TaXplIjowLCJGb3JlZ3JvdW5kIjp7IiRpZCI6IjExOCIsIkNvbG9yIjp7IiRpZCI6IjExOSIsIkEiOjI1NSwiUiI6MTQsIkciOjQwLCJCIjo2NX19LCJNYXhXaWR0aCI6MjAwLjAsIk1heEhlaWdodCI6IkluZmluaXR5IiwiU21hcnRGb3JlZ3JvdW5kSXNBY3RpdmUiOmZhbHNlLCJIb3Jpem9udGFsQWxpZ25tZW50IjoyLCJWZXJ0aWNhbEFsaWdubWVudCI6MSwiU21hcnRGb3JlZ3JvdW5kIjpudWxsLCJCYWNrZ3JvdW5kRmlsbFR5cGUiOjAsIk1hcmdpbiI6eyIkaWQiOiIxMjAiLCJUb3AiOjAuMCwiTGVmdCI6MC4wLCJSaWdodCI6MC4wLCJCb3R0b20iOjAuMH0sIlBhZGRpbmciOnsiJGlkIjoiMTIxIiwiVG9wIjowLjAsIkxlZnQiOjAuMCwiUmlnaHQiOjAuMCwiQm90dG9tIjowLjB9LCJCYWNrZ3JvdW5kIjp7IiRpZCI6IjEyMiIsIkNvbG9yIjp7IiRpZCI6IjEyMyIsIkEiOjI1NSwiUiI6MTQsIkciOjQwLCJCIjo2NX19LCJJc1Zpc2libGUiOnRydWUsIldpZHRoIjowLjAsIkhlaWdodCI6MC4wLCJCb3JkZXJTdHlsZSI6eyIkaWQiOiIxMjQiLCJMaW5lQ29sb3IiOm51bGwsIkxpbmVXZWlnaHQiOjAuMCwiTGluZVR5cGUiOjAsIlBhcmVudFN0eWxlIjpudWxsfSwiUGFyZW50U3R5bGUiOm51bGx9LCJEYXRlRm9ybWF0Ijp7IiRpZCI6IjEy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YiLCJGb3JtYXQiOjAsIklzVmlzaWJsZSI6ZmFsc2UsIkxhc3RLbm93blZpc2liaWxpdHlTdGF0ZSI6ZmFsc2V9LCJJc1Zpc2libGUiOnRydWUsIlZhcmlhbmNlU3R5bGUiOnsiJGlkIjoiMTI3IiwiVGV4dFN0eWxlIjp7IiRpZCI6IjEyOCIsIkZvbnRTZXR0aW5ncyI6eyIkaWQiOiIxMjkiLCJGb250U2l6ZSI6MTAsIkZvbnROYW1lIjoiQ2FsaWJyaSIsIklzQm9sZCI6ZmFsc2UsIklzSXRhbGljIjpmYWxzZSwiSXNVbmRlcmxpbmVkIjpmYWxzZSwiUGFyZW50U3R5bGUiOm51bGx9LCJBdXRvU2l6ZSI6MCwiRm9yZWdyb3VuZCI6eyIkaWQiOiIxMzAiLCJDb2xvciI6eyIkaWQiOiIxMz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yIiwiVG9wIjowLjAsIkxlZnQiOjAuMCwiUmlnaHQiOjAuMCwiQm90dG9tIjowLjB9LCJQYWRkaW5nIjp7IiRpZCI6IjEzMyIsIlRvcCI6MC4wLCJMZWZ0IjowLjAsIlJpZ2h0IjowLjAsIkJvdHRvbSI6MC4wfSwiQmFja2dyb3VuZCI6eyIkaWQiOiIxMzQiLCJDb2xvciI6eyIkaWQiOiIxMzUiLCJBIjoyNTUsIlIiOjAsIkciOjAsIkIiOjB9fSwiSXNWaXNpYmxlIjp0cnVlLCJXaWR0aCI6MC4wLCJIZWlnaHQiOjAuMCwiQm9yZGVyU3R5bGUiOnsiJGlkIjoiMTM2IiwiTGluZUNvbG9yIjpudWxsLCJMaW5lV2VpZ2h0IjowLjAsIkxpbmVUeXBlIjowLCJQYXJlbnRTdHlsZSI6bnVsbH0sIlBhcmVudFN0eWxlIjpudWxsfSwiUGFyZW50U3R5bGUiOm51bGx9LCJQYXJlbnRTdHlsZSI6bnVsbCwiX2V4cGxpY2l0bHlTZXQiOnsiJGlkIjoiMTM3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M4IiwiU2hhcGUiOjEsIkNvbm5lY3Rvck1hcmdpbiI6eyIkaWQiOiIxMzkiLCJUb3AiOjAuMCwiTGVmdCI6Mi4wLCJSaWdodCI6Mi4wLCJCb3R0b20iOjAuMH0sIkNvbm5lY3RvclN0eWxlIjp7IiRpZCI6IjE0MCIsIkxpbmVDb2xvciI6eyIkaWQiOiIxNDEiLCIkdHlwZSI6Ik5MUkUuQ29tbW9uLkRvbS5Tb2xpZENvbG9yQnJ1c2gsIE5MUkUuQ29tbW9uIiwiQ29sb3IiOnsiJGlkIjoiMTQyIiwiQSI6MTI3LCJSIjoxMSwiRyI6NDgsIkIiOjY1fX0sIkxpbmVXZWlnaHQiOjEuMCwiTGluZVR5cGUiOjAsIlBhcmVudFN0eWxlIjpudWxsfSwiSXNCZWxvd1RpbWViYW5kIjpmYWxzZSwiUG9zaXRpb25PblRhc2siOjEsIkhpZGVEYXRlIjpmYWxzZSwiU2hhcGVTaXplIjowLCJTcGFjaW5nIjowLjAsIlBhZGRpbmciOnsiJGlkIjoiMTQzIiwiVG9wIjo1LjAsIkxlZnQiOjMuMCwiUmlnaHQiOjAuMCwiQm90dG9tIjoyLjB9LCJTaGFwZVN0eWxlIjp7IiRpZCI6IjE0NCIsIk1hcmdpbiI6eyIkaWQiOiIxNDUiLCJUb3AiOjAuMCwiTGVmdCI6MC4wLCJSaWdodCI6MC4wLCJCb3R0b20iOjAuMH0sIlBhZGRpbmciOnsiJGlkIjoiMTQ2IiwiVG9wIjowLjAsIkxlZnQiOjAuMCwiUmlnaHQiOjAuMCwiQm90dG9tIjowLjB9LCJCYWNrZ3JvdW5kIjp7IiRpZCI6IjE0NyIsIkNvbG9yIjp7IiRpZCI6IjE0OCIsIkEiOjI1NSwiUiI6MTEsIkciOjQ4LCJCIjo2NX19LCJJc1Zpc2libGUiOnRydWUsIldpZHRoIjoxMi4wLCJIZWlnaHQiOjE0LjAsIkJvcmRlclN0eWxlIjp7IiRpZCI6IjE0OSIsIkxpbmVDb2xvciI6eyIkaWQiOiIxNTAiLCIkdHlwZSI6Ik5MUkUuQ29tbW9uLkRvbS5Tb2xpZENvbG9yQnJ1c2gsIE5MUkUuQ29tbW9uIiwiQ29sb3IiOnsiJGlkIjoiMTUxIiwiQSI6MjU1LCJSIjoyNTUsIkciOjAsIkIiOjB9fSwiTGluZVdlaWdodCI6MC4wLCJMaW5lVHlwZSI6MCwiUGFyZW50U3R5bGUiOm51bGx9LCJQYXJlbnRTdHlsZSI6bnVsbH0sIlRpdGxlU3R5bGUiOnsiJGlkIjoiMTUyIiwiRm9udFNldHRpbmdzIjp7IiRpZCI6IjE1MyIsIkZvbnRTaXplIjoxMSwiRm9udE5hbWUiOiJDYWxpYnJpIiwiSXNCb2xkIjpmYWxzZSwiSXNJdGFsaWMiOmZhbHNlLCJJc1VuZGVybGluZWQiOmZhbHNlLCJQYXJlbnRTdHlsZSI6bnVsbH0sIkF1dG9TaXplIjowLCJGb3JlZ3JvdW5kIjp7IiRpZCI6IjE1NCIsIkNvbG9yIjp7IiRpZCI6IjE1NS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xNTYiLCJUb3AiOjAuMCwiTGVmdCI6MC4wLCJSaWdodCI6MC4wLCJCb3R0b20iOjAuMH0sIlBhZGRpbmciOnsiJGlkIjoiMTU3IiwiVG9wIjowLjAsIkxlZnQiOjAuMCwiUmlnaHQiOjAuMCwiQm90dG9tIjowLjB9LCJCYWNrZ3JvdW5kIjp7IiRpZCI6IjE1OCIsIkNvbG9yIjp7IiRpZCI6IjE1OSIsIkEiOjI1NSwiUiI6MCwiRyI6MCwiQiI6MH19LCJJc1Zpc2libGUiOnRydWUsIldpZHRoIjowLjAsIkhlaWdodCI6MC4wLCJCb3JkZXJTdHlsZSI6eyIkaWQiOiIxNjAiLCJMaW5lQ29sb3IiOm51bGwsIkxpbmVXZWlnaHQiOjAuMCwiTGluZVR5cGUiOjAsIlBhcmVudFN0eWxlIjpudWxsfSwiUGFyZW50U3R5bGUiOm51bGx9LCJEYXRlU3R5bGUiOnsiJGlkIjoiMTYxIiwiRm9udFNldHRpbmdzIjp7IiRpZCI6IjE2MiIsIkZvbnRTaXplIjoxMCwiRm9udE5hbWUiOiJDYWxpYnJpIiwiSXNCb2xkIjpmYWxzZSwiSXNJdGFsaWMiOmZhbHNlLCJJc1VuZGVybGluZWQiOmZhbHNlLCJQYXJlbnRTdHlsZSI6bnVsbH0sIkF1dG9TaXplIjowLCJGb3JlZ3JvdW5kIjp7IiRpZCI6IjE2MyIsIkNvbG9yIjp7IiRpZCI6IjE2NCIsIkEiOjI1NSwiUiI6MTQsIkciOjQwLCJCIjo2NX19LCJNYXhXaWR0aCI6MjAwLjAsIk1heEhlaWdodCI6IkluZmluaXR5IiwiU21hcnRGb3JlZ3JvdW5kSXNBY3RpdmUiOmZhbHNlLCJIb3Jpem9udGFsQWxpZ25tZW50IjoxLCJWZXJ0aWNhbEFsaWdubWVudCI6MSwiU21hcnRGb3JlZ3JvdW5kIjpudWxsLCJCYWNrZ3JvdW5kRmlsbFR5cGUiOjAsIk1hcmdpbiI6eyIkaWQiOiIxNjUiLCJUb3AiOjAuMCwiTGVmdCI6MC4wLCJSaWdodCI6MC4wLCJCb3R0b20iOjAuMH0sIlBhZGRpbmciOnsiJGlkIjoiMTY2IiwiVG9wIjowLjAsIkxlZnQiOjAuMCwiUmlnaHQiOjAuMCwiQm90dG9tIjowLjB9LCJCYWNrZ3JvdW5kIjp7IiRpZCI6IjE2NyIsIkNvbG9yIjp7IiRpZCI6IjE2OCIsIkEiOjI1NSwiUiI6MTQsIkciOjQwLCJCIjo2NX19LCJJc1Zpc2libGUiOnRydWUsIldpZHRoIjowLjAsIkhlaWdodCI6MC4wLCJCb3JkZXJTdHlsZSI6eyIkaWQiOiIxNjkiLCJMaW5lQ29sb3IiOm51bGwsIkxpbmVXZWlnaHQiOjAuMCwiTGluZVR5cGUiOjAsIlBhcmVudFN0eWxlIjpudWxsfSwiUGFyZW50U3R5bGUiOm51bGx9LCJEYXRlRm9ybWF0Ijp7IiRpZCI6IjE3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EiLCJGb3JtYXQiOjAsIklzVmlzaWJsZSI6ZmFsc2UsIkxhc3RLbm93blZpc2liaWxpdHlTdGF0ZSI6ZmFsc2V9LCJJc1Zpc2libGUiOnRydWUsIlZhcmlhbmNlU3R5bGUiOnsiJGlkIjoiMTcyIiwiVGV4dFN0eWxlIjp7IiRpZCI6IjE3MyIsIkZvbnRTZXR0aW5ncyI6eyIkaWQiOiIxNzQiLCJGb250U2l6ZSI6MTAsIkZvbnROYW1lIjoiQ2FsaWJyaSIsIklzQm9sZCI6ZmFsc2UsIklzSXRhbGljIjpmYWxzZSwiSXNVbmRlcmxpbmVkIjpmYWxzZSwiUGFyZW50U3R5bGUiOm51bGx9LCJBdXRvU2l6ZSI6MCwiRm9yZWdyb3VuZCI6eyIkaWQiOiIxNzUiLCJDb2xvciI6eyIkaWQiOiIxNz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c3IiwiVG9wIjowLjAsIkxlZnQiOjAuMCwiUmlnaHQiOjAuMCwiQm90dG9tIjowLjB9LCJQYWRkaW5nIjp7IiRpZCI6IjE3OCIsIlRvcCI6MC4wLCJMZWZ0IjowLjAsIlJpZ2h0IjowLjAsIkJvdHRvbSI6MC4wfSwiQmFja2dyb3VuZCI6eyIkaWQiOiIxNzkiLCJDb2xvciI6eyIkaWQiOiIxODAiLCJBIjoyNTUsIlIiOjAsIkciOjAsIkIiOjB9fSwiSXNWaXNpYmxlIjp0cnVlLCJXaWR0aCI6MC4wLCJIZWlnaHQiOjAuMCwiQm9yZGVyU3R5bGUiOnsiJGlkIjoiMTgxIiwiTGluZUNvbG9yIjpudWxsLCJMaW5lV2VpZ2h0IjowLjAsIkxpbmVUeXBlIjowLCJQYXJlbnRTdHlsZSI6bnVsbH0sIlBhcmVudFN0eWxlIjpudWxsfSwiUGFyZW50U3R5bGUiOm51bGx9LCJQYXJlbnRTdHlsZSI6bnVsbH0sIkRlZmF1bHRTd2ltbGFuZU1pbGVzdG9uZVN0eWxlIjp7IiRpZCI6IjE4MiIsIlRpdGxlUG9zaXRpb24iOiJMZWZ0IiwiRGF0ZVBvc2l0aW9uIjoiUmlnaHQiLCJWYXJpYW5jZVBvc2l0aW9uIjoiUmlnaHQiLCJTaGFwZVR5cGUiOjEsIlNoYXBlU2l6ZSI6MCwiU3BhY2luZyI6NSwiU2hhcGVTdHlsZSI6eyIkaWQiOiIxODMiLCJNYXJnaW4iOnsiJGlkIjoiMTg0IiwiVG9wIjowLjAsIkxlZnQiOjAuMCwiUmlnaHQiOjAuMCwiQm90dG9tIjowLjB9LCJQYWRkaW5nIjp7IiRpZCI6IjE4NSIsIlRvcCI6MC4wLCJMZWZ0IjowLjAsIlJpZ2h0IjowLjAsIkJvdHRvbSI6MC4wfSwiQmFja2dyb3VuZCI6eyIkaWQiOiIxODYiLCJDb2xvciI6eyIkaWQiOiIxODciLCJBIjoyNTUsIlIiOjIxLCJHIjo5NiwiQiI6MTMwfX0sIklzVmlzaWJsZSI6dHJ1ZSwiV2lkdGgiOjEyLjAsIkhlaWdodCI6MTQuMCwiQm9yZGVyU3R5bGUiOnsiJGlkIjoiMTg4IiwiTGluZUNvbG9yIjp7IiRpZCI6IjE4OSIsIiR0eXBlIjoiTkxSRS5Db21tb24uRG9tLlNvbGlkQ29sb3JCcnVzaCwgTkxSRS5Db21tb24iLCJDb2xvciI6eyIkaWQiOiIxOTAiLCJBIjoyNTUsIlIiOjIzNCwiRyI6MjIsIkIiOjMwfX0sIkxpbmVXZWlnaHQiOjAuMCwiTGluZVR5cGUiOjAsIlBhcmVudFN0eWxlIjpudWxsfSwiUGFyZW50U3R5bGUiOm51bGx9LCJUaXRsZVN0eWxlIjp7IiRpZCI6IjE5MSIsIkZvbnRTZXR0aW5ncyI6eyIkaWQiOiIxOTIiLCJGb250U2l6ZSI6MTEsIkZvbnROYW1lIjoiQ2FsaWJyaSIsIklzQm9sZCI6ZmFsc2UsIklzSXRhbGljIjpmYWxzZSwiSXNVbmRlcmxpbmVkIjpmYWxzZSwiUGFyZW50U3R5bGUiOm51bGx9LCJBdXRvU2l6ZSI6MCwiRm9yZWdyb3VuZCI6eyIkaWQiOiIxOTMiLCJDb2xvciI6eyIkaWQiOiIxOTQ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k1IiwiVG9wIjowLjAsIkxlZnQiOjAuMCwiUmlnaHQiOjAuMCwiQm90dG9tIjowLjB9LCJQYWRkaW5nIjp7IiRpZCI6IjE5NiIsIlRvcCI6MC4wLCJMZWZ0IjowLjAsIlJpZ2h0IjowLjAsIkJvdHRvbSI6MC4wfSwiQmFja2dyb3VuZCI6eyIkaWQiOiIxOTciLCJDb2xvciI6eyIkaWQiOiIxOTgiLCJBIjoyNTUsIlIiOjAsIkciOjAsIkIiOjB9fSwiSXNWaXNpYmxlIjp0cnVlLCJXaWR0aCI6MC4wLCJIZWlnaHQiOjAuMCwiQm9yZGVyU3R5bGUiOnsiJGlkIjoiMTk5IiwiTGluZUNvbG9yIjpudWxsLCJMaW5lV2VpZ2h0IjowLjAsIkxpbmVUeXBlIjowLCJQYXJlbnRTdHlsZSI6bnVsbH0sIlBhcmVudFN0eWxlIjpudWxsfSwiRGF0ZVN0eWxlIjp7IiRpZCI6IjIwMCIsIkZvbnRTZXR0aW5ncyI6eyIkaWQiOiIyMDEiLCJGb250U2l6ZSI6MTAsIkZvbnROYW1lIjoiQ2FsaWJyaSIsIklzQm9sZCI6ZmFsc2UsIklzSXRhbGljIjpmYWxzZSwiSXNVbmRlcmxpbmVkIjpmYWxzZSwiUGFyZW50U3R5bGUiOm51bGx9LCJBdXRvU2l6ZSI6MCwiRm9yZWdyb3VuZCI6eyIkaWQiOiIyMDIiLCJDb2xvciI6eyIkaWQiOiIyMD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jA0IiwiVG9wIjowLjAsIkxlZnQiOjAuMCwiUmlnaHQiOjAuMCwiQm90dG9tIjowLjB9LCJQYWRkaW5nIjp7IiRpZCI6IjIwNSIsIlRvcCI6MC4wLCJMZWZ0IjowLjAsIlJpZ2h0IjowLjAsIkJvdHRvbSI6MC4wfSwiQmFja2dyb3VuZCI6eyIkaWQiOiIyMDYiLCJDb2xvciI6eyIkaWQiOiIyMDciLCJBIjoyNTUsIlIiOjE0LCJHIjo0MCwiQiI6NjV9fSwiSXNWaXNpYmxlIjp0cnVlLCJXaWR0aCI6MC4wLCJIZWlnaHQiOjAuMCwiQm9yZGVyU3R5bGUiOnsiJGlkIjoiMjA4IiwiTGluZUNvbG9yIjpudWxsLCJMaW5lV2VpZ2h0IjowLjAsIkxpbmVUeXBlIjowLCJQYXJlbnRTdHlsZSI6bnVsbH0sIlBhcmVudFN0eWxlIjpudWxsfSwiRGF0ZUZvcm1hdCI6eyIkaWQiOiIyM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EwIiwiRm9ybWF0IjowLCJJc1Zpc2libGUiOmZhbHNlLCJMYXN0S25vd25WaXNpYmlsaXR5U3RhdGUiOmZhbHNlfSwiSXNWaXNpYmxlIjp0cnVlLCJWYXJpYW5jZVN0eWxlIjp7IiRpZCI6IjIxMSIsIlRleHRTdHlsZSI6eyIkaWQiOiIyMTIiLCJGb250U2V0dGluZ3MiOnsiJGlkIjoiMjEzIiwiRm9udFNpemUiOjEwLCJGb250TmFtZSI6IkNhbGlicmkiLCJJc0JvbGQiOmZhbHNlLCJJc0l0YWxpYyI6ZmFsc2UsIklzVW5kZXJsaW5lZCI6ZmFsc2UsIlBhcmVudFN0eWxlIjpudWxsfSwiQXV0b1NpemUiOjAsIkZvcmVncm91bmQiOnsiJGlkIjoiMjE0IiwiQ29sb3IiOnsiJGlkIjoiMjE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xNiIsIlRvcCI6MC4wLCJMZWZ0IjowLjAsIlJpZ2h0IjowLjAsIkJvdHRvbSI6MC4wfSwiUGFkZGluZyI6eyIkaWQiOiIyMTciLCJUb3AiOjAuMCwiTGVmdCI6MC4wLCJSaWdodCI6MC4wLCJCb3R0b20iOjAuMH0sIkJhY2tncm91bmQiOnsiJGlkIjoiMjE4IiwiQ29sb3IiOnsiJGlkIjoiMjE5IiwiQSI6MjU1LCJSIjowLCJHIjowLCJCIjowfX0sIklzVmlzaWJsZSI6dHJ1ZSwiV2lkdGgiOjAuMCwiSGVpZ2h0IjowLjAsIkJvcmRlclN0eWxlIjp7IiRpZCI6IjIyMCIsIkxpbmVDb2xvciI6bnVsbCwiTGluZVdlaWdodCI6MC4wLCJMaW5lVHlwZSI6MCwiUGFyZW50U3R5bGUiOm51bGx9LCJQYXJlbnRTdHlsZSI6bnVsbH0sIlBhcmVudFN0eWxlIjpudWxsfSwiUGFyZW50U3R5bGUiOm51bGx9LCJEZWZhdWx0U3dpbWxhbmVBY3Rpdml0eVN0eWxlIjp7IiRpZCI6IjIyMSIsIkhlYWRlclN0eWxlIjp7IiRpZCI6IjIyMiIsIlRleHRTdHlsZSI6eyIkaWQiOiIyMjMiLCJGb250U2V0dGluZ3MiOnsiJGlkIjoiMjI0IiwiRm9udFNpemUiOjExLCJGb250TmFtZSI6IkNhbGlicmkiLCJJc0JvbGQiOmZhbHNlLCJJc0l0YWxpYyI6ZmFsc2UsIklzVW5kZXJsaW5lZCI6ZmFsc2UsIlBhcmVudFN0eWxlIjpudWxsfSwiQXV0b1NpemUiOjIsIkZvcmVncm91bmQiOnsiJGlkIjoiMjI1IiwiQ29sb3IiOnsiJGlkIjoiMjI2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MjI3IiwiVG9wIjowLjAsIkxlZnQiOjAuMCwiUmlnaHQiOjAuMCwiQm90dG9tIjowLjB9LCJQYWRkaW5nIjp7IiRpZCI6IjIyOCIsIlRvcCI6MC4wLCJMZWZ0IjowLjAsIlJpZ2h0IjowLjAsIkJvdHRvbSI6MC4wfSwiQmFja2dyb3VuZCI6eyIkaWQiOiIyMjkiLCJDb2xvciI6eyIkaWQiOiIyMzAiLCJBIjoyNTUsIlIiOjAsIkciOjAsIkIiOjB9fSwiSXNWaXNpYmxlIjp0cnVlLCJXaWR0aCI6MC4wLCJIZWlnaHQiOjAuMCwiQm9yZGVyU3R5bGUiOm51bGwsIlBhcmVudFN0eWxlIjpudWxsfSwiUmVjdGFuZ2xlU3R5bGUiOnsiJGlkIjoiMjMxIiwiTWFyZ2luIjp7IiRpZCI6IjIzMiIsIlRvcCI6MC4wLCJMZWZ0IjowLjAsIlJpZ2h0IjowLjAsIkJvdHRvbSI6MC4wfSwiUGFkZGluZyI6eyIkaWQiOiIyMzMiLCJUb3AiOjAuMCwiTGVmdCI6MC4wLCJSaWdodCI6MC4wLCJCb3R0b20iOjAuMH0sIkJhY2tncm91bmQiOnsiJGlkIjoiMjM0IiwiQ29sb3IiOnsiJGlkIjoiMjM1IiwiQSI6NjMsIlIiOjIxLCJHIjo5NiwiQiI6MTMwfX0sIklzVmlzaWJsZSI6dHJ1ZSwiV2lkdGgiOjAuMCwiSGVpZ2h0IjowLjAsIkJvcmRlclN0eWxlIjp7IiRpZCI6IjIzNiIsIkxpbmVDb2xvciI6eyIkaWQiOiIyMzciLCIkdHlwZSI6Ik5MUkUuQ29tbW9uLkRvbS5Tb2xpZENvbG9yQnJ1c2gsIE5MUkUuQ29tbW9uIiwiQ29sb3IiOnsiJGlkIjoiMjM4IiwiQSI6MjU1LCJSIjoyNTUsIkciOjAsIkIiOjB9fSwiTGluZVdlaWdodCI6MC4wLCJMaW5lVHlwZSI6MCwiUGFyZW50U3R5bGUiOm51bGx9LCJQYXJlbnRTdHlsZSI6bnVsbH0sIk1hcmdpbiI6eyIkaWQiOiIyMzkiLCJUb3AiOjAuMCwiTGVmdCI6MC4wLCJSaWdodCI6MC4wLCJCb3R0b20iOjAuMH0sIlBhZGRpbmciOnsiJGlkIjoiMjQwIiwiVG9wIjowLjAsIkxlZnQiOjAuMCwiUmlnaHQiOjAuMCwiQm90dG9tIjowLjB9LCJCYWNrZ3JvdW5kIjpudWxsLCJJc1Zpc2libGUiOnRydWUsIldpZHRoIjowLjAsIkhlaWdodCI6MC4wLCJCb3JkZXJTdHlsZSI6bnVsbCwiUGFyZW50U3R5bGUiOm51bGx9LCJCYWNrZ3JvdW5kU3R5bGUiOnsiJGlkIjoiMjQxIiwiTWFyZ2luIjp7IiRpZCI6IjI0MiIsIlRvcCI6MC4wLCJMZWZ0IjowLjAsIlJpZ2h0IjowLjAsIkJvdHRvbSI6MC4wfSwiUGFkZGluZyI6eyIkaWQiOiIyNDMiLCJUb3AiOjAuMCwiTGVmdCI6MC4wLCJSaWdodCI6MC4wLCJCb3R0b20iOjAuMH0sIkJhY2tncm91bmQiOnsiJGlkIjoiMjQ0IiwiQ29sb3IiOnsiJGlkIjoiMjQ1IiwiQSI6NTEsIlIiOjIwMCwiRyI6MjAwLCJCIjoyMDB9fSwiSXNWaXNpYmxlIjp0cnVlLCJXaWR0aCI6MC4wLCJIZWlnaHQiOjAuMCwiQm9yZGVyU3R5bGUiOnsiJGlkIjoiMjQ2IiwiTGluZUNvbG9yIjp7IiRpZCI6IjI0NyIsIiR0eXBlIjoiTkxSRS5Db21tb24uRG9tLlNvbGlkQ29sb3JCcnVzaCwgTkxSRS5Db21tb24iLCJDb2xvciI6eyIkaWQiOiIyNDgiLCJBIjoyNTUsIlIiOjIzNCwiRyI6MjIsIkIiOjMwfX0sIkxpbmVXZWlnaHQiOjAuMCwiTGluZVR5cGUiOjAsIlBhcmVudFN0eWxlIjpudWxsfSwiUGFyZW50U3R5bGUiOm51bGx9LCJNYXJnaW4iOnsiJGlkIjoiMjQ5IiwiVG9wIjowLjAsIkxlZnQiOjAuMCwiUmlnaHQiOjAuMCwiQm90dG9tIjowLjB9LCJQYWRkaW5nIjp7IiRpZCI6IjI1MCIsIlRvcCI6MC4wLCJMZWZ0IjowLjAsIlJpZ2h0IjowLjAsIkJvdHRvbSI6MC4wfSwiSXNWaXNpYmxlIjp0cnVlLCJXaWR0aCI6MC4wLCJIZWlnaHQiOjAuMCwiQm9yZGVyU3R5bGUiOnsiJGlkIjoiMjUxIiwiTGluZUNvbG9yIjpudWxsLCJMaW5lV2VpZ2h0IjowLjAsIkxpbmVUeXBlIjowLCJQYXJlbnRTdHlsZSI6bnVsbH0sIlBhcmVudFN0eWxlIjpudWxsfSwiTWFyZ2luIjp7IiRpZCI6IjI1MiIsIlRvcCI6MC4wLCJMZWZ0IjowLjAsIlJpZ2h0IjowLjAsIkJvdHRvbSI6MC4wfSwiUGFkZGluZyI6eyIkaWQiOiIyNTMiLCJUb3AiOjAuMCwiTGVmdCI6MC4wLCJSaWdodCI6MC4wLCJCb3R0b20iOjAuMH0sIklzVmlzaWJsZSI6ZmFsc2UsIldpZHRoIjowLjAsIkhlaWdodCI6MC4wLCJCb3JkZXJTdHlsZSI6eyIkaWQiOiIyNTQiLCJMaW5lQ29sb3IiOm51bGwsIkxpbmVXZWlnaHQiOjAuMCwiTGluZVR5cGUiOjAsIlBhcmVudFN0eWxlIjpudWxsfSwiUGFyZW50U3R5bGUiOm51bGx9fV0sIkhhc0Jhc2VsaW5lcyI6ZmFsc2UsIkN1bHR1cmVJbmZvTmFtZSI6ImVuLVVTIiwiU3R5bGVOYW1lIjpudWxsLCJWZXJzaW9uIjp7IiRpZCI6IjI1NSIsIlZlcnNpb24iOiI1LjYuMCIsIk9yaWdpbmFsQXNzZW1ibHlWZXJzaW9uIjpudWxsLCJFZGl0aW9uIjpudWxsLCJMYXN0U2F2ZWRFZGl0aW9uIjo0LCJJc1BsdXNFZGl0aW9uIjpmYWxzZSwiSXNQcm9FZGl0aW9uIjpmYWxzZX0sIkVmZmVjdCI6MCwiU3R5bGUiOnsiJGlkIjoiMjU2IiwiRGVmYXVsdERlcGVuZGVuY3lTdHlsZSI6eyIkaWQiOiIyNTciLCJMaW5lU3R5bGUiOnsiJGlkIjoiMjU4IiwiTGluZUNvbG9yIjp7IiRpZCI6IjI1OSIsIiR0eXBlIjoiTkxSRS5Db21tb24uRG9tLlNvbGlkQ29sb3JCcnVzaCwgTkxSRS5Db21tb24iLCJDb2xvciI6eyIkaWQiOiIyNjAiLCJBIjoyNTUsIlIiOjAsIkciOjAsIkIiOjB9fSwiTGluZVdlaWdodCI6MS4wLCJMaW5lVHlwZSI6MCwiUGFyZW50U3R5bGUiOm51bGx9LCJFbmRBcnJvd2hlYWRMaW5lU3R5bGUiOnsiJGlkIjoiMjYxIiwiS2luZCI6MSwiV2lkdGgiOjEsIkxlbmd0aCI6MCwiUGFyZW50U3R5bGUiOm51bGx9LCJCcmluZ1RvRnJvbnQiOmZhbHNlLCJFbGJvd1JhZGl1cyI6My4wLCJNYXJnaW4iOnsiJGlkIjoiMjYyIiwiVG9wIjowLjAsIkxlZnQiOjAuMCwiUmlnaHQiOjAuMCwiQm90dG9tIjowLjB9LCJQYWRkaW5nIjp7IiRpZCI6IjI2MyIsIlRvcCI6MC4wLCJMZWZ0IjowLjAsIlJpZ2h0IjowLjAsIkJvdHRvbSI6MC4wfSwiQmFja2dyb3VuZCI6bnVsbCwiSXNWaXNpYmxlIjp0cnVlLCJXaWR0aCI6MC4wLCJIZWlnaHQiOjAuMCwiQm9yZGVyU3R5bGUiOm51bGwsIlBhcmVudFN0eWxlIjpudWxsfSwiQ3JpdGljYWxQYXRoU3R5bGUiOnsiJGlkIjoiMjY0IiwiQ3JpdGljYWxQYXRoU3R5bGVPcHRpb25zIjozMCwiTGluZVN0eWxlIjp7IiRpZCI6IjI2NSIsIkxpbmVDb2xvciI6eyIkaWQiOiIyNjYiLCIkdHlwZSI6Ik5MUkUuQ29tbW9uLkRvbS5Tb2xpZENvbG9yQnJ1c2gsIE5MUkUuQ29tbW9uIiwiQ29sb3IiOnsiJGlkIjoiMjY3IiwiQSI6MjU1LCJSIjoyMjIsIkciOjUwLCJCIjo1MH19LCJMaW5lV2VpZ2h0IjoxLjAsIkxpbmVUeXBlIjowLCJQYXJlbnRTdHlsZSI6bnVsbH0sIlRpdGxlRm9yZWdyb3VuZCI6eyIkaWQiOiIyNjgiLCJDb2xvciI6eyIkaWQiOiIyNjkiLCJBIjoyNTUsIlIiOjE3NiwiRyI6MTksIkIiOjI1fX0sIlNoYXBlc0JhY2tncm91bmQiOnsiJGlkIjoiMjcwIiwiQ29sb3IiOnsiJGlkIjoiMjcxIiwiQSI6MjU1LCJSIjoyNTMsIkciOjIwMywiQiI6MjA4fX0sIlNoYXBlc0JvcmRlclN0eWxlIjp7IiRpZCI6IjI3MiIsIkxpbmVDb2xvciI6eyIkaWQiOiIyNzMiLCIkdHlwZSI6Ik5MUkUuQ29tbW9uLkRvbS5Tb2xpZENvbG9yQnJ1c2gsIE5MUkUuQ29tbW9uIiwiQ29sb3IiOnsiJGlkIjoiMjc0IiwiQSI6MjU1LCJSIjoyMzQsIkciOjIyLCJCIjozMH19LCJMaW5lV2VpZ2h0IjoyLjAsIkxpbmVUeXBlIjowLCJQYXJlbnRTdHlsZSI6bnVsbH0sIk1hcmdpbiI6eyIkaWQiOiIyNzUiLCJUb3AiOjAuMCwiTGVmdCI6MC4wLCJSaWdodCI6MC4wLCJCb3R0b20iOjAuMH0sIlBhZGRpbmciOnsiJGlkIjoiMjc2IiwiVG9wIjowLjAsIkxlZnQiOjAuMCwiUmlnaHQiOjAuMCwiQm90dG9tIjowLjB9LCJCYWNrZ3JvdW5kIjpudWxsLCJJc1Zpc2libGUiOmZhbHNlLCJXaWR0aCI6MC4wLCJIZWlnaHQiOjAuMCwiQm9yZGVyU3R5bGUiOnsiJGlkIjoiMjc3IiwiTGluZUNvbG9yIjpudWxsLCJMaW5lV2VpZ2h0IjowLjAsIkxpbmVUeXBlIjowLCJQYXJlbnRTdHlsZSI6bnVsbH0sIlBhcmVudFN0eWxlIjpudWxsfSwiUGFuZWxzU3BhY2luZ0RlZmluaXRpb24iOnsiJGlkIjoiMjc4IiwiU3BhY2luZ0Fib3ZlVGltZWJhbmQiOjMsIlNwYWNpbmdCZWxvd1RpbWViYW5kIjozLCJTcGFjaW5nQWJvdmVCZXR3ZWVuU3dpbWxhbmVzQW5kVGFza3MiOjUsIlNwYWNpbmdCZWxvd0JldHdlZW5Td2ltbGFuZXNBbmRUYXNrcyI6NX0sIlRpbWViYW5kU3R5bGUiOnsiJGlkIjoiMjc5IiwiU2NhbGVNYXJraW5nIjowLCJTaGFwZSI6MCwiU2hhcGVTdHlsZSI6eyIkaWQiOiIyODAiLCJNYXJnaW4iOnsiJGlkIjoiMjgxIiwiVG9wIjowLjAsIkxlZnQiOjEwLjAsIlJpZ2h0IjoxMC4wLCJCb3R0b20iOjAuMH0sIlBhZGRpbmciOnsiJGlkIjoiMjgyIiwiVG9wIjowLjAsIkxlZnQiOjAuMCwiUmlnaHQiOjAuMCwiQm90dG9tIjowLjB9LCJCYWNrZ3JvdW5kIjp7IiRpZCI6IjI4MyIsIkNvbG9yIjp7IiRpZCI6IjI4NCIsIkEiOjI1NSwiUiI6MTQsIkciOjQwLCJCIjo2NX19LCJJc1Zpc2libGUiOnRydWUsIldpZHRoIjowLjAsIkhlaWdodCI6MjAuMCwiQm9yZGVyU3R5bGUiOnsiJGlkIjoiMjg1IiwiTGluZUNvbG9yIjp7IiRpZCI6IjI4NiIsIiR0eXBlIjoiTkxSRS5Db21tb24uRG9tLlNvbGlkQ29sb3JCcnVzaCwgTkxSRS5Db21tb24iLCJDb2xvciI6eyIkaWQiOiIyODciLCJBIjoyNTUsIlIiOjI1NSwiRyI6MCwiQiI6MH19LCJMaW5lV2VpZ2h0IjowLjAsIkxpbmVUeXBlIjowLCJQYXJlbnRTdHlsZSI6bnVsbH0sIlBhcmVudFN0eWxlIjpudWxsfSwiTWlkZGxlVGllclNoYXBlU3R5bGUiOnsiJGlkIjoiMjg4IiwiTWFyZ2luIjp7IiRpZCI6IjI4OSIsIlRvcCI6MC4wLCJMZWZ0IjoxMC4wLCJSaWdodCI6MTAuMCwiQm90dG9tIjowLjB9LCJQYWRkaW5nIjp7IiRpZCI6IjI5MCIsIlRvcCI6MC4wLCJMZWZ0IjowLjAsIlJpZ2h0IjowLjAsIkJvdHRvbSI6MC4wfSwiQmFja2dyb3VuZCI6eyIkaWQiOiIyOTEiLCJDb2xvciI6eyIkaWQiOiIyOTIiLCJBIjoyNTUsIlIiOjE0LCJHIjo0MCwiQiI6NjV9fSwiSXNWaXNpYmxlIjp0cnVlLCJXaWR0aCI6MC4wLCJIZWlnaHQiOjIwLjAsIkJvcmRlclN0eWxlIjp7IiRpZCI6IjI5MyIsIkxpbmVDb2xvciI6eyIkcmVmIjoiMjg2In0sIkxpbmVXZWlnaHQiOjAuMCwiTGluZVR5cGUiOjAsIlBhcmVudFN0eWxlIjpudWxsfSwiUGFyZW50U3R5bGUiOm51bGx9LCJCb3R0b21UaWVyU2hhcGVTdHlsZSI6eyIkaWQiOiIyOTQiLCJNYXJnaW4iOnsiJGlkIjoiMjk1IiwiVG9wIjowLjAsIkxlZnQiOjEwLjAsIlJpZ2h0IjoxMC4wLCJCb3R0b20iOjAuMH0sIlBhZGRpbmciOnsiJGlkIjoiMjk2IiwiVG9wIjowLjAsIkxlZnQiOjAuMCwiUmlnaHQiOjAuMCwiQm90dG9tIjowLjB9LCJCYWNrZ3JvdW5kIjp7IiRpZCI6IjI5NyIsIkNvbG9yIjp7IiRpZCI6IjI5OCIsIkEiOjI1NSwiUiI6MTQsIkciOjQwLCJCIjo2NX19LCJJc1Zpc2libGUiOnRydWUsIldpZHRoIjowLjAsIkhlaWdodCI6MjAuMCwiQm9yZGVyU3R5bGUiOnsiJGlkIjoiMjk5IiwiTGluZUNvbG9yIjp7IiRyZWYiOiIyODYifSwiTGluZVdlaWdodCI6MC4wLCJMaW5lVHlwZSI6MCwiUGFyZW50U3R5bGUiOm51bGx9LCJQYXJlbnRTdHlsZSI6bnVsbH0sIlJpZ2h0RW5kQ2Fwc1N0eWxlIjp7IiRpZCI6IjMwMCIsIkZvbnRTZXR0aW5ncyI6eyIkaWQiOiIzMDEiLCJGb250U2l6ZSI6MTgsIkZvbnROYW1lIjoiQ2FsaWJyaSIsIklzQm9sZCI6dHJ1ZSwiSXNJdGFsaWMiOmZhbHNlLCJJc1VuZGVybGluZWQiOmZhbHNlLCJQYXJlbnRTdHlsZSI6bnVsbH0sIkF1dG9TaXplIjowLCJGb3JlZ3JvdW5kIjp7IiRpZCI6IjMwMiIsIkNvbG9yIjp7IiRpZCI6IjMwMyIsIkEiOjI1NSwiUiI6MjMzLCJHIjoxMTMsIkIiOjUwfX0sIk1heFdpZHRoIjoyMDAuMCwiTWF4SGVpZ2h0IjoiSW5maW5pdHkiLCJTbWFydEZvcmVncm91bmRJc0FjdGl2ZSI6ZmFsc2UsIkhvcml6b250YWxBbGlnbm1lbnQiOjAsIlZlcnRpY2FsQWxpZ25tZW50IjoxLCJTbWFydEZvcmVncm91bmQiOm51bGwsIkJhY2tncm91bmRGaWxsVHlwZSI6MCwiTWFyZ2luIjp7IiRpZCI6IjMwNCIsIlRvcCI6MC4wLCJMZWZ0IjowLjAsIlJpZ2h0Ijo3Ni4zNTI0NzUyNDc1MjQ4MDgsIkJvdHRvbSI6MC4wfSwiUGFkZGluZyI6eyIkaWQiOiIzMDUiLCJUb3AiOjAuMCwiTGVmdCI6MC4wLCJSaWdodCI6MC4wLCJCb3R0b20iOjAuMH0sIkJhY2tncm91bmQiOnsiJGlkIjoiMzA2IiwiQ29sb3IiOnsiJGlkIjoiMzA3IiwiQSI6MjU1LCJSIjoyMzMsIkciOjExMywiQiI6NTB9fSwiSXNWaXNpYmxlIjp0cnVlLCJXaWR0aCI6MC4wLCJIZWlnaHQiOjAuMCwiQm9yZGVyU3R5bGUiOnsiJGlkIjoiMzA4IiwiTGluZUNvbG9yIjpudWxsLCJMaW5lV2VpZ2h0IjowLjAsIkxpbmVUeXBlIjowLCJQYXJlbnRTdHlsZSI6bnVsbH0sIlBhcmVudFN0eWxlIjpudWxsfSwiTGVmdEVuZENhcHNTdHlsZSI6eyIkaWQiOiIzMDkiLCJGb250U2V0dGluZ3MiOnsiJGlkIjoiMzEwIiwiRm9udFNpemUiOjE4LCJGb250TmFtZSI6IkNhbGlicmkiLCJJc0JvbGQiOnRydWUsIklzSXRhbGljIjpmYWxzZSwiSXNVbmRlcmxpbmVkIjpmYWxzZSwiUGFyZW50U3R5bGUiOm51bGx9LCJBdXRvU2l6ZSI6MCwiRm9yZWdyb3VuZCI6eyIkaWQiOiIzMTEiLCJDb2xvciI6eyIkaWQiOiIzMTI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zMTMiLCJUb3AiOjAuMCwiTGVmdCI6MzkuNTA2NjY2NjY2NjY2NjYxLCJSaWdodCI6MC4wLCJCb3R0b20iOjAuMH0sIlBhZGRpbmciOnsiJGlkIjoiMzE0IiwiVG9wIjowLjAsIkxlZnQiOjAuMCwiUmlnaHQiOjAuMCwiQm90dG9tIjowLjB9LCJCYWNrZ3JvdW5kIjp7IiRpZCI6IjMxNSIsIkNvbG9yIjp7IiRpZCI6IjMxNiIsIkEiOjI1NSwiUiI6MjM3LCJHIjoxMjUsIkIiOjQ5fX0sIklzVmlzaWJsZSI6ZmFsc2UsIldpZHRoIjowLjAsIkhlaWdodCI6MC4wLCJCb3JkZXJTdHlsZSI6eyIkaWQiOiIzMTciLCJMaW5lQ29sb3IiOm51bGwsIkxpbmVXZWlnaHQiOjAuMCwiTGluZVR5cGUiOjAsIlBhcmVudFN0eWxlIjpudWxsfSwiUGFyZW50U3R5bGUiOm51bGx9LCJUb2RheVRleHRTdHlsZSI6eyIkaWQiOiIzMTgiLCJGb250U2V0dGluZ3MiOnsiJGlkIjoiMzE5IiwiRm9udFNpemUiOjEyLCJGb250TmFtZSI6IkNhbGlicmkiLCJJc0JvbGQiOmZhbHNlLCJJc0l0YWxpYyI6ZmFsc2UsIklzVW5kZXJsaW5lZCI6ZmFsc2UsIlBhcmVudFN0eWxlIjpudWxsfSwiQXV0b1NpemUiOjAsIkZvcmVncm91bmQiOnsiJGlkIjoiMzIwIiwiQ29sb3IiOnsiJGlkIjoiMzI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yMiIsIlRvcCI6MC4wLCJMZWZ0IjowLjAsIlJpZ2h0IjowLjAsIkJvdHRvbSI6MC4wfSwiUGFkZGluZyI6eyIkaWQiOiIzMjMiLCJUb3AiOjAuMCwiTGVmdCI6MC4wLCJSaWdodCI6MC4wLCJCb3R0b20iOjAuMH0sIkJhY2tncm91bmQiOnsiJGlkIjoiMzI0IiwiQ29sb3IiOnsiJGlkIjoiMzI1IiwiQSI6MjU1LCJSIjowLCJHIjowLCJCIjowfX0sIklzVmlzaWJsZSI6dHJ1ZSwiV2lkdGgiOjAuMCwiSGVpZ2h0IjowLjAsIkJvcmRlclN0eWxlIjp7IiRpZCI6IjMyNiIsIkxpbmVDb2xvciI6bnVsbCwiTGluZVdlaWdodCI6MC4wLCJMaW5lVHlwZSI6MCwiUGFyZW50U3R5bGUiOm51bGx9LCJQYXJlbnRTdHlsZSI6bnVsbH0sIlRvZGF5TWFya2VyU3R5bGUiOnsiJGlkIjoiMzI3IiwiTWFyZ2luIjp7IiRpZCI6IjMyOCIsIlRvcCI6MC4wLCJMZWZ0IjowLjAsIlJpZ2h0IjowLjAsIkJvdHRvbSI6MC4wfSwiUGFkZGluZyI6eyIkaWQiOiIzMjkiLCJUb3AiOjAuMCwiTGVmdCI6MC4wLCJSaWdodCI6MC4wLCJCb3R0b20iOjAuMH0sIkJhY2tncm91bmQiOnsiJGlkIjoiMzMwIiwiQ29sb3IiOnsiJGlkIjoiMzMxIiwiQSI6MjU1LCJSIjoyNTUsIkciOjAsIkIiOjB9fSwiSXNWaXNpYmxlIjp0cnVlLCJXaWR0aCI6MC4wLCJIZWlnaHQiOjAuMCwiQm9yZGVyU3R5bGUiOm51bGwsIlBhcmVudFN0eWxlIjpudWxsfSwiU2NhbGVTdHlsZSI6eyIkaWQiOiIzMzIiLCJTaGFwZSI6MywiU2hvd1NlZ21lbnRTZXBhcmF0b3JzIjp0cnVlLCJTZWdtZW50U2VwYXJhdG9yT3BhY2l0eSI6MzAsIkhhc0JlZW5WaXNpYmxlQmVmb3JlIjpmYWxzZSwiRm9udFNldHRpbmdzIjp7IiRpZCI6IjMzMyIsIkZvbnRTaXplIjoxMiwiRm9udE5hbWUiOiJDYWxpYnJpIiwiSXNCb2xkIjpmYWxzZSwiSXNJdGFsaWMiOmZhbHNlLCJJc1VuZGVybGluZWQiOmZhbHNlLCJQYXJlbnRTdHlsZSI6bnVsbH0sIkF1dG9TaXplIjowLCJGb3JlZ3JvdW5kIjp7IiRpZCI6IjMzNCIsIkNvbG9yIjp7IiRpZCI6IjMzNSIsIkEiOjI1NSwiUiI6MjMyLCJHIjoyMzIsIkIiOjIzMn19LCJNYXhXaWR0aCI6MjAwLjAsIk1heEhlaWdodCI6IkluZmluaXR5IiwiU21hcnRGb3JlZ3JvdW5kSXNBY3RpdmUiOmZhbHNlLCJIb3Jpem9udGFsQWxpZ25tZW50IjowLCJWZXJ0aWNhbEFsaWdubWVudCI6MSwiU21hcnRGb3JlZ3JvdW5kIjpudWxsLCJCYWNrZ3JvdW5kRmlsbFR5cGUiOjAsIk1hcmdpbiI6eyIkaWQiOiIzMzYiLCJUb3AiOjAuMCwiTGVmdCI6NC4wLCJSaWdodCI6NC4wLCJCb3R0b20iOjAuMH0sIlBhZGRpbmciOnsiJGlkIjoiMzM3IiwiVG9wIjowLjAsIkxlZnQiOjAuMCwiUmlnaHQiOjAuMCwiQm90dG9tIjowLjB9LCJCYWNrZ3JvdW5kIjp7IiRpZCI6IjMzOCIsIkNvbG9yIjp7IiRpZCI6IjMzOSIsIkEiOjI1NSwiUiI6MTQsIkciOjQwLCJCIjo2NX19LCJJc1Zpc2libGUiOnRydWUsIldpZHRoIjowLjAsIkhlaWdodCI6MC4wLCJCb3JkZXJTdHlsZSI6eyIkaWQiOiIzNDAiLCJMaW5lQ29sb3IiOm51bGwsIkxpbmVXZWlnaHQiOjAuMCwiTGluZVR5cGUiOjAsIlBhcmVudFN0eWxlIjpudWxsfSwiUGFyZW50U3R5bGUiOm51bGx9LCJTaW5nbGVTY2FsZVNoYXBlU3R5bGUiOnsiJGlkIjoiMzQxIiwiU2hhcGUiOjAsIkhlaWdodCI6MC4wfSwiTWlkZGxlVGllclNjYWxlU3R5bGUiOnsiJGlkIjoiMzQyIiwiU2hhcGUiOjMsIlNob3dTZWdtZW50U2VwYXJhdG9ycyI6dHJ1ZSwiU2VnbWVudFNlcGFyYXRvck9wYWNpdHkiOjMwLCJIYXNCZWVuVmlzaWJsZUJlZm9yZSI6ZmFsc2UsIkZvbnRTZXR0aW5ncyI6eyIkaWQiOiIzNDMiLCJGb250U2l6ZSI6MTIsIkZvbnROYW1lIjoiQ2FsaWJyaSIsIklzQm9sZCI6ZmFsc2UsIklzSXRhbGljIjpmYWxzZSwiSXNVbmRlcmxpbmVkIjpmYWxzZSwiUGFyZW50U3R5bGUiOm51bGx9LCJBdXRvU2l6ZSI6MCwiRm9yZWdyb3VuZCI6eyIkaWQiOiIzNDQiLCJDb2xvciI6eyIkaWQiOiIzNDUiLCJBIjoyNTUsIlIiOjIzMiwiRyI6MjMyLCJCIjoyMzJ9fSwiTWF4V2lkdGgiOjIwMC4wLCJNYXhIZWlnaHQiOiJJbmZpbml0eSIsIlNtYXJ0Rm9yZWdyb3VuZElzQWN0aXZlIjpmYWxzZSwiSG9yaXpvbnRhbEFsaWdubWVudCI6MCwiVmVydGljYWxBbGlnbm1lbnQiOjEsIlNtYXJ0Rm9yZWdyb3VuZCI6bnVsbCwiQmFja2dyb3VuZEZpbGxUeXBlIjowLCJNYXJnaW4iOnsiJGlkIjoiMzQ2IiwiVG9wIjowLjAsIkxlZnQiOjQuMCwiUmlnaHQiOjQuMCwiQm90dG9tIjowLjB9LCJQYWRkaW5nIjp7IiRpZCI6IjM0NyIsIlRvcCI6MC4wLCJMZWZ0IjowLjAsIlJpZ2h0IjowLjAsIkJvdHRvbSI6MC4wfSwiQmFja2dyb3VuZCI6eyIkaWQiOiIzNDgiLCJDb2xvciI6eyIkaWQiOiIzNDkiLCJBIjoyNTUsIlIiOjE0LCJHIjo0MCwiQiI6NjV9fSwiSXNWaXNpYmxlIjpmYWxzZSwiV2lkdGgiOjAuMCwiSGVpZ2h0IjowLjAsIkJvcmRlclN0eWxlIjp7IiRpZCI6IjM1MCIsIkxpbmVDb2xvciI6bnVsbCwiTGluZVdlaWdodCI6MC4wLCJMaW5lVHlwZSI6MCwiUGFyZW50U3R5bGUiOm51bGx9LCJQYXJlbnRTdHlsZSI6bnVsbH0sIkJvdHRvbVRpZXJTY2FsZVN0eWxlIjp7IiRpZCI6IjM1MSIsIlNoYXBlIjozLCJTaG93U2VnbWVudFNlcGFyYXRvcnMiOnRydWUsIlNlZ21lbnRTZXBhcmF0b3JPcGFjaXR5IjozMCwiSGFzQmVlblZpc2libGVCZWZvcmUiOmZhbHNlLCJGb250U2V0dGluZ3MiOnsiJGlkIjoiMzUyIiwiRm9udFNpemUiOjEyLCJGb250TmFtZSI6IkNhbGlicmkiLCJJc0JvbGQiOmZhbHNlLCJJc0l0YWxpYyI6ZmFsc2UsIklzVW5kZXJsaW5lZCI6ZmFsc2UsIlBhcmVudFN0eWxlIjpudWxsfSwiQXV0b1NpemUiOjAsIkZvcmVncm91bmQiOnsiJGlkIjoiMzUzIiwiQ29sb3IiOnsiJGlkIjoiMzU0IiwiQSI6MjU1LCJSIjoyMzIsIkciOjIzMiwiQiI6MjMyfX0sIk1heFdpZHRoIjoyMDAuMCwiTWF4SGVpZ2h0IjoiSW5maW5pdHkiLCJTbWFydEZvcmVncm91bmRJc0FjdGl2ZSI6ZmFsc2UsIkhvcml6b250YWxBbGlnbm1lbnQiOjAsIlZlcnRpY2FsQWxpZ25tZW50IjoxLCJTbWFydEZvcmVncm91bmQiOm51bGwsIkJhY2tncm91bmRGaWxsVHlwZSI6MCwiTWFyZ2luIjp7IiRpZCI6IjM1NSIsIlRvcCI6MC4wLCJMZWZ0Ijo0LjAsIlJpZ2h0Ijo0LjAsIkJvdHRvbSI6MC4wfSwiUGFkZGluZyI6eyIkaWQiOiIzNTYiLCJUb3AiOjAuMCwiTGVmdCI6MC4wLCJSaWdodCI6MC4wLCJCb3R0b20iOjAuMH0sIkJhY2tncm91bmQiOnsiJGlkIjoiMzU3IiwiQ29sb3IiOnsiJGlkIjoiMzU4IiwiQSI6MjU1LCJSIjoxNCwiRyI6NDAsIkIiOjY1fX0sIklzVmlzaWJsZSI6ZmFsc2UsIldpZHRoIjowLjAsIkhlaWdodCI6MC4wLCJCb3JkZXJTdHlsZSI6eyIkaWQiOiIzNTkiLCJMaW5lQ29sb3IiOm51bGwsIkxpbmVXZWlnaHQiOjAuMCwiTGluZVR5cGUiOjAsIlBhcmVudFN0eWxlIjpudWxsfSwiUGFyZW50U3R5bGUiOm51bGx9LCJFbGFwc2VkVGltZUJhY2tncm91bmQiOnsiJGlkIjoiMzYwIiwiQ29sb3IiOnsiJGlkIjoiMzYxIiwiQSI6MTkxLCJSIjoyNTUsIkciOjAsIkIiOjB9fSwiQXBwZW5kWWVhck9uWWVhckNoYW5nZSI6ZmFsc2UsIkVsYXBzZWRUaW1lRm9ybWF0IjoyLCJUb2RheU1hcmtlclBvc2l0aW9uIjozLCJRdWlja1Bvc2l0aW9uIjozLCJBYnNvbHV0ZVBvc2l0aW9uIjoxODQuMDM5NiwiTWFyZ2luIjp7IiRpZCI6IjM2MiIsIlRvcCI6MC4wLCJMZWZ0IjoxMC4wLCJSaWdodCI6MTAuMCwiQm90dG9tIjowLjB9LCJQYWRkaW5nIjp7IiRpZCI6IjM2MyIsIlRvcCI6MC4wLCJMZWZ0IjowLjAsIlJpZ2h0IjowLjAsIkJvdHRvbSI6MC4wfSwiQmFja2dyb3VuZCI6eyIkaWQiOiIzNjQiLCJDb2xvciI6eyIkaWQiOiIzNjUiLCJBIjoyNTUsIlIiOjQ3LCJHIjo1NCwiQiI6MTUzfX0sIklzVmlzaWJsZSI6ZmFsc2UsIldpZHRoIjowLjAsIkhlaWdodCI6MC4wLCJCb3JkZXJTdHlsZSI6bnVsbCwiUGFyZW50U3R5bGUiOm51bGx9LCJEZWZhdWx0TWlsZXN0b25lU3R5bGUiOnsiJGlkIjoiMzY2IiwiU2hhcGUiOjIsIkNvbm5lY3Rvck1hcmdpbiI6eyIkaWQiOiIzNjciLCJUb3AiOjAuMCwiTGVmdCI6Mi4wLCJSaWdodCI6Mi4wLCJCb3R0b20iOjAuMH0sIkNvbm5lY3RvclN0eWxlIjp7IiRpZCI6IjM2OCIsIkxpbmVDb2xvciI6eyIkaWQiOiIzNjkiLCIkdHlwZSI6Ik5MUkUuQ29tbW9uLkRvbS5Tb2xpZENvbG9yQnJ1c2gsIE5MUkUuQ29tbW9uIiwiQ29sb3IiOnsiJGlkIjoiMzcwIiwiQSI6MTI3LCJSIjoyMzMsIkciOjExMywiQiI6NTB9fSwiTGluZVdlaWdodCI6MS4wLCJMaW5lVHlwZSI6MCwiUGFyZW50U3R5bGUiOm51bGx9LCJJc0JlbG93VGltZWJhbmQiOmZhbHNlLCJQb3NpdGlvbk9uVGFzayI6MCwiSGlkZURhdGUiOmZhbHNlLCJTaGFwZVNpemUiOjEsIlNwYWNpbmciOjAuMCwiUGFkZGluZyI6eyIkaWQiOiIzNzEiLCJUb3AiOjUuMCwiTGVmdCI6My4wLCJSaWdodCI6MC4wLCJCb3R0b20iOjIuMH0sIlNoYXBlU3R5bGUiOnsiJGlkIjoiMzcyIiwiTWFyZ2luIjp7IiRpZCI6IjM3MyIsIlRvcCI6MC4wLCJMZWZ0IjowLjAsIlJpZ2h0IjowLjAsIkJvdHRvbSI6MC4wfSwiUGFkZGluZyI6eyIkaWQiOiIzNzQiLCJUb3AiOjAuMCwiTGVmdCI6MC4wLCJSaWdodCI6MC4wLCJCb3R0b20iOjAuMH0sIkJhY2tncm91bmQiOnsiJGlkIjoiMzc1IiwiQ29sb3IiOnsiJGlkIjoiMzc2IiwiQSI6MjU1LCJSIjoyMzMsIkciOjExMywiQiI6NTB9fSwiSXNWaXNpYmxlIjp0cnVlLCJXaWR0aCI6MTguMCwiSGVpZ2h0IjoyMC4wLCJCb3JkZXJTdHlsZSI6eyIkaWQiOiIzNzciLCJMaW5lQ29sb3IiOnsiJGlkIjoiMzc4IiwiJHR5cGUiOiJOTFJFLkNvbW1vbi5Eb20uU29saWRDb2xvckJydXNoLCBOTFJFLkNvbW1vbiIsIkNvbG9yIjp7IiRpZCI6IjM3OSIsIkEiOjI1NSwiUiI6MjM0LCJHIjoyMiwiQiI6MzB9fSwiTGluZVdlaWdodCI6MC4wLCJMaW5lVHlwZSI6MCwiUGFyZW50U3R5bGUiOm51bGx9LCJQYXJlbnRTdHlsZSI6bnVsbH0sIlRpdGxlU3R5bGUiOnsiJGlkIjoiMzgwIiwiRm9udFNldHRpbmdzIjp7IiRpZCI6IjM4MSIsIkZvbnRTaXplIjoxMSwiRm9udE5hbWUiOiJDYWxpYnJpIiwiSXNCb2xkIjp0cnVlLCJJc0l0YWxpYyI6ZmFsc2UsIklzVW5kZXJsaW5lZCI6ZmFsc2UsIlBhcmVudFN0eWxlIjpudWxsfSwiQXV0b1NpemUiOjAsIkZvcmVncm91bmQiOnsiJGlkIjoiMzgyIiwiQ29sb3IiOnsiJGlkIjoiMzg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M4NCIsIlRvcCI6MC4wLCJMZWZ0IjowLjAsIlJpZ2h0IjowLjAsIkJvdHRvbSI6MC4wfSwiUGFkZGluZyI6eyIkaWQiOiIzODUiLCJUb3AiOjAuMCwiTGVmdCI6MC4wLCJSaWdodCI6MC4wLCJCb3R0b20iOjAuMH0sIkJhY2tncm91bmQiOnsiJGlkIjoiMzg2IiwiQ29sb3IiOnsiJGlkIjoiMzg3IiwiQSI6MjU1LCJSIjowLCJHIjowLCJCIjowfX0sIklzVmlzaWJsZSI6dHJ1ZSwiV2lkdGgiOjAuMCwiSGVpZ2h0IjowLjAsIkJvcmRlclN0eWxlIjp7IiRpZCI6IjM4OCIsIkxpbmVDb2xvciI6bnVsbCwiTGluZVdlaWdodCI6MC4wLCJMaW5lVHlwZSI6MCwiUGFyZW50U3R5bGUiOm51bGx9LCJQYXJlbnRTdHlsZSI6bnVsbH0sIkRhdGVTdHlsZSI6eyIkaWQiOiIzODkiLCJGb250U2V0dGluZ3MiOnsiJGlkIjoiMzkwIiwiRm9udFNpemUiOjEwLCJGb250TmFtZSI6IkNhbGlicmkiLCJJc0JvbGQiOmZhbHNlLCJJc0l0YWxpYyI6ZmFsc2UsIklzVW5kZXJsaW5lZCI6ZmFsc2UsIlBhcmVudFN0eWxlIjpudWxsfSwiQXV0b1NpemUiOjAsIkZvcmVncm91bmQiOnsiJGlkIjoiMzkxIiwiQ29sb3IiOnsiJGlkIjoiMzky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M5MyIsIlRvcCI6MC4wLCJMZWZ0IjowLjAsIlJpZ2h0IjowLjAsIkJvdHRvbSI6MC4wfSwiUGFkZGluZyI6eyIkaWQiOiIzOTQiLCJUb3AiOjAuMCwiTGVmdCI6MC4wLCJSaWdodCI6MC4wLCJCb3R0b20iOjAuMH0sIkJhY2tncm91bmQiOnsiJGlkIjoiMzk1IiwiQ29sb3IiOnsiJGlkIjoiMzk2IiwiQSI6MjU1LCJSIjoxNCwiRyI6NDAsIkIiOjY1fX0sIklzVmlzaWJsZSI6dHJ1ZSwiV2lkdGgiOjAuMCwiSGVpZ2h0IjowLjAsIkJvcmRlclN0eWxlIjp7IiRpZCI6IjM5NyIsIkxpbmVDb2xvciI6bnVsbCwiTGluZVdlaWdodCI6MC4wLCJMaW5lVHlwZSI6MCwiUGFyZW50U3R5bGUiOm51bGx9LCJQYXJlbnRTdHlsZSI6bnVsbH0sIkRhdGVGb3JtYXQiOnsiJGlkIjoiMzk4IiwiRm9ybWF0U3RyaW5nIjoiTU1NIGQsIHl5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M5OSIsIkZvcm1hdCI6MCwiSXNWaXNpYmxlIjpmYWxzZSwiTGFzdEtub3duVmlzaWJpbGl0eVN0YXRlIjpmYWxzZX0sIklzVmlzaWJsZSI6dHJ1ZSwiVmFyaWFuY2VTdHlsZSI6eyIkaWQiOiI0MDAiLCJUZXh0U3R5bGUiOnsiJGlkIjoiNDAxIiwiRm9udFNldHRpbmdzIjp7IiRpZCI6IjQwMiIsIkZvbnRTaXplIjoxMCwiRm9udE5hbWUiOiJDYWxpYnJpIiwiSXNCb2xkIjpmYWxzZSwiSXNJdGFsaWMiOmZhbHNlLCJJc1VuZGVybGluZWQiOmZhbHNlLCJQYXJlbnRTdHlsZSI6bnVsbH0sIkF1dG9TaXplIjowLCJGb3JlZ3JvdW5kIjp7IiRpZCI6IjQwMyIsIkNvbG9yIjp7IiRpZCI6IjQwN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DUiLCJUb3AiOjAuMCwiTGVmdCI6MC4wLCJSaWdodCI6MC4wLCJCb3R0b20iOjAuMH0sIlBhZGRpbmciOnsiJGlkIjoiNDA2IiwiVG9wIjowLjAsIkxlZnQiOjAuMCwiUmlnaHQiOjAuMCwiQm90dG9tIjowLjB9LCJCYWNrZ3JvdW5kIjp7IiRpZCI6IjQwNyIsIkNvbG9yIjp7IiRpZCI6IjQwOCIsIkEiOjI1NSwiUiI6MCwiRyI6MCwiQiI6MH19LCJJc1Zpc2libGUiOnRydWUsIldpZHRoIjowLjAsIkhlaWdodCI6MC4wLCJCb3JkZXJTdHlsZSI6eyIkaWQiOiI0MDkiLCJMaW5lQ29sb3IiOm51bGwsIkxpbmVXZWlnaHQiOjAuMCwiTGluZVR5cGUiOjAsIlBhcmVudFN0eWxlIjpudWxsfSwiUGFyZW50U3R5bGUiOm51bGx9LCJQYXJlbnRTdHlsZSI6bnVsbH0sIlBhcmVudFN0eWxlIjpudWxsfSwiRGVmYXVsdE1vdFN0eWxlIjp7IiRpZCI6IjQxMCIsIlNoYXBlIjoyLCJDb25uZWN0b3JNYXJnaW4iOnsiJGlkIjoiNDExIiwiVG9wIjowLjAsIkxlZnQiOjIuMCwiUmlnaHQiOjIuMCwiQm90dG9tIjowLjB9LCJDb25uZWN0b3JTdHlsZSI6eyIkaWQiOiI0MTIiLCJMaW5lQ29sb3IiOnsiJGlkIjoiNDEzIiwiJHR5cGUiOiJOTFJFLkNvbW1vbi5Eb20uU29saWRDb2xvckJydXNoLCBOTFJFLkNvbW1vbiIsIkNvbG9yIjp7IiRpZCI6IjQxNCIsIkEiOjEyNywiUiI6MjMzLCJHIjoxMTMsIkIiOjUwfX0sIkxpbmVXZWlnaHQiOjEuMCwiTGluZVR5cGUiOjAsIlBhcmVudFN0eWxlIjpudWxsfSwiSXNCZWxvd1RpbWViYW5kIjpmYWxzZSwiUG9zaXRpb25PblRhc2siOjEsIkhpZGVEYXRlIjpmYWxzZSwiU2hhcGVTaXplIjoxLCJTcGFjaW5nIjowLjAsIlBhZGRpbmciOnsiJGlkIjoiNDE1IiwiVG9wIjo1LjAsIkxlZnQiOjMuMCwiUmlnaHQiOjAuMCwiQm90dG9tIjoyLjB9LCJTaGFwZVN0eWxlIjp7IiRpZCI6IjQxNiIsIk1hcmdpbiI6eyIkaWQiOiI0MTciLCJUb3AiOjAuMCwiTGVmdCI6MC4wLCJSaWdodCI6MC4wLCJCb3R0b20iOjAuMH0sIlBhZGRpbmciOnsiJGlkIjoiNDE4IiwiVG9wIjowLjAsIkxlZnQiOjAuMCwiUmlnaHQiOjAuMCwiQm90dG9tIjowLjB9LCJCYWNrZ3JvdW5kIjp7IiRpZCI6IjQxOSIsIkNvbG9yIjp7IiRpZCI6IjQyMCIsIkEiOjI1NSwiUiI6MjMzLCJHIjoxMTMsIkIiOjUwfX0sIklzVmlzaWJsZSI6dHJ1ZSwiV2lkdGgiOjEzLjAsIkhlaWdodCI6MTMuMCwiQm9yZGVyU3R5bGUiOnsiJGlkIjoiNDIxIiwiTGluZUNvbG9yIjp7IiRpZCI6IjQyMiIsIiR0eXBlIjoiTkxSRS5Db21tb24uRG9tLlNvbGlkQ29sb3JCcnVzaCwgTkxSRS5Db21tb24iLCJDb2xvciI6eyIkaWQiOiI0MjMiLCJBIjoyNTUsIlIiOjIzNCwiRyI6MjIsIkIiOjMwfX0sIkxpbmVXZWlnaHQiOjAuMCwiTGluZVR5cGUiOjAsIlBhcmVudFN0eWxlIjpudWxsfSwiUGFyZW50U3R5bGUiOm51bGx9LCJUaXRsZVN0eWxlIjp7IiRpZCI6IjQyNCIsIkZvbnRTZXR0aW5ncyI6eyIkaWQiOiI0MjUiLCJGb250U2l6ZSI6MTEsIkZvbnROYW1lIjoiQ2FsaWJyaSIsIklzQm9sZCI6dHJ1ZSwiSXNJdGFsaWMiOmZhbHNlLCJJc1VuZGVybGluZWQiOmZhbHNlLCJQYXJlbnRTdHlsZSI6bnVsbH0sIkF1dG9TaXplIjowLCJGb3JlZ3JvdW5kIjp7IiRpZCI6IjQyNiIsIkNvbG9yIjp7IiRpZCI6IjQyN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0MjgiLCJUb3AiOjAuMCwiTGVmdCI6MC4wLCJSaWdodCI6MC4wLCJCb3R0b20iOjAuMH0sIlBhZGRpbmciOnsiJGlkIjoiNDI5IiwiVG9wIjowLjAsIkxlZnQiOjAuMCwiUmlnaHQiOjAuMCwiQm90dG9tIjowLjB9LCJCYWNrZ3JvdW5kIjp7IiRpZCI6IjQzMCIsIkNvbG9yIjp7IiRpZCI6IjQzMSIsIkEiOjI1NSwiUiI6MCwiRyI6MCwiQiI6MH19LCJJc1Zpc2libGUiOnRydWUsIldpZHRoIjowLjAsIkhlaWdodCI6MC4wLCJCb3JkZXJTdHlsZSI6eyIkaWQiOiI0MzIiLCJMaW5lQ29sb3IiOm51bGwsIkxpbmVXZWlnaHQiOjAuMCwiTGluZVR5cGUiOjAsIlBhcmVudFN0eWxlIjpudWxsfSwiUGFyZW50U3R5bGUiOm51bGx9LCJEYXRlU3R5bGUiOnsiJGlkIjoiNDMzIiwiRm9udFNldHRpbmdzIjp7IiRpZCI6IjQzNCIsIkZvbnRTaXplIjoxMCwiRm9udE5hbWUiOiJDYWxpYnJpIiwiSXNCb2xkIjpmYWxzZSwiSXNJdGFsaWMiOmZhbHNlLCJJc1VuZGVybGluZWQiOmZhbHNlLCJQYXJlbnRTdHlsZSI6bnVsbH0sIkF1dG9TaXplIjowLCJGb3JlZ3JvdW5kIjp7IiRpZCI6IjQzNSIsIkNvbG9yIjp7IiRpZCI6IjQzNi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0MzciLCJUb3AiOjAuMCwiTGVmdCI6MC4wLCJSaWdodCI6MC4wLCJCb3R0b20iOjAuMH0sIlBhZGRpbmciOnsiJGlkIjoiNDM4IiwiVG9wIjowLjAsIkxlZnQiOjAuMCwiUmlnaHQiOjAuMCwiQm90dG9tIjowLjB9LCJCYWNrZ3JvdW5kIjp7IiRpZCI6IjQzOSIsIkNvbG9yIjp7IiRpZCI6IjQ0MCIsIkEiOjI1NSwiUiI6MTQsIkciOjQwLCJCIjo2NX19LCJJc1Zpc2libGUiOnRydWUsIldpZHRoIjowLjAsIkhlaWdodCI6MC4wLCJCb3JkZXJTdHlsZSI6eyIkaWQiOiI0NDEiLCJMaW5lQ29sb3IiOm51bGwsIkxpbmVXZWlnaHQiOjAuMCwiTGluZVR5cGUiOjAsIlBhcmVudFN0eWxlIjpudWxsfSwiUGFyZW50U3R5bGUiOm51bGx9LCJEYXRlRm9ybWF0Ijp7IiRpZCI6IjQ0MiIsIkZvcm1hdFN0cmluZyI6Ik1NTSBkLCB5eX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DMiLCJGb3JtYXQiOjAsIklzVmlzaWJsZSI6ZmFsc2UsIkxhc3RLbm93blZpc2liaWxpdHlTdGF0ZSI6ZmFsc2V9LCJJc1Zpc2libGUiOnRydWUsIlZhcmlhbmNlU3R5bGUiOnsiJGlkIjoiNDQ0IiwiVGV4dFN0eWxlIjp7IiRpZCI6IjQ0NSIsIkZvbnRTZXR0aW5ncyI6eyIkaWQiOiI0NDYiLCJGb250U2l6ZSI6MTAsIkZvbnROYW1lIjoiQ2FsaWJyaSIsIklzQm9sZCI6ZmFsc2UsIklzSXRhbGljIjpmYWxzZSwiSXNVbmRlcmxpbmVkIjpmYWxzZSwiUGFyZW50U3R5bGUiOm51bGx9LCJBdXRvU2l6ZSI6MCwiRm9yZWdyb3VuZCI6eyIkaWQiOiI0NDciLCJDb2xvciI6eyIkaWQiOiI0N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DQ5IiwiVG9wIjowLjAsIkxlZnQiOjAuMCwiUmlnaHQiOjAuMCwiQm90dG9tIjowLjB9LCJQYWRkaW5nIjp7IiRpZCI6IjQ1MCIsIlRvcCI6MC4wLCJMZWZ0IjowLjAsIlJpZ2h0IjowLjAsIkJvdHRvbSI6MC4wfSwiQmFja2dyb3VuZCI6eyIkaWQiOiI0NTEiLCJDb2xvciI6eyIkaWQiOiI0NTIiLCJBIjoyNTUsIlIiOjAsIkciOjAsIkIiOjB9fSwiSXNWaXNpYmxlIjp0cnVlLCJXaWR0aCI6MC4wLCJIZWlnaHQiOjAuMCwiQm9yZGVyU3R5bGUiOnsiJGlkIjoiNDUzIiwiTGluZUNvbG9yIjpudWxsLCJMaW5lV2VpZ2h0IjowLjAsIkxpbmVUeXBlIjowLCJQYXJlbnRTdHlsZSI6bnVsbH0sIlBhcmVudFN0eWxlIjpudWxsfSwiUGFyZW50U3R5bGUiOm51bGx9LCJQYXJlbnRTdHlsZSI6bnVsbH0sIkRlZmF1bHRUYXNrU3R5bGUiOnsiJGlkIjoiNDU0IiwiU2hhcGUiOjMsIlNoYXBlVGhpY2tuZXNzIjowLCJEdXJhdGlvbkZvcm1hdCI6MCwiSW5jbHVkZU5vbldvcmtpbmdEYXlzSW5EdXJhdGlvbiI6ZmFsc2UsIlBlcmNlbnRhZ2VDb21wbGV0ZVN0eWxlIjp7IiRpZCI6IjQ1NSIsIkZvbnRTZXR0aW5ncyI6eyIkaWQiOiI0NTYiLCJGb250U2l6ZSI6MTAsIkZvbnROYW1lIjoiQ2FsaWJyaSIsIklzQm9sZCI6ZmFsc2UsIklzSXRhbGljIjpmYWxzZSwiSXNVbmRlcmxpbmVkIjpmYWxzZSwiUGFyZW50U3R5bGUiOm51bGx9LCJBdXRvU2l6ZSI6MCwiRm9yZWdyb3VuZCI6eyIkaWQiOiI0NTciLCJDb2xvciI6eyIkaWQiOiI0NTg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DU5IiwiVG9wIjowLjAsIkxlZnQiOjAuMCwiUmlnaHQiOjAuMCwiQm90dG9tIjowLjB9LCJQYWRkaW5nIjp7IiRpZCI6IjQ2MCIsIlRvcCI6MC4wLCJMZWZ0IjowLjAsIlJpZ2h0IjowLjAsIkJvdHRvbSI6MC4wfSwiQmFja2dyb3VuZCI6eyIkaWQiOiI0NjEiLCJDb2xvciI6eyIkaWQiOiI0NjIiLCJBIjo4OSwiUiI6MCwiRyI6MCwiQiI6MH19LCJJc1Zpc2libGUiOnRydWUsIldpZHRoIjowLjAsIkhlaWdodCI6MC4wLCJCb3JkZXJTdHlsZSI6eyIkaWQiOiI0NjMiLCJMaW5lQ29sb3IiOm51bGwsIkxpbmVXZWlnaHQiOjAuMCwiTGluZVR5cGUiOjAsIlBhcmVudFN0eWxlIjpudWxsfSwiUGFyZW50U3R5bGUiOm51bGx9LCJEdXJhdGlvblN0eWxlIjp7IiRpZCI6IjQ2NCIsIkZvbnRTZXR0aW5ncyI6eyIkaWQiOiI0NjUiLCJGb250U2l6ZSI6MTAsIkZvbnROYW1lIjoiQ2FsaWJyaSIsIklzQm9sZCI6ZmFsc2UsIklzSXRhbGljIjpmYWxzZSwiSXNVbmRlcmxpbmVkIjpmYWxzZSwiUGFyZW50U3R5bGUiOm51bGx9LCJBdXRvU2l6ZSI6MCwiRm9yZWdyb3VuZCI6eyIkaWQiOiI0NjYiLCJDb2xvciI6eyIkaWQiOiI0Njc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0NjgiLCJUb3AiOjAuMCwiTGVmdCI6MC4wLCJSaWdodCI6MC4wLCJCb3R0b20iOjAuMH0sIlBhZGRpbmciOnsiJGlkIjoiNDY5IiwiVG9wIjowLjAsIkxlZnQiOjAuMCwiUmlnaHQiOjAuMCwiQm90dG9tIjowLjB9LCJCYWNrZ3JvdW5kIjp7IiRpZCI6IjQ3MCIsIkNvbG9yIjp7IiRpZCI6IjQ3MSIsIkEiOjI1NSwiUiI6MjM3LCJHIjoxMjUsIkIiOjQ5fX0sIklzVmlzaWJsZSI6dHJ1ZSwiV2lkdGgiOjAuMCwiSGVpZ2h0IjowLjAsIkJvcmRlclN0eWxlIjp7IiRpZCI6IjQ3MiIsIkxpbmVDb2xvciI6bnVsbCwiTGluZVdlaWdodCI6MC4wLCJMaW5lVHlwZSI6MCwiUGFyZW50U3R5bGUiOm51bGx9LCJQYXJlbnRTdHlsZSI6bnVsbH0sIkhvcml6b250YWxDb25uZWN0b3JTdHlsZSI6eyIkaWQiOiI0NzMiLCJMaW5lQ29sb3IiOnsiJGlkIjoiNDc0IiwiJHR5cGUiOiJOTFJFLkNvbW1vbi5Eb20uU29saWRDb2xvckJydXNoLCBOTFJFLkNvbW1vbiIsIkNvbG9yIjp7IiRpZCI6IjQ3NSIsIkEiOjUxLCJSIjoyMSwiRyI6OTYsIkIiOjEzMH19LCJMaW5lV2VpZ2h0IjoxLjAsIkxpbmVUeXBlIjowLCJQYXJlbnRTdHlsZSI6bnVsbH0sIlZlcnRpY2FsQ29ubmVjdG9yU3R5bGUiOnsiJGlkIjoiNDc2IiwiTGluZUNvbG9yIjp7IiRpZCI6IjQ3NyIsIiR0eXBlIjoiTkxSRS5Db21tb24uRG9tLlNvbGlkQ29sb3JCcnVzaCwgTkxSRS5Db21tb24iLCJDb2xvciI6eyIkaWQiOiI0NzgiLCJBIjo1MSwiUiI6MjEsIkciOjk2LCJCIjoxMzB9fSwiTGluZVdlaWdodCI6MC4wLCJMaW5lVHlwZSI6MCwiUGFyZW50U3R5bGUiOm51bGx9LCJNYXJnaW4iOm51bGwsIlN0YXJ0RGF0ZVBvc2l0aW9uIjo0LCJFbmREYXRlUG9zaXRpb24iOjQsIkRhdGVJc1Zpc2libGUiOnRydWUsIlRpdGxlUG9zaXRpb24iOjMsIkR1cmF0aW9uUG9zaXRpb24iOjYsIlBlcmNlbnRhZ2VDb21wbGV0ZWRQb3NpdGlvbiI6MiwiVmFyaWFuY2VQb3NpdGlvbiI6MiwiU3BhY2luZyI6MywiSXNCZWxvd1RpbWViYW5kIjpmYWxzZSwiUGVyY2VudGFnZUNvbXBsZXRlU2hhcGVPcGFjaXR5IjozNSwiQmFzZWxpbmVTdHlsZSI6eyIkaWQiOiI0NzkiLCJTaGFwZVN0eWxlIjp7IiRpZCI6IjQ4MCIsIk1hcmdpbiI6eyIkaWQiOiI0ODEiLCJUb3AiOjAuMCwiTGVmdCI6MC4wLCJSaWdodCI6MC4wLCJCb3R0b20iOjAuMH0sIlBhZGRpbmciOnsiJGlkIjoiNDgyIiwiVG9wIjowLjAsIkxlZnQiOjAuMCwiUmlnaHQiOjAuMCwiQm90dG9tIjowLjB9LCJCYWNrZ3JvdW5kIjp7IiRpZCI6IjQ4MyIsIkNvbG9yIjp7IiRpZCI6IjQ4NCIsIkEiOjE1MywiUiI6MCwiRyI6MCwiQiI6MH19LCJJc1Zpc2libGUiOnRydWUsIldpZHRoIjowLjAsIkhlaWdodCI6MC4wLCJCb3JkZXJTdHlsZSI6eyIkaWQiOiI0ODUiLCJMaW5lQ29sb3IiOnsiJGlkIjoiNDg2IiwiJHR5cGUiOiJOTFJFLkNvbW1vbi5Eb20uU29saWRDb2xvckJydXNoLCBOTFJFLkNvbW1vbiIsIkNvbG9yIjp7IiRpZCI6IjQ4NyIsIkEiOjI1NSwiUiI6MjU1LCJHIjowLCJCIjowfX0sIkxpbmVXZWlnaHQiOjAuMCwiTGluZVR5cGUiOjAsIlBhcmVudFN0eWxlIjpudWxsfSwiUGFyZW50U3R5bGUiOm51bGx9LCJNYXJnaW4iOnsiJGlkIjoiNDg4IiwiVG9wIjowLjAsIkxlZnQiOjAuMCwiUmlnaHQiOjAuMCwiQm90dG9tIjowLjB9LCJQYWRkaW5nIjp7IiRpZCI6IjQ4OSIsIlRvcCI6MC4wLCJMZWZ0IjowLjAsIlJpZ2h0IjowLjAsIkJvdHRvbSI6MC4wfSwiQmFja2dyb3VuZCI6bnVsbCwiSXNWaXNpYmxlIjp0cnVlLCJXaWR0aCI6MC4wLCJIZWlnaHQiOjAuMCwiQm9yZGVyU3R5bGUiOm51bGwsIlBhcmVudFN0eWxlIjpudWxsfSwiU2hhcGVTdHlsZSI6eyIkaWQiOiI0OTAiLCJNYXJnaW4iOnsiJGlkIjoiNDkxIiwiVG9wIjowLjAsIkxlZnQiOjQuMCwiUmlnaHQiOjQuMCwiQm90dG9tIjowLjB9LCJQYWRkaW5nIjp7IiRpZCI6IjQ5MiIsIlRvcCI6MC4wLCJMZWZ0IjowLjAsIlJpZ2h0IjowLjAsIkJvdHRvbSI6MC4wfSwiQmFja2dyb3VuZCI6eyIkaWQiOiI0OTMiLCJDb2xvciI6eyIkaWQiOiI0OTQiLCJBIjoyNTUsIlIiOjIxLCJHIjo5NiwiQiI6MTMwfX0sIklzVmlzaWJsZSI6dHJ1ZSwiV2lkdGgiOjAuMCwiSGVpZ2h0IjoxMC4wLCJCb3JkZXJTdHlsZSI6eyIkaWQiOiI0OTUiLCJMaW5lQ29sb3IiOnsiJGlkIjoiNDk2IiwiJHR5cGUiOiJOTFJFLkNvbW1vbi5Eb20uU29saWRDb2xvckJydXNoLCBOTFJFLkNvbW1vbiIsIkNvbG9yIjp7IiRpZCI6IjQ5NyIsIkEiOjI1NSwiUiI6MjM0LCJHIjoyMiwiQiI6MzB9fSwiTGluZVdlaWdodCI6MC4wLCJMaW5lVHlwZSI6MCwiUGFyZW50U3R5bGUiOm51bGx9LCJQYXJlbnRTdHlsZSI6bnVsbH0sIlRpdGxlU3R5bGUiOnsiJGlkIjoiNDk4IiwiRm9udFNldHRpbmdzIjp7IiRpZCI6IjQ5OSIsIkZvbnRTaXplIjoxMSwiRm9udE5hbWUiOiJDYWxpYnJpIiwiSXNCb2xkIjpmYWxzZSwiSXNJdGFsaWMiOmZhbHNlLCJJc1VuZGVybGluZWQiOmZhbHNlLCJQYXJlbnRTdHlsZSI6bnVsbH0sIkF1dG9TaXplIjowLCJGb3JlZ3JvdW5kIjp7IiRpZCI6IjUwMCIsIkNvbG9yIjp7IiRpZCI6IjUwMSIsIkEiOjI1NSwiUiI6MCwiRyI6MCwiQiI6MH19LCJNYXhXaWR0aCI6MjAwLjAsIk1heEhlaWdodCI6IkluZmluaXR5IiwiU21hcnRGb3JlZ3JvdW5kSXNBY3RpdmUiOmZhbHNlLCJIb3Jpem9udGFsQWxpZ25tZW50IjoyLCJWZXJ0aWNhbEFsaWdubWVudCI6MSwiU21hcnRGb3JlZ3JvdW5kIjpudWxsLCJCYWNrZ3JvdW5kRmlsbFR5cGUiOjAsIk1hcmdpbiI6eyIkaWQiOiI1MDIiLCJUb3AiOjAuMCwiTGVmdCI6MC4wLCJSaWdodCI6MC4wLCJCb3R0b20iOjAuMH0sIlBhZGRpbmciOnsiJGlkIjoiNTAzIiwiVG9wIjowLjAsIkxlZnQiOjAuMCwiUmlnaHQiOjAuMCwiQm90dG9tIjowLjB9LCJCYWNrZ3JvdW5kIjp7IiRpZCI6IjUwNCIsIkNvbG9yIjp7IiRpZCI6IjUwNSIsIkEiOjI1NSwiUiI6MCwiRyI6MCwiQiI6MH19LCJJc1Zpc2libGUiOnRydWUsIldpZHRoIjowLjAsIkhlaWdodCI6MC4wLCJCb3JkZXJTdHlsZSI6eyIkaWQiOiI1MDYiLCJMaW5lQ29sb3IiOm51bGwsIkxpbmVXZWlnaHQiOjAuMCwiTGluZVR5cGUiOjAsIlBhcmVudFN0eWxlIjpudWxsfSwiUGFyZW50U3R5bGUiOm51bGx9LCJEYXRlU3R5bGUiOnsiJGlkIjoiNTA3IiwiRm9udFNldHRpbmdzIjp7IiRpZCI6IjUwOCIsIkZvbnRTaXplIjoxMCwiRm9udE5hbWUiOiJDYWxpYnJpIiwiSXNCb2xkIjpmYWxzZSwiSXNJdGFsaWMiOmZhbHNlLCJJc1VuZGVybGluZWQiOmZhbHNlLCJQYXJlbnRTdHlsZSI6bnVsbH0sIkF1dG9TaXplIjowLCJGb3JlZ3JvdW5kIjp7IiRpZCI6IjUwOSIsIkNvbG9yIjp7IiRpZCI6IjUxMC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1MTEiLCJUb3AiOjAuMCwiTGVmdCI6MC4wLCJSaWdodCI6MC4wLCJCb3R0b20iOjAuMH0sIlBhZGRpbmciOnsiJGlkIjoiNTEyIiwiVG9wIjowLjAsIkxlZnQiOjAuMCwiUmlnaHQiOjAuMCwiQm90dG9tIjowLjB9LCJCYWNrZ3JvdW5kIjp7IiRpZCI6IjUxMyIsIkNvbG9yIjp7IiRpZCI6IjUxNCIsIkEiOjI1NSwiUiI6MTQsIkciOjQwLCJCIjo2NX19LCJJc1Zpc2libGUiOnRydWUsIldpZHRoIjowLjAsIkhlaWdodCI6MC4wLCJCb3JkZXJTdHlsZSI6eyIkaWQiOiI1MTUiLCJMaW5lQ29sb3IiOm51bGwsIkxpbmVXZWlnaHQiOjAuMCwiTGluZVR5cGUiOjAsIlBhcmVudFN0eWxlIjpudWxsfSwiUGFyZW50U3R5bGUiOm51bGx9LCJEYXRlRm9ybWF0Ijp7IiRpZCI6IjUx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TciLCJGb3JtYXQiOjAsIklzVmlzaWJsZSI6ZmFsc2UsIkxhc3RLbm93blZpc2liaWxpdHlTdGF0ZSI6ZmFsc2V9LCJJc1Zpc2libGUiOnRydWUsIlZhcmlhbmNlU3R5bGUiOnsiJGlkIjoiNTE4IiwiVGV4dFN0eWxlIjp7IiRpZCI6IjUxOSIsIkZvbnRTZXR0aW5ncyI6eyIkaWQiOiI1MjAiLCJGb250U2l6ZSI6MTAsIkZvbnROYW1lIjoiQ2FsaWJyaSIsIklzQm9sZCI6ZmFsc2UsIklzSXRhbGljIjpmYWxzZSwiSXNVbmRlcmxpbmVkIjpmYWxzZSwiUGFyZW50U3R5bGUiOm51bGx9LCJBdXRvU2l6ZSI6MCwiRm9yZWdyb3VuZCI6eyIkaWQiOiI1MjEiLCJDb2xvciI6eyIkaWQiOiI1MjI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TIzIiwiVG9wIjowLjAsIkxlZnQiOjAuMCwiUmlnaHQiOjAuMCwiQm90dG9tIjowLjB9LCJQYWRkaW5nIjp7IiRpZCI6IjUyNCIsIlRvcCI6MC4wLCJMZWZ0IjowLjAsIlJpZ2h0IjowLjAsIkJvdHRvbSI6MC4wfSwiQmFja2dyb3VuZCI6eyIkaWQiOiI1MjUiLCJDb2xvciI6eyIkaWQiOiI1MjYiLCJBIjoyNTUsIlIiOjAsIkciOjAsIkIiOjB9fSwiSXNWaXNpYmxlIjp0cnVlLCJXaWR0aCI6MC4wLCJIZWlnaHQiOjAuMCwiQm9yZGVyU3R5bGUiOnsiJGlkIjoiNTI3IiwiTGluZUNvbG9yIjpudWxsLCJMaW5lV2VpZ2h0IjowLjAsIkxpbmVUeXBlIjowLCJQYXJlbnRTdHlsZSI6bnVsbH0sIlBhcmVudFN0eWxlIjpudWxsfSwiUGFyZW50U3R5bGUiOm51bGx9LCJQYXJlbnRTdHlsZSI6bnVsbCwiX2V4cGxpY2l0bHlTZXQiOnsiJGlkIjoiNTI4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lsZXN0b25lU3R5bGUiOm51bGwsIkdyaWRsaW5lUGFuZWxTdHlsZSI6eyIkaWQiOiI1MjkiLCJHcmlkbGluZVN0eWxlIjp7IiRpZCI6IjUzMCIsIkxpbmVDb2xvciI6eyIkaWQiOiI1MzEiLCIkdHlwZSI6Ik5MUkUuQ29tbW9uLkRvbS5Tb2xpZENvbG9yQnJ1c2gsIE5MUkUuQ29tbW9uIiwiQ29sb3IiOnsiJGlkIjoiNTMyIiwiQSI6MzgsIlIiOjkxLCJHIjoxNTUsIkIiOjIxM319LCJMaW5lV2VpZ2h0IjoxLjAsIkxpbmVUeXBlIjowLCJQYXJlbnRTdHlsZSI6bnVsbH0sIk1hcmdpbiI6eyIkaWQiOiI1MzMiLCJUb3AiOjAuMCwiTGVmdCI6MC4wLCJSaWdodCI6MC4wLCJCb3R0b20iOjAuMH0sIlBhZGRpbmciOnsiJGlkIjoiNTM0IiwiVG9wIjowLjAsIkxlZnQiOjAuMCwiUmlnaHQiOjAuMCwiQm90dG9tIjowLjB9LCJCYWNrZ3JvdW5kIjpudWxsLCJJc1Zpc2libGUiOnRydWUsIldpZHRoIjowLjAsIkhlaWdodCI6MC4wLCJCb3JkZXJTdHlsZSI6eyIkaWQiOiI1MzUiLCJMaW5lQ29sb3IiOm51bGwsIkxpbmVXZWlnaHQiOjAuMCwiTGluZVR5cGUiOjAsIlBhcmVudFN0eWxlIjpudWxsfSwiUGFyZW50U3R5bGUiOm51bGx9LCJBY3Rpdml0eUxpbmVQYW5lbFN0eWxlIjp7IiRpZCI6IjUzNiIsIkFjdGl2aXR5TGluZVN0eWxlIjp7IiRpZCI6IjUzNyIsIkxpbmVDb2xvciI6eyIkaWQiOiI1MzgiLCIkdHlwZSI6Ik5MUkUuQ29tbW9uLkRvbS5Tb2xpZENvbG9yQnJ1c2gsIE5MUkUuQ29tbW9uIiwiQ29sb3IiOnsiJGlkIjoiNTM5IiwiQSI6MzgsIlIiOjY4LCJHIjoxMTQsIkIiOjE5Nn19LCJMaW5lV2VpZ2h0IjoxLjAsIkxpbmVUeXBlIjowLCJQYXJlbnRTdHlsZSI6bnVsbH0sIk1hcmdpbiI6eyIkaWQiOiI1NDAiLCJUb3AiOjAuMCwiTGVmdCI6MC4wLCJSaWdodCI6MC4wLCJCb3R0b20iOjAuMH0sIlBhZGRpbmciOnsiJGlkIjoiNTQxIiwiVG9wIjowLjAsIkxlZnQiOjAuMCwiUmlnaHQiOjAuMCwiQm90dG9tIjowLjB9LCJCYWNrZ3JvdW5kIjpudWxsLCJJc1Zpc2libGUiOnRydWUsIldpZHRoIjowLjAsIkhlaWdodCI6MC4wLCJCb3JkZXJTdHlsZSI6eyIkaWQiOiI1NDIiLCJMaW5lQ29sb3IiOm51bGwsIkxpbmVXZWlnaHQiOjAuMCwiTGluZVR5cGUiOjAsIlBhcmVudFN0eWxlIjpudWxsfSwiUGFyZW50U3R5bGUiOm51bGx9LCJfc2VsZWN0ZWRUaGVtZVByZXNldENvbG9ycyI6eyIkaWQiOiI1NDMiLCJUZXh0TGlnaHQiOnsiJGlkIjoiNTQ0IiwiQSI6MjU1LCJSIjoyNTUsIkciOjI1NSwiQiI6MjU1fSwiVGV4dERhcmsiOnsiJGlkIjoiNTQ1IiwiQSI6MjU1LCJSIjowLCJHIjowLCJCIjowfSwiQWNjZW50MSI6eyIkaWQiOiI1NDYiLCJBIjoyNTUsIlIiOjIzMiwiRyI6MjMyLCJCIjoyMzJ9LCJBY2NlbnQyIjp7IiRpZCI6IjU0NyIsIkEiOjI1NSwiUiI6MTQsIkciOjQwLCJCIjo2NX0sIkFjY2VudDMiOnsiJGlkIjoiNTQ4IiwiQSI6MjU1LCJSIjoyMSwiRyI6OTYsIkIiOjEzMH0sIkFjY2VudDQiOnsiJGlkIjoiNTQ5IiwiQSI6MjU1LCJSIjoyMzMsIkciOjExMywiQiI6NTB9LCJBY2NlbnQ1Ijp7IiRpZCI6IjU1MCIsIkEiOjI1NSwiUiI6MjUsIkciOjEwNywiQiI6MzZ9LCJBY2NlbnQ2Ijp7IiRpZCI6IjU1MSIsIkEiOjI1NSwiUiI6MTUsIkciOjE1OCwiQiI6MjEzfSwiQWNjZW50NyI6eyIkaWQiOiI1NTIiLCJBIjoyNTUsIlIiOjE2MCwiRyI6NDMsIkIiOjE0N30sIkFjY2VudDgiOnsiJGlkIjoiNTUzIiwiQSI6MjU1LCJSIjo3OCwiRyI6MTY3LCJCIjo0Nn19LCJTaG93RWxhcHNlZFRpbWVHcmFkaWVudFN0eWxlIjpmYWxzZSwiVGltZWJhbmRSZXNlcnZlZExlZnRBcmVhU3R5bGUiOnsiJGlkIjoiNTU0IiwiQWN0aXZpdHlIZWFkZXJXaWR0aCI6NzYuMCwiSXNTZXQiOmZhbHNlfSwiRGVmYXVsdFN3aW1sYW5lU3R5bGUiOm51bGwsIkRlZmF1bHRTd2ltbGFuZVYyU3R5bGUiOnsiJGlkIjoiNTU1IiwiU3R5bGVJZCI6IjMzMmNmYjEzLWI0MDEtNGVjMy1iNjU1LTczOTY4ZDA0ZDc0OSIsIkhlYWRlclN0eWxlIjp7IiRpZCI6IjU1NiIsIlRleHRJc1ZlcnRpY2FsIjpmYWxzZSwiVGV4dFN0eWxlIjp7IiRpZCI6IjU1NyIsIkZvbnRTZXR0aW5ncyI6eyIkaWQiOiI1NTgiLCJGb250U2l6ZSI6MTEsIkZvbnROYW1lIjoiQ2FsaWJyaSIsIklzQm9sZCI6ZmFsc2UsIklzSXRhbGljIjpmYWxzZSwiSXNVbmRlcmxpbmVkIjpmYWxzZSwiUGFyZW50U3R5bGUiOm51bGx9LCJBdXRvU2l6ZSI6MiwiRm9yZWdyb3VuZCI6eyIkaWQiOiI1NTkiLCJDb2xvciI6eyIkaWQiOiI1NjA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1NjEiLCJUb3AiOjAuMCwiTGVmdCI6MC4wLCJSaWdodCI6MC4wLCJCb3R0b20iOjAuMH0sIlBhZGRpbmciOnsiJGlkIjoiNTYyIiwiVG9wIjowLjAsIkxlZnQiOjAuMCwiUmlnaHQiOjAuMCwiQm90dG9tIjowLjB9LCJCYWNrZ3JvdW5kIjp7IiRpZCI6IjU2MyIsIkNvbG9yIjp7IiRpZCI6IjU2NCIsIkEiOjI1NSwiUiI6MjU1LCJHIjoyNTUsIkIiOjI1NX19LCJJc1Zpc2libGUiOnRydWUsIldpZHRoIjowLjAsIkhlaWdodCI6MC4wLCJCb3JkZXJTdHlsZSI6bnVsbCwiUGFyZW50U3R5bGUiOm51bGx9LCJSZWN0YW5nbGVTdHlsZSI6eyIkaWQiOiI1NjUiLCJNYXJnaW4iOnsiJGlkIjoiNTY2IiwiVG9wIjowLjAsIkxlZnQiOjAuMCwiUmlnaHQiOjAuMCwiQm90dG9tIjowLjB9LCJQYWRkaW5nIjp7IiRpZCI6IjU2NyIsIlRvcCI6MC4wLCJMZWZ0IjowLjAsIlJpZ2h0IjowLjAsIkJvdHRvbSI6MC4wfSwiQmFja2dyb3VuZCI6eyIkaWQiOiI1NjgiLCJDb2xvciI6eyIkaWQiOiI1NjkiLCJBIjoyNTUsIlIiOjIxLCJHIjo5NiwiQiI6MTMwfX0sIklzVmlzaWJsZSI6dHJ1ZSwiV2lkdGgiOjAuMCwiSGVpZ2h0IjowLjAsIkJvcmRlclN0eWxlIjp7IiRpZCI6IjU3MCIsIkxpbmVDb2xvciI6eyIkaWQiOiI1NzEiLCIkdHlwZSI6Ik5MUkUuQ29tbW9uLkRvbS5Tb2xpZENvbG9yQnJ1c2gsIE5MUkUuQ29tbW9uIiwiQ29sb3IiOnsiJGlkIjoiNTcyIiwiQSI6MjU1LCJSIjoyNTUsIkciOjI1NSwiQiI6MjU1fX0sIkxpbmVXZWlnaHQiOjAuMCwiTGluZVR5cGUiOjAsIlBhcmVudFN0eWxlIjpudWxsfSwiUGFyZW50U3R5bGUiOm51bGx9LCJNYXJnaW4iOnsiJGlkIjoiNTczIiwiVG9wIjowLjAsIkxlZnQiOjAuMCwiUmlnaHQiOjAuMCwiQm90dG9tIjowLjB9LCJQYWRkaW5nIjp7IiRpZCI6IjU3NCIsIlRvcCI6MC4wLCJMZWZ0IjowLjAsIlJpZ2h0IjowLjAsIkJvdHRvbSI6MC4wfSwiQmFja2dyb3VuZCI6bnVsbCwiSXNWaXNpYmxlIjp0cnVlLCJXaWR0aCI6MC4wLCJIZWlnaHQiOjAuMCwiQm9yZGVyU3R5bGUiOm51bGwsIlBhcmVudFN0eWxlIjpudWxsfSwiQmFja2dyb3VuZFN0eWxlIjp7IiRpZCI6IjU3NSIsIk1hcmdpbiI6eyIkaWQiOiI1NzYiLCJUb3AiOjAuMCwiTGVmdCI6MC4wLCJSaWdodCI6MC4wLCJCb3R0b20iOjAuMH0sIlBhZGRpbmciOnsiJGlkIjoiNTc3IiwiVG9wIjowLjAsIkxlZnQiOjAuMCwiUmlnaHQiOjAuMCwiQm90dG9tIjowLjB9LCJCYWNrZ3JvdW5kIjp7IiRpZCI6IjU3OCIsIkNvbG9yIjp7IiRpZCI6IjU3OSIsIkEiOjUxLCJSIjoyMDAsIkciOjIwMCwiQiI6MjAwfX0sIklzVmlzaWJsZSI6dHJ1ZSwiV2lkdGgiOjAuMCwiSGVpZ2h0IjowLjAsIkJvcmRlclN0eWxlIjp7IiRpZCI6IjU4MCIsIkxpbmVDb2xvciI6eyIkaWQiOiI1ODEiLCIkdHlwZSI6Ik5MUkUuQ29tbW9uLkRvbS5Tb2xpZENvbG9yQnJ1c2gsIE5MUkUuQ29tbW9uIiwiQ29sb3IiOnsiJGlkIjoiNTgyIiwiQSI6MjU1LCJSIjoyMzQsIkciOjIyLCJCIjozMH19LCJMaW5lV2VpZ2h0IjowLjAsIkxpbmVUeXBlIjowLCJQYXJlbnRTdHlsZSI6bnVsbH0sIlBhcmVudFN0eWxlIjpudWxsfSwiSXNBYm92ZVRpbWViYW5kIjpmYWxzZSwiU3BhY2luZyI6MywiRGVmYXVsdFN3aW1sYW5lVGFza1N0eWxlIjp7IiRpZCI6IjU4MyIsIiR0eXBlIjoiTkxSRS5Db21tb24uRG9tLlN0eWxlcy5FeHBsaWNpdFNldGFibGVUYXNrU3R5bGUsIE5MUkUuQ29tbW9uIiwiU2hhcGUiOjEsIlNoYXBlVGhpY2tuZXNzIjowLCJEdXJhdGlvbkZvcm1hdCI6MCwiSW5jbHVkZU5vbldvcmtpbmdEYXlzSW5EdXJhdGlvbiI6ZmFsc2UsIlBlcmNlbnRhZ2VDb21wbGV0ZVN0eWxlIjp7IiRpZCI6IjU4NCIsIkZvbnRTZXR0aW5ncyI6eyIkaWQiOiI1ODUiLCJGb250U2l6ZSI6MTAsIkZvbnROYW1lIjoiQ2FsaWJyaSIsIklzQm9sZCI6ZmFsc2UsIklzSXRhbGljIjpmYWxzZSwiSXNVbmRlcmxpbmVkIjpmYWxzZSwiUGFyZW50U3R5bGUiOm51bGx9LCJBdXRvU2l6ZSI6MCwiRm9yZWdyb3VuZCI6eyIkaWQiOiI1ODYiLCJDb2xvciI6eyIkaWQiOiI1ODc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NTg4IiwiVG9wIjowLjAsIkxlZnQiOjAuMCwiUmlnaHQiOjAuMCwiQm90dG9tIjowLjB9LCJQYWRkaW5nIjp7IiRpZCI6IjU4OSIsIlRvcCI6MC4wLCJMZWZ0IjowLjAsIlJpZ2h0IjowLjAsIkJvdHRvbSI6MC4wfSwiQmFja2dyb3VuZCI6eyIkaWQiOiI1OTAiLCJDb2xvciI6eyIkaWQiOiI1OTEiLCJBIjo4OSwiUiI6MCwiRyI6MCwiQiI6MH19LCJJc1Zpc2libGUiOnRydWUsIldpZHRoIjowLjAsIkhlaWdodCI6MC4wLCJCb3JkZXJTdHlsZSI6eyIkaWQiOiI1OTIiLCJMaW5lQ29sb3IiOm51bGwsIkxpbmVXZWlnaHQiOjAuMCwiTGluZVR5cGUiOjAsIlBhcmVudFN0eWxlIjpudWxsfSwiUGFyZW50U3R5bGUiOm51bGx9LCJEdXJhdGlvblN0eWxlIjp7IiRpZCI6IjU5MyIsIkZvbnRTZXR0aW5ncyI6eyIkaWQiOiI1OTQiLCJGb250U2l6ZSI6MTAsIkZvbnROYW1lIjoiQ2FsaWJyaSIsIklzQm9sZCI6ZmFsc2UsIklzSXRhbGljIjpmYWxzZSwiSXNVbmRlcmxpbmVkIjpmYWxzZSwiUGFyZW50U3R5bGUiOm51bGx9LCJBdXRvU2l6ZSI6MCwiRm9yZWdyb3VuZCI6eyIkaWQiOiI1OTUiLCJDb2xvciI6eyIkaWQiOiI1OTY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1OTciLCJUb3AiOjAuMCwiTGVmdCI6MC4wLCJSaWdodCI6MC4wLCJCb3R0b20iOjAuMH0sIlBhZGRpbmciOnsiJGlkIjoiNTk4IiwiVG9wIjowLjAsIkxlZnQiOjAuMCwiUmlnaHQiOjAuMCwiQm90dG9tIjowLjB9LCJCYWNrZ3JvdW5kIjp7IiRpZCI6IjU5OSIsIkNvbG9yIjp7IiRpZCI6IjYwMCIsIkEiOjI1NSwiUiI6MjM3LCJHIjoxMjUsIkIiOjQ5fX0sIklzVmlzaWJsZSI6dHJ1ZSwiV2lkdGgiOjAuMCwiSGVpZ2h0IjowLjAsIkJvcmRlclN0eWxlIjp7IiRpZCI6IjYwMSIsIkxpbmVDb2xvciI6bnVsbCwiTGluZVdlaWdodCI6MC4wLCJMaW5lVHlwZSI6MCwiUGFyZW50U3R5bGUiOm51bGx9LCJQYXJlbnRTdHlsZSI6bnVsbH0sIkhvcml6b250YWxDb25uZWN0b3JTdHlsZSI6eyIkaWQiOiI2MDIiLCJMaW5lQ29sb3IiOnsiJGlkIjoiNjAzIiwiJHR5cGUiOiJOTFJFLkNvbW1vbi5Eb20uU29saWRDb2xvckJydXNoLCBOTFJFLkNvbW1vbiIsIkNvbG9yIjp7IiRpZCI6IjYwNCIsIkEiOjI1NSwiUiI6MCwiRyI6MCwiQiI6MH19LCJMaW5lV2VpZ2h0IjowLjAsIkxpbmVUeXBlIjowLCJQYXJlbnRTdHlsZSI6bnVsbH0sIlZlcnRpY2FsQ29ubmVjdG9yU3R5bGUiOnsiJGlkIjoiNjA1IiwiTGluZUNvbG9yIjp7IiRpZCI6IjYwNiIsIiR0eXBlIjoiTkxSRS5Db21tb24uRG9tLlNvbGlkQ29sb3JCcnVzaCwgTkxSRS5Db21tb24iLCJDb2xvciI6eyIkaWQiOiI2MDc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2MDgiLCJTaGFwZVN0eWxlIjp7IiRpZCI6IjYwOSIsIk1hcmdpbiI6eyIkaWQiOiI2MTAiLCJUb3AiOjAuMCwiTGVmdCI6MC4wLCJSaWdodCI6MC4wLCJCb3R0b20iOjAuMH0sIlBhZGRpbmciOnsiJGlkIjoiNjExIiwiVG9wIjowLjAsIkxlZnQiOjAuMCwiUmlnaHQiOjAuMCwiQm90dG9tIjowLjB9LCJCYWNrZ3JvdW5kIjp7IiRpZCI6IjYxMiIsIkNvbG9yIjp7IiRpZCI6IjYxMyIsIkEiOjE1MywiUiI6MCwiRyI6MCwiQiI6MH19LCJJc1Zpc2libGUiOnRydWUsIldpZHRoIjowLjAsIkhlaWdodCI6MC4wLCJCb3JkZXJTdHlsZSI6eyIkaWQiOiI2MTQiLCJMaW5lQ29sb3IiOnsiJGlkIjoiNjE1IiwiJHR5cGUiOiJOTFJFLkNvbW1vbi5Eb20uU29saWRDb2xvckJydXNoLCBOTFJFLkNvbW1vbiIsIkNvbG9yIjp7IiRpZCI6IjYxNiIsIkEiOjI1NSwiUiI6MjU1LCJHIjowLCJCIjowfX0sIkxpbmVXZWlnaHQiOjAuMCwiTGluZVR5cGUiOjAsIlBhcmVudFN0eWxlIjpudWxsfSwiUGFyZW50U3R5bGUiOm51bGx9LCJNYXJnaW4iOnsiJGlkIjoiNjE3IiwiVG9wIjowLjAsIkxlZnQiOjAuMCwiUmlnaHQiOjAuMCwiQm90dG9tIjowLjB9LCJQYWRkaW5nIjp7IiRpZCI6IjYxOCIsIlRvcCI6MC4wLCJMZWZ0IjowLjAsIlJpZ2h0IjowLjAsIkJvdHRvbSI6MC4wfSwiQmFja2dyb3VuZCI6bnVsbCwiSXNWaXNpYmxlIjp0cnVlLCJXaWR0aCI6MC4wLCJIZWlnaHQiOjAuMCwiQm9yZGVyU3R5bGUiOm51bGwsIlBhcmVudFN0eWxlIjpudWxsfSwiU2hhcGVTdHlsZSI6eyIkaWQiOiI2MTkiLCJNYXJnaW4iOnsiJGlkIjoiNjIwIiwiVG9wIjowLjAsIkxlZnQiOjQuMCwiUmlnaHQiOjQuMCwiQm90dG9tIjowLjB9LCJQYWRkaW5nIjp7IiRpZCI6IjYyMSIsIlRvcCI6MC4wLCJMZWZ0IjowLjAsIlJpZ2h0IjowLjAsIkJvdHRvbSI6MC4wfSwiQmFja2dyb3VuZCI6eyIkaWQiOiI2MjIiLCJDb2xvciI6eyIkaWQiOiI2MjMiLCJBIjoyNTUsIlIiOjIxLCJHIjo5NiwiQiI6MTMwfX0sIklzVmlzaWJsZSI6dHJ1ZSwiV2lkdGgiOjAuMCwiSGVpZ2h0IjoxMC4wLCJCb3JkZXJTdHlsZSI6eyIkaWQiOiI2MjQiLCJMaW5lQ29sb3IiOnsiJGlkIjoiNjI1IiwiJHR5cGUiOiJOTFJFLkNvbW1vbi5Eb20uU29saWRDb2xvckJydXNoLCBOTFJFLkNvbW1vbiIsIkNvbG9yIjp7IiRpZCI6IjYyNiIsIkEiOjI1NSwiUiI6MjM0LCJHIjoyMiwiQiI6MzB9fSwiTGluZVdlaWdodCI6MC4wLCJMaW5lVHlwZSI6MCwiUGFyZW50U3R5bGUiOm51bGx9LCJQYXJlbnRTdHlsZSI6bnVsbH0sIlRpdGxlU3R5bGUiOnsiJGlkIjoiNjI3IiwiRm9udFNldHRpbmdzIjp7IiRpZCI6IjYyOCIsIkZvbnRTaXplIjoxMSwiRm9udE5hbWUiOiJDYWxpYnJpIiwiSXNCb2xkIjpmYWxzZSwiSXNJdGFsaWMiOmZhbHNlLCJJc1VuZGVybGluZWQiOmZhbHNlLCJQYXJlbnRTdHlsZSI6bnVsbH0sIkF1dG9TaXplIjowLCJGb3JlZ3JvdW5kIjp7IiRpZCI6IjYyOSIsIkNvbG9yIjp7IiRpZCI6IjYz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2MzEiLCJUb3AiOjAuMCwiTGVmdCI6MC4wLCJSaWdodCI6MC4wLCJCb3R0b20iOjAuMH0sIlBhZGRpbmciOnsiJGlkIjoiNjMyIiwiVG9wIjowLjAsIkxlZnQiOjAuMCwiUmlnaHQiOjAuMCwiQm90dG9tIjowLjB9LCJCYWNrZ3JvdW5kIjp7IiRpZCI6IjYzMyIsIkNvbG9yIjp7IiRpZCI6IjYzNCIsIkEiOjI1NSwiUiI6MCwiRyI6MCwiQiI6MH19LCJJc1Zpc2libGUiOnRydWUsIldpZHRoIjowLjAsIkhlaWdodCI6MC4wLCJCb3JkZXJTdHlsZSI6eyIkaWQiOiI2MzUiLCJMaW5lQ29sb3IiOm51bGwsIkxpbmVXZWlnaHQiOjAuMCwiTGluZVR5cGUiOjAsIlBhcmVudFN0eWxlIjpudWxsfSwiUGFyZW50U3R5bGUiOm51bGx9LCJEYXRlU3R5bGUiOnsiJGlkIjoiNjM2IiwiRm9udFNldHRpbmdzIjp7IiRpZCI6IjYzNyIsIkZvbnRTaXplIjoxMCwiRm9udE5hbWUiOiJDYWxpYnJpIiwiSXNCb2xkIjpmYWxzZSwiSXNJdGFsaWMiOmZhbHNlLCJJc1VuZGVybGluZWQiOmZhbHNlLCJQYXJlbnRTdHlsZSI6bnVsbH0sIkF1dG9TaXplIjowLCJGb3JlZ3JvdW5kIjp7IiRpZCI6IjYzOCIsIkNvbG9yIjp7IiRpZCI6IjYzOSIsIkEiOjI1NSwiUiI6MTQsIkciOjQwLCJCIjo2NX19LCJNYXhXaWR0aCI6MjAwLjAsIk1heEhlaWdodCI6IkluZmluaXR5IiwiU21hcnRGb3JlZ3JvdW5kSXNBY3RpdmUiOmZhbHNlLCJIb3Jpem9udGFsQWxpZ25tZW50IjoyLCJWZXJ0aWNhbEFsaWdubWVudCI6MSwiU21hcnRGb3JlZ3JvdW5kIjpudWxsLCJCYWNrZ3JvdW5kRmlsbFR5cGUiOjAsIk1hcmdpbiI6eyIkaWQiOiI2NDAiLCJUb3AiOjAuMCwiTGVmdCI6MC4wLCJSaWdodCI6MC4wLCJCb3R0b20iOjAuMH0sIlBhZGRpbmciOnsiJGlkIjoiNjQxIiwiVG9wIjowLjAsIkxlZnQiOjAuMCwiUmlnaHQiOjAuMCwiQm90dG9tIjowLjB9LCJCYWNrZ3JvdW5kIjp7IiRpZCI6IjY0MiIsIkNvbG9yIjp7IiRpZCI6IjY0MyIsIkEiOjI1NSwiUiI6MTQsIkciOjQwLCJCIjo2NX19LCJJc1Zpc2libGUiOnRydWUsIldpZHRoIjowLjAsIkhlaWdodCI6MC4wLCJCb3JkZXJTdHlsZSI6eyIkaWQiOiI2NDQiLCJMaW5lQ29sb3IiOm51bGwsIkxpbmVXZWlnaHQiOjAuMCwiTGluZVR5cGUiOjAsIlBhcmVudFN0eWxlIjpudWxsfSwiUGFyZW50U3R5bGUiOm51bGx9LCJEYXRlRm9ybWF0Ijp7IiRpZCI6IjY0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DYiLCJGb3JtYXQiOjAsIklzVmlzaWJsZSI6ZmFsc2UsIkxhc3RLbm93blZpc2liaWxpdHlTdGF0ZSI6ZmFsc2V9LCJJc1Zpc2libGUiOnRydWUsIlZhcmlhbmNlU3R5bGUiOnsiJGlkIjoiNjQ3IiwiVGV4dFN0eWxlIjp7IiRpZCI6IjY0OCIsIkZvbnRTZXR0aW5ncyI6eyIkaWQiOiI2NDkiLCJGb250U2l6ZSI6MTAsIkZvbnROYW1lIjoiQ2FsaWJyaSIsIklzQm9sZCI6ZmFsc2UsIklzSXRhbGljIjpmYWxzZSwiSXNVbmRlcmxpbmVkIjpmYWxzZSwiUGFyZW50U3R5bGUiOm51bGx9LCJBdXRvU2l6ZSI6MCwiRm9yZWdyb3VuZCI6eyIkaWQiOiI2NTAiLCJDb2xvciI6eyIkaWQiOiI2N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jUyIiwiVG9wIjowLjAsIkxlZnQiOjAuMCwiUmlnaHQiOjAuMCwiQm90dG9tIjowLjB9LCJQYWRkaW5nIjp7IiRpZCI6IjY1MyIsIlRvcCI6MC4wLCJMZWZ0IjowLjAsIlJpZ2h0IjowLjAsIkJvdHRvbSI6MC4wfSwiQmFja2dyb3VuZCI6eyIkaWQiOiI2NTQiLCJDb2xvciI6eyIkaWQiOiI2NTUiLCJBIjoyNTUsIlIiOjAsIkciOjAsIkIiOjB9fSwiSXNWaXNpYmxlIjp0cnVlLCJXaWR0aCI6MC4wLCJIZWlnaHQiOjAuMCwiQm9yZGVyU3R5bGUiOnsiJGlkIjoiNjU2IiwiTGluZUNvbG9yIjpudWxsLCJMaW5lV2VpZ2h0IjowLjAsIkxpbmVUeXBlIjowLCJQYXJlbnRTdHlsZSI6bnVsbH0sIlBhcmVudFN0eWxlIjpudWxsfSwiUGFyZW50U3R5bGUiOm51bGx9LCJQYXJlbnRTdHlsZSI6bnVsbCwiX2V4cGxpY2l0bHlTZXQiOnsiJGlkIjoiNjU3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NjU4IiwiU2hhcGUiOjEsIkNvbm5lY3Rvck1hcmdpbiI6eyIkaWQiOiI2NTkiLCJUb3AiOjAuMCwiTGVmdCI6Mi4wLCJSaWdodCI6Mi4wLCJCb3R0b20iOjAuMH0sIkNvbm5lY3RvclN0eWxlIjp7IiRpZCI6IjY2MCIsIkxpbmVDb2xvciI6eyIkaWQiOiI2NjEiLCIkdHlwZSI6Ik5MUkUuQ29tbW9uLkRvbS5Tb2xpZENvbG9yQnJ1c2gsIE5MUkUuQ29tbW9uIiwiQ29sb3IiOnsiJGlkIjoiNjYyIiwiQSI6MTI3LCJSIjoxMSwiRyI6NDgsIkIiOjY1fX0sIkxpbmVXZWlnaHQiOjEuMCwiTGluZVR5cGUiOjAsIlBhcmVudFN0eWxlIjpudWxsfSwiSXNCZWxvd1RpbWViYW5kIjpmYWxzZSwiUG9zaXRpb25PblRhc2siOjEsIkhpZGVEYXRlIjpmYWxzZSwiU2hhcGVTaXplIjowLCJTcGFjaW5nIjowLjAsIlBhZGRpbmciOnsiJGlkIjoiNjYzIiwiVG9wIjo1LjAsIkxlZnQiOjMuMCwiUmlnaHQiOjAuMCwiQm90dG9tIjoyLjB9LCJTaGFwZVN0eWxlIjp7IiRpZCI6IjY2NCIsIk1hcmdpbiI6eyIkaWQiOiI2NjUiLCJUb3AiOjAuMCwiTGVmdCI6MC4wLCJSaWdodCI6MC4wLCJCb3R0b20iOjAuMH0sIlBhZGRpbmciOnsiJGlkIjoiNjY2IiwiVG9wIjowLjAsIkxlZnQiOjAuMCwiUmlnaHQiOjAuMCwiQm90dG9tIjowLjB9LCJCYWNrZ3JvdW5kIjp7IiRpZCI6IjY2NyIsIkNvbG9yIjp7IiRpZCI6IjY2OCIsIkEiOjI1NSwiUiI6MTEsIkciOjQ4LCJCIjo2NX19LCJJc1Zpc2libGUiOnRydWUsIldpZHRoIjoxMi4wLCJIZWlnaHQiOjE0LjAsIkJvcmRlclN0eWxlIjp7IiRpZCI6IjY2OSIsIkxpbmVDb2xvciI6eyIkaWQiOiI2NzAiLCIkdHlwZSI6Ik5MUkUuQ29tbW9uLkRvbS5Tb2xpZENvbG9yQnJ1c2gsIE5MUkUuQ29tbW9uIiwiQ29sb3IiOnsiJGlkIjoiNjcxIiwiQSI6MjU1LCJSIjoyNTUsIkciOjAsIkIiOjB9fSwiTGluZVdlaWdodCI6MC4wLCJMaW5lVHlwZSI6MCwiUGFyZW50U3R5bGUiOm51bGx9LCJQYXJlbnRTdHlsZSI6bnVsbH0sIlRpdGxlU3R5bGUiOnsiJGlkIjoiNjcyIiwiRm9udFNldHRpbmdzIjp7IiRpZCI6IjY3MyIsIkZvbnRTaXplIjoxMSwiRm9udE5hbWUiOiJDYWxpYnJpIiwiSXNCb2xkIjpmYWxzZSwiSXNJdGFsaWMiOmZhbHNlLCJJc1VuZGVybGluZWQiOmZhbHNlLCJQYXJlbnRTdHlsZSI6bnVsbH0sIkF1dG9TaXplIjowLCJGb3JlZ3JvdW5kIjp7IiRpZCI6IjY3NCIsIkNvbG9yIjp7IiRpZCI6IjY3NSIsIkEiOjI1NSwiUiI6MCwiRyI6MCwiQiI6MH19LCJNYXhXaWR0aCI6MjAwLjAsIk1heEhlaWdodCI6IkluZmluaXR5IiwiU21hcnRGb3JlZ3JvdW5kSXNBY3RpdmUiOmZhbHNlLCJIb3Jpem9udGFsQWxpZ25tZW50IjoxLCJWZXJ0aWNhbEFsaWdubWVudCI6MSwiU21hcnRGb3JlZ3JvdW5kIjpudWxsLCJCYWNrZ3JvdW5kRmlsbFR5cGUiOjAsIk1hcmdpbiI6eyIkaWQiOiI2NzYiLCJUb3AiOjAuMCwiTGVmdCI6MC4wLCJSaWdodCI6MC4wLCJCb3R0b20iOjAuMH0sIlBhZGRpbmciOnsiJGlkIjoiNjc3IiwiVG9wIjowLjAsIkxlZnQiOjAuMCwiUmlnaHQiOjAuMCwiQm90dG9tIjowLjB9LCJCYWNrZ3JvdW5kIjp7IiRpZCI6IjY3OCIsIkNvbG9yIjp7IiRpZCI6IjY3OSIsIkEiOjI1NSwiUiI6MCwiRyI6MCwiQiI6MH19LCJJc1Zpc2libGUiOnRydWUsIldpZHRoIjowLjAsIkhlaWdodCI6MC4wLCJCb3JkZXJTdHlsZSI6eyIkaWQiOiI2ODAiLCJMaW5lQ29sb3IiOm51bGwsIkxpbmVXZWlnaHQiOjAuMCwiTGluZVR5cGUiOjAsIlBhcmVudFN0eWxlIjpudWxsfSwiUGFyZW50U3R5bGUiOm51bGx9LCJEYXRlU3R5bGUiOnsiJGlkIjoiNjgxIiwiRm9udFNldHRpbmdzIjp7IiRpZCI6IjY4MiIsIkZvbnRTaXplIjoxMCwiRm9udE5hbWUiOiJDYWxpYnJpIiwiSXNCb2xkIjpmYWxzZSwiSXNJdGFsaWMiOmZhbHNlLCJJc1VuZGVybGluZWQiOmZhbHNlLCJQYXJlbnRTdHlsZSI6bnVsbH0sIkF1dG9TaXplIjowLCJGb3JlZ3JvdW5kIjp7IiRpZCI6IjY4MyIsIkNvbG9yIjp7IiRpZCI6IjY4NCIsIkEiOjI1NSwiUiI6MTQsIkciOjQwLCJCIjo2NX19LCJNYXhXaWR0aCI6MjAwLjAsIk1heEhlaWdodCI6IkluZmluaXR5IiwiU21hcnRGb3JlZ3JvdW5kSXNBY3RpdmUiOmZhbHNlLCJIb3Jpem9udGFsQWxpZ25tZW50IjoxLCJWZXJ0aWNhbEFsaWdubWVudCI6MSwiU21hcnRGb3JlZ3JvdW5kIjpudWxsLCJCYWNrZ3JvdW5kRmlsbFR5cGUiOjAsIk1hcmdpbiI6eyIkaWQiOiI2ODUiLCJUb3AiOjAuMCwiTGVmdCI6MC4wLCJSaWdodCI6MC4wLCJCb3R0b20iOjAuMH0sIlBhZGRpbmciOnsiJGlkIjoiNjg2IiwiVG9wIjowLjAsIkxlZnQiOjAuMCwiUmlnaHQiOjAuMCwiQm90dG9tIjowLjB9LCJCYWNrZ3JvdW5kIjp7IiRpZCI6IjY4NyIsIkNvbG9yIjp7IiRpZCI6IjY4OCIsIkEiOjI1NSwiUiI6MTQsIkciOjQwLCJCIjo2NX19LCJJc1Zpc2libGUiOnRydWUsIldpZHRoIjowLjAsIkhlaWdodCI6MC4wLCJCb3JkZXJTdHlsZSI6eyIkaWQiOiI2ODkiLCJMaW5lQ29sb3IiOm51bGwsIkxpbmVXZWlnaHQiOjAuMCwiTGluZVR5cGUiOjAsIlBhcmVudFN0eWxlIjpudWxsfSwiUGFyZW50U3R5bGUiOm51bGx9LCJEYXRlRm9ybWF0Ijp7IiRpZCI6IjY5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OTEiLCJGb3JtYXQiOjAsIklzVmlzaWJsZSI6ZmFsc2UsIkxhc3RLbm93blZpc2liaWxpdHlTdGF0ZSI6ZmFsc2V9LCJJc1Zpc2libGUiOnRydWUsIlZhcmlhbmNlU3R5bGUiOnsiJGlkIjoiNjkyIiwiVGV4dFN0eWxlIjp7IiRpZCI6IjY5MyIsIkZvbnRTZXR0aW5ncyI6eyIkaWQiOiI2OTQiLCJGb250U2l6ZSI6MTAsIkZvbnROYW1lIjoiQ2FsaWJyaSIsIklzQm9sZCI6ZmFsc2UsIklzSXRhbGljIjpmYWxzZSwiSXNVbmRlcmxpbmVkIjpmYWxzZSwiUGFyZW50U3R5bGUiOm51bGx9LCJBdXRvU2l6ZSI6MCwiRm9yZWdyb3VuZCI6eyIkaWQiOiI2OTUiLCJDb2xvciI6eyIkaWQiOiI2OT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Njk3IiwiVG9wIjowLjAsIkxlZnQiOjAuMCwiUmlnaHQiOjAuMCwiQm90dG9tIjowLjB9LCJQYWRkaW5nIjp7IiRpZCI6IjY5OCIsIlRvcCI6MC4wLCJMZWZ0IjowLjAsIlJpZ2h0IjowLjAsIkJvdHRvbSI6MC4wfSwiQmFja2dyb3VuZCI6eyIkaWQiOiI2OTkiLCJDb2xvciI6eyIkaWQiOiI3MDAiLCJBIjoyNTUsIlIiOjAsIkciOjAsIkIiOjB9fSwiSXNWaXNpYmxlIjp0cnVlLCJXaWR0aCI6MC4wLCJIZWlnaHQiOjAuMCwiQm9yZGVyU3R5bGUiOnsiJGlkIjoiNzAxIiwiTGluZUNvbG9yIjpudWxsLCJMaW5lV2VpZ2h0IjowLjAsIkxpbmVUeXBlIjowLCJQYXJlbnRTdHlsZSI6bnVsbH0sIlBhcmVudFN0eWxlIjpudWxsfSwiUGFyZW50U3R5bGUiOm51bGx9LCJQYXJlbnRTdHlsZSI6bnVsbH0sIkRlZmF1bHRTd2ltbGFuZU1pbGVzdG9uZVN0eWxlIjp7IiRpZCI6IjcwMiIsIlRpdGxlUG9zaXRpb24iOiJMZWZ0IiwiRGF0ZVBvc2l0aW9uIjoiUmlnaHQiLCJWYXJpYW5jZVBvc2l0aW9uIjoiUmlnaHQiLCJTaGFwZVR5cGUiOjEsIlNoYXBlU2l6ZSI6MCwiU3BhY2luZyI6NSwiU2hhcGVTdHlsZSI6eyIkaWQiOiI3MDMiLCJNYXJnaW4iOnsiJGlkIjoiNzA0IiwiVG9wIjowLjAsIkxlZnQiOjAuMCwiUmlnaHQiOjAuMCwiQm90dG9tIjowLjB9LCJQYWRkaW5nIjp7IiRpZCI6IjcwNSIsIlRvcCI6MC4wLCJMZWZ0IjowLjAsIlJpZ2h0IjowLjAsIkJvdHRvbSI6MC4wfSwiQmFja2dyb3VuZCI6eyIkaWQiOiI3MDYiLCJDb2xvciI6eyIkaWQiOiI3MDciLCJBIjoyNTUsIlIiOjIxLCJHIjo5NiwiQiI6MTMwfX0sIklzVmlzaWJsZSI6dHJ1ZSwiV2lkdGgiOjEyLjAsIkhlaWdodCI6MTQuMCwiQm9yZGVyU3R5bGUiOnsiJGlkIjoiNzA4IiwiTGluZUNvbG9yIjp7IiRpZCI6IjcwOSIsIiR0eXBlIjoiTkxSRS5Db21tb24uRG9tLlNvbGlkQ29sb3JCcnVzaCwgTkxSRS5Db21tb24iLCJDb2xvciI6eyIkaWQiOiI3MTAiLCJBIjoyNTUsIlIiOjIzNCwiRyI6MjIsIkIiOjMwfX0sIkxpbmVXZWlnaHQiOjAuMCwiTGluZVR5cGUiOjAsIlBhcmVudFN0eWxlIjpudWxsfSwiUGFyZW50U3R5bGUiOm51bGx9LCJUaXRsZVN0eWxlIjp7IiRpZCI6IjcxMSIsIkZvbnRTZXR0aW5ncyI6eyIkaWQiOiI3MTIiLCJGb250U2l6ZSI6MTEsIkZvbnROYW1lIjoiQ2FsaWJyaSIsIklzQm9sZCI6ZmFsc2UsIklzSXRhbGljIjpmYWxzZSwiSXNVbmRlcmxpbmVkIjpmYWxzZSwiUGFyZW50U3R5bGUiOm51bGx9LCJBdXRvU2l6ZSI6MCwiRm9yZWdyb3VuZCI6eyIkaWQiOiI3MTMiLCJDb2xvciI6eyIkaWQiOiI3MTQ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NzE1IiwiVG9wIjowLjAsIkxlZnQiOjAuMCwiUmlnaHQiOjAuMCwiQm90dG9tIjowLjB9LCJQYWRkaW5nIjp7IiRpZCI6IjcxNiIsIlRvcCI6MC4wLCJMZWZ0IjowLjAsIlJpZ2h0IjowLjAsIkJvdHRvbSI6MC4wfSwiQmFja2dyb3VuZCI6eyIkaWQiOiI3MTciLCJDb2xvciI6eyIkaWQiOiI3MTgiLCJBIjoyNTUsIlIiOjAsIkciOjAsIkIiOjB9fSwiSXNWaXNpYmxlIjp0cnVlLCJXaWR0aCI6MC4wLCJIZWlnaHQiOjAuMCwiQm9yZGVyU3R5bGUiOnsiJGlkIjoiNzE5IiwiTGluZUNvbG9yIjpudWxsLCJMaW5lV2VpZ2h0IjowLjAsIkxpbmVUeXBlIjowLCJQYXJlbnRTdHlsZSI6bnVsbH0sIlBhcmVudFN0eWxlIjpudWxsfSwiRGF0ZVN0eWxlIjp7IiRpZCI6IjcyMCIsIkZvbnRTZXR0aW5ncyI6eyIkaWQiOiI3MjEiLCJGb250U2l6ZSI6MTAsIkZvbnROYW1lIjoiQ2FsaWJyaSIsIklzQm9sZCI6ZmFsc2UsIklzSXRhbGljIjpmYWxzZSwiSXNVbmRlcmxpbmVkIjpmYWxzZSwiUGFyZW50U3R5bGUiOm51bGx9LCJBdXRvU2l6ZSI6MCwiRm9yZWdyb3VuZCI6eyIkaWQiOiI3MjIiLCJDb2xvciI6eyIkaWQiOiI3M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NzI0IiwiVG9wIjowLjAsIkxlZnQiOjAuMCwiUmlnaHQiOjAuMCwiQm90dG9tIjowLjB9LCJQYWRkaW5nIjp7IiRpZCI6IjcyNSIsIlRvcCI6MC4wLCJMZWZ0IjowLjAsIlJpZ2h0IjowLjAsIkJvdHRvbSI6MC4wfSwiQmFja2dyb3VuZCI6eyIkaWQiOiI3MjYiLCJDb2xvciI6eyIkaWQiOiI3MjciLCJBIjoyNTUsIlIiOjE0LCJHIjo0MCwiQiI6NjV9fSwiSXNWaXNpYmxlIjp0cnVlLCJXaWR0aCI6MC4wLCJIZWlnaHQiOjAuMCwiQm9yZGVyU3R5bGUiOnsiJGlkIjoiNzI4IiwiTGluZUNvbG9yIjpudWxsLCJMaW5lV2VpZ2h0IjowLjAsIkxpbmVUeXBlIjowLCJQYXJlbnRTdHlsZSI6bnVsbH0sIlBhcmVudFN0eWxlIjpudWxsfSwiRGF0ZUZvcm1hdCI6eyIkaWQiOiI3Mj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MwIiwiRm9ybWF0IjowLCJJc1Zpc2libGUiOmZhbHNlLCJMYXN0S25vd25WaXNpYmlsaXR5U3RhdGUiOmZhbHNlfSwiSXNWaXNpYmxlIjp0cnVlLCJWYXJpYW5jZVN0eWxlIjp7IiRpZCI6IjczMSIsIlRleHRTdHlsZSI6eyIkaWQiOiI3MzIiLCJGb250U2V0dGluZ3MiOnsiJGlkIjoiNzMzIiwiRm9udFNpemUiOjEwLCJGb250TmFtZSI6IkNhbGlicmkiLCJJc0JvbGQiOmZhbHNlLCJJc0l0YWxpYyI6ZmFsc2UsIklzVW5kZXJsaW5lZCI6ZmFsc2UsIlBhcmVudFN0eWxlIjpudWxsfSwiQXV0b1NpemUiOjAsIkZvcmVncm91bmQiOnsiJGlkIjoiNzM0IiwiQ29sb3IiOnsiJGlkIjoiNzM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czNiIsIlRvcCI6MC4wLCJMZWZ0IjowLjAsIlJpZ2h0IjowLjAsIkJvdHRvbSI6MC4wfSwiUGFkZGluZyI6eyIkaWQiOiI3MzciLCJUb3AiOjAuMCwiTGVmdCI6MC4wLCJSaWdodCI6MC4wLCJCb3R0b20iOjAuMH0sIkJhY2tncm91bmQiOnsiJGlkIjoiNzM4IiwiQ29sb3IiOnsiJGlkIjoiNzM5IiwiQSI6MjU1LCJSIjowLCJHIjowLCJCIjowfX0sIklzVmlzaWJsZSI6dHJ1ZSwiV2lkdGgiOjAuMCwiSGVpZ2h0IjowLjAsIkJvcmRlclN0eWxlIjp7IiRpZCI6Ijc0MCIsIkxpbmVDb2xvciI6bnVsbCwiTGluZVdlaWdodCI6MC4wLCJMaW5lVHlwZSI6MCwiUGFyZW50U3R5bGUiOm51bGx9LCJQYXJlbnRTdHlsZSI6bnVsbH0sIlBhcmVudFN0eWxlIjpudWxsfSwiUGFyZW50U3R5bGUiOm51bGx9LCJEZWZhdWx0U3dpbWxhbmVBY3Rpdml0eVN0eWxlIjp7IiRpZCI6Ijc0MSIsIkhlYWRlclN0eWxlIjp7IiRpZCI6Ijc0MiIsIlRleHRTdHlsZSI6eyIkaWQiOiI3NDMiLCJGb250U2V0dGluZ3MiOnsiJGlkIjoiNzQ0IiwiRm9udFNpemUiOjExLCJGb250TmFtZSI6IkNhbGlicmkiLCJJc0JvbGQiOmZhbHNlLCJJc0l0YWxpYyI6ZmFsc2UsIklzVW5kZXJsaW5lZCI6ZmFsc2UsIlBhcmVudFN0eWxlIjpudWxsfSwiQXV0b1NpemUiOjIsIkZvcmVncm91bmQiOnsiJGlkIjoiNzQ1IiwiQ29sb3IiOnsiJGlkIjoiNzQ2IiwiQSI6MjU1LCJSIjowLCJHIjowLCJCIjowfX0sIk1heFdpZHRoIjoiSW5maW5pdHkiLCJNYXhIZWlnaHQiOiJJbmZpbml0eSIsIlNtYXJ0Rm9yZWdyb3VuZElzQWN0aXZlIjpmYWxzZSwiSG9yaXpvbnRhbEFsaWdubWVudCI6MCwiVmVydGljYWxBbGlnbm1lbnQiOjAsIlNtYXJ0Rm9yZWdyb3VuZCI6bnVsbCwiQmFja2dyb3VuZEZpbGxUeXBlIjowLCJNYXJnaW4iOnsiJGlkIjoiNzQ3IiwiVG9wIjowLjAsIkxlZnQiOjAuMCwiUmlnaHQiOjAuMCwiQm90dG9tIjowLjB9LCJQYWRkaW5nIjp7IiRpZCI6Ijc0OCIsIlRvcCI6MC4wLCJMZWZ0IjowLjAsIlJpZ2h0IjowLjAsIkJvdHRvbSI6MC4wfSwiQmFja2dyb3VuZCI6eyIkaWQiOiI3NDkiLCJDb2xvciI6eyIkaWQiOiI3NTAiLCJBIjoyNTUsIlIiOjAsIkciOjAsIkIiOjB9fSwiSXNWaXNpYmxlIjp0cnVlLCJXaWR0aCI6MC4wLCJIZWlnaHQiOjAuMCwiQm9yZGVyU3R5bGUiOm51bGwsIlBhcmVudFN0eWxlIjpudWxsfSwiUmVjdGFuZ2xlU3R5bGUiOnsiJGlkIjoiNzUxIiwiTWFyZ2luIjp7IiRpZCI6Ijc1MiIsIlRvcCI6MC4wLCJMZWZ0IjowLjAsIlJpZ2h0IjowLjAsIkJvdHRvbSI6MC4wfSwiUGFkZGluZyI6eyIkaWQiOiI3NTMiLCJUb3AiOjAuMCwiTGVmdCI6MC4wLCJSaWdodCI6MC4wLCJCb3R0b20iOjAuMH0sIkJhY2tncm91bmQiOnsiJGlkIjoiNzU0IiwiQ29sb3IiOnsiJGlkIjoiNzU1IiwiQSI6NjMsIlIiOjIxLCJHIjo5NiwiQiI6MTMwfX0sIklzVmlzaWJsZSI6dHJ1ZSwiV2lkdGgiOjAuMCwiSGVpZ2h0IjowLjAsIkJvcmRlclN0eWxlIjp7IiRpZCI6Ijc1NiIsIkxpbmVDb2xvciI6eyIkaWQiOiI3NTciLCIkdHlwZSI6Ik5MUkUuQ29tbW9uLkRvbS5Tb2xpZENvbG9yQnJ1c2gsIE5MUkUuQ29tbW9uIiwiQ29sb3IiOnsiJGlkIjoiNzU4IiwiQSI6MjU1LCJSIjoyNTUsIkciOjAsIkIiOjB9fSwiTGluZVdlaWdodCI6MC4wLCJMaW5lVHlwZSI6MCwiUGFyZW50U3R5bGUiOm51bGx9LCJQYXJlbnRTdHlsZSI6bnVsbH0sIk1hcmdpbiI6eyIkaWQiOiI3NTkiLCJUb3AiOjAuMCwiTGVmdCI6MC4wLCJSaWdodCI6MC4wLCJCb3R0b20iOjAuMH0sIlBhZGRpbmciOnsiJGlkIjoiNzYwIiwiVG9wIjowLjAsIkxlZnQiOjAuMCwiUmlnaHQiOjAuMCwiQm90dG9tIjowLjB9LCJCYWNrZ3JvdW5kIjpudWxsLCJJc1Zpc2libGUiOnRydWUsIldpZHRoIjowLjAsIkhlaWdodCI6MC4wLCJCb3JkZXJTdHlsZSI6bnVsbCwiUGFyZW50U3R5bGUiOm51bGx9LCJCYWNrZ3JvdW5kU3R5bGUiOnsiJGlkIjoiNzYxIiwiTWFyZ2luIjp7IiRpZCI6Ijc2MiIsIlRvcCI6MC4wLCJMZWZ0IjowLjAsIlJpZ2h0IjowLjAsIkJvdHRvbSI6MC4wfSwiUGFkZGluZyI6eyIkaWQiOiI3NjMiLCJUb3AiOjAuMCwiTGVmdCI6MC4wLCJSaWdodCI6MC4wLCJCb3R0b20iOjAuMH0sIkJhY2tncm91bmQiOnsiJGlkIjoiNzY0IiwiQ29sb3IiOnsiJGlkIjoiNzY1IiwiQSI6NTEsIlIiOjIwMCwiRyI6MjAwLCJCIjoyMDB9fSwiSXNWaXNpYmxlIjp0cnVlLCJXaWR0aCI6MC4wLCJIZWlnaHQiOjAuMCwiQm9yZGVyU3R5bGUiOnsiJGlkIjoiNzY2IiwiTGluZUNvbG9yIjp7IiRpZCI6Ijc2NyIsIiR0eXBlIjoiTkxSRS5Db21tb24uRG9tLlNvbGlkQ29sb3JCcnVzaCwgTkxSRS5Db21tb24iLCJDb2xvciI6eyIkaWQiOiI3NjgiLCJBIjoyNTUsIlIiOjIzNCwiRyI6MjIsIkIiOjMwfX0sIkxpbmVXZWlnaHQiOjAuMCwiTGluZVR5cGUiOjAsIlBhcmVudFN0eWxlIjpudWxsfSwiUGFyZW50U3R5bGUiOm51bGx9LCJNYXJnaW4iOnsiJGlkIjoiNzY5IiwiVG9wIjowLjAsIkxlZnQiOjAuMCwiUmlnaHQiOjAuMCwiQm90dG9tIjowLjB9LCJQYWRkaW5nIjp7IiRpZCI6Ijc3MCIsIlRvcCI6MC4wLCJMZWZ0IjowLjAsIlJpZ2h0IjowLjAsIkJvdHRvbSI6MC4wfSwiSXNWaXNpYmxlIjp0cnVlLCJXaWR0aCI6MC4wLCJIZWlnaHQiOjAuMCwiQm9yZGVyU3R5bGUiOnsiJGlkIjoiNzcxIiwiTGluZUNvbG9yIjpudWxsLCJMaW5lV2VpZ2h0IjowLjAsIkxpbmVUeXBlIjowLCJQYXJlbnRTdHlsZSI6bnVsbH0sIlBhcmVudFN0eWxlIjpudWxsfSwiTWFyZ2luIjp7IiRpZCI6Ijc3MiIsIlRvcCI6MC4wLCJMZWZ0IjowLjAsIlJpZ2h0IjowLjAsIkJvdHRvbSI6MC4wfSwiUGFkZGluZyI6eyIkaWQiOiI3NzMiLCJUb3AiOjAuMCwiTGVmdCI6MC4wLCJSaWdodCI6MC4wLCJCb3R0b20iOjAuMH0sIklzVmlzaWJsZSI6dHJ1ZSwiV2lkdGgiOjAuMCwiSGVpZ2h0IjowLjAsIkJvcmRlclN0eWxlIjp7IiRpZCI6Ijc3NCIsIkxpbmVDb2xvciI6bnVsbCwiTGluZVdlaWdodCI6MC4wLCJMaW5lVHlwZSI6MCwiUGFyZW50U3R5bGUiOm51bGx9LCJQYXJlbnRTdHlsZSI6bnVsbH0sIl9hZGRpdGlvbmFsU3dpbWxhbmVWMlN0eWxlcyI6W3siJGlkIjoiNzc1IiwiU3R5bGVJZCI6Ijk4NTEzZTEwLTU1MWMtNGYzMC1hYzExLWEwNjkwZTkwMzEzNCIsIkhlYWRlclN0eWxlIjp7IiRpZCI6Ijc3NiIsIlRleHRJc1ZlcnRpY2FsIjpmYWxzZSwiVGV4dFN0eWxlIjp7IiRpZCI6Ijc3NyIsIkZvbnRTZXR0aW5ncyI6eyIkaWQiOiI3NzgiLCJGb250U2l6ZSI6MTEsIkZvbnROYW1lIjoiQ2FsaWJyaSIsIklzQm9sZCI6ZmFsc2UsIklzSXRhbGljIjpmYWxzZSwiSXNVbmRlcmxpbmVkIjpmYWxzZSwiUGFyZW50U3R5bGUiOm51bGx9LCJBdXRvU2l6ZSI6MiwiRm9yZWdyb3VuZCI6eyIkaWQiOiI3NzkiLCJDb2xvciI6eyIkaWQiOiI3ODA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3ODEiLCJUb3AiOjAuMCwiTGVmdCI6MC4wLCJSaWdodCI6MC4wLCJCb3R0b20iOjAuMH0sIlBhZGRpbmciOnsiJGlkIjoiNzgyIiwiVG9wIjowLjAsIkxlZnQiOjAuMCwiUmlnaHQiOjAuMCwiQm90dG9tIjowLjB9LCJCYWNrZ3JvdW5kIjp7IiRpZCI6Ijc4MyIsIkNvbG9yIjp7IiRpZCI6Ijc4NCIsIkEiOjI1NSwiUiI6MjU1LCJHIjoyNTUsIkIiOjI1NX19LCJJc1Zpc2libGUiOnRydWUsIldpZHRoIjowLjAsIkhlaWdodCI6MC4wLCJCb3JkZXJTdHlsZSI6bnVsbCwiUGFyZW50U3R5bGUiOm51bGx9LCJSZWN0YW5nbGVTdHlsZSI6eyIkaWQiOiI3ODUiLCJNYXJnaW4iOnsiJGlkIjoiNzg2IiwiVG9wIjowLjAsIkxlZnQiOjAuMCwiUmlnaHQiOjAuMCwiQm90dG9tIjowLjB9LCJQYWRkaW5nIjp7IiRpZCI6Ijc4NyIsIlRvcCI6MC4wLCJMZWZ0IjowLjAsIlJpZ2h0IjowLjAsIkJvdHRvbSI6MC4wfSwiQmFja2dyb3VuZCI6eyIkaWQiOiI3ODgiLCJDb2xvciI6eyIkaWQiOiI3ODkiLCJBIjoyNTUsIlIiOjIzMywiRyI6MTEzLCJCIjo1MH19LCJJc1Zpc2libGUiOnRydWUsIldpZHRoIjowLjAsIkhlaWdodCI6MC4wLCJCb3JkZXJTdHlsZSI6eyIkaWQiOiI3OTAiLCJMaW5lQ29sb3IiOnsiJGlkIjoiNzkxIiwiJHR5cGUiOiJOTFJFLkNvbW1vbi5Eb20uU29saWRDb2xvckJydXNoLCBOTFJFLkNvbW1vbiIsIkNvbG9yIjp7IiRpZCI6Ijc5MiIsIkEiOjI1NSwiUiI6MjU1LCJHIjoyNTUsIkIiOjI1NX19LCJMaW5lV2VpZ2h0IjowLjAsIkxpbmVUeXBlIjowLCJQYXJlbnRTdHlsZSI6bnVsbH0sIlBhcmVudFN0eWxlIjpudWxsfSwiTWFyZ2luIjp7IiRpZCI6Ijc5MyIsIlRvcCI6MC4wLCJMZWZ0IjowLjAsIlJpZ2h0IjowLjAsIkJvdHRvbSI6MC4wfSwiUGFkZGluZyI6eyIkaWQiOiI3OTQiLCJUb3AiOjAuMCwiTGVmdCI6MC4wLCJSaWdodCI6MC4wLCJCb3R0b20iOjAuMH0sIkJhY2tncm91bmQiOm51bGwsIklzVmlzaWJsZSI6dHJ1ZSwiV2lkdGgiOjAuMCwiSGVpZ2h0IjowLjAsIkJvcmRlclN0eWxlIjpudWxsLCJQYXJlbnRTdHlsZSI6bnVsbH0sIkJhY2tncm91bmRTdHlsZSI6eyIkaWQiOiI3OTUiLCJNYXJnaW4iOnsiJGlkIjoiNzk2IiwiVG9wIjowLjAsIkxlZnQiOjAuMCwiUmlnaHQiOjAuMCwiQm90dG9tIjowLjB9LCJQYWRkaW5nIjp7IiRpZCI6Ijc5NyIsIlRvcCI6MC4wLCJMZWZ0IjowLjAsIlJpZ2h0IjowLjAsIkJvdHRvbSI6MC4wfSwiQmFja2dyb3VuZCI6eyIkaWQiOiI3OTgiLCJDb2xvciI6eyIkaWQiOiI3OTkiLCJBIjo1MSwiUiI6MjAwLCJHIjoyMDAsIkIiOjIwMH19LCJJc1Zpc2libGUiOnRydWUsIldpZHRoIjowLjAsIkhlaWdodCI6MC4wLCJCb3JkZXJTdHlsZSI6eyIkaWQiOiI4MDAiLCJMaW5lQ29sb3IiOnsiJGlkIjoiODAxIiwiJHR5cGUiOiJOTFJFLkNvbW1vbi5Eb20uU29saWRDb2xvckJydXNoLCBOTFJFLkNvbW1vbiIsIkNvbG9yIjp7IiRpZCI6IjgwMiIsIkEiOjI1NSwiUiI6MjM0LCJHIjoyMiwiQiI6MzB9fSwiTGluZVdlaWdodCI6MC4wLCJMaW5lVHlwZSI6MCwiUGFyZW50U3R5bGUiOm51bGx9LCJQYXJlbnRTdHlsZSI6bnVsbH0sIklzQWJvdmVUaW1lYmFuZCI6ZmFsc2UsIlNwYWNpbmciOjMsIkRlZmF1bHRTd2ltbGFuZVRhc2tTdHlsZSI6eyIkaWQiOiI4MDMiLCIkdHlwZSI6Ik5MUkUuQ29tbW9uLkRvbS5TdHlsZXMuRXhwbGljaXRTZXRhYmxlVGFza1N0eWxlLCBOTFJFLkNvbW1vbiIsIlNoYXBlIjoxLCJTaGFwZVRoaWNrbmVzcyI6MCwiRHVyYXRpb25Gb3JtYXQiOjAsIkluY2x1ZGVOb25Xb3JraW5nRGF5c0luRHVyYXRpb24iOmZhbHNlLCJQZXJjZW50YWdlQ29tcGxldGVTdHlsZSI6eyIkaWQiOiI4MDQiLCJGb250U2V0dGluZ3MiOnsiJGlkIjoiODA1IiwiRm9udFNpemUiOjEwLCJGb250TmFtZSI6IkNhbGlicmkiLCJJc0JvbGQiOmZhbHNlLCJJc0l0YWxpYyI6ZmFsc2UsIklzVW5kZXJsaW5lZCI6ZmFsc2UsIlBhcmVudFN0eWxlIjpudWxsfSwiQXV0b1NpemUiOjAsIkZvcmVncm91bmQiOnsiJGlkIjoiODA2IiwiQ29sb3IiOnsiJGlkIjoiODA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gwOCIsIlRvcCI6MC4wLCJMZWZ0IjowLjAsIlJpZ2h0IjowLjAsIkJvdHRvbSI6MC4wfSwiUGFkZGluZyI6eyIkaWQiOiI4MDkiLCJUb3AiOjAuMCwiTGVmdCI6MC4wLCJSaWdodCI6MC4wLCJCb3R0b20iOjAuMH0sIkJhY2tncm91bmQiOnsiJGlkIjoiODEwIiwiQ29sb3IiOnsiJGlkIjoiODExIiwiQSI6ODksIlIiOjAsIkciOjAsIkIiOjB9fSwiSXNWaXNpYmxlIjp0cnVlLCJXaWR0aCI6MC4wLCJIZWlnaHQiOjAuMCwiQm9yZGVyU3R5bGUiOnsiJGlkIjoiODEyIiwiTGluZUNvbG9yIjpudWxsLCJMaW5lV2VpZ2h0IjowLjAsIkxpbmVUeXBlIjowLCJQYXJlbnRTdHlsZSI6bnVsbH0sIlBhcmVudFN0eWxlIjpudWxsfSwiRHVyYXRpb25TdHlsZSI6eyIkaWQiOiI4MTMiLCJGb250U2V0dGluZ3MiOnsiJGlkIjoiODE0IiwiRm9udFNpemUiOjEwLCJGb250TmFtZSI6IkNhbGlicmkiLCJJc0JvbGQiOmZhbHNlLCJJc0l0YWxpYyI6ZmFsc2UsIklzVW5kZXJsaW5lZCI6ZmFsc2UsIlBhcmVudFN0eWxlIjpudWxsfSwiQXV0b1NpemUiOjAsIkZvcmVncm91bmQiOnsiJGlkIjoiODE1IiwiQ29sb3IiOnsiJGlkIjoiODE2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ODE3IiwiVG9wIjowLjAsIkxlZnQiOjAuMCwiUmlnaHQiOjAuMCwiQm90dG9tIjowLjB9LCJQYWRkaW5nIjp7IiRpZCI6IjgxOCIsIlRvcCI6MC4wLCJMZWZ0IjowLjAsIlJpZ2h0IjowLjAsIkJvdHRvbSI6MC4wfSwiQmFja2dyb3VuZCI6eyIkaWQiOiI4MTkiLCJDb2xvciI6eyIkaWQiOiI4MjAiLCJBIjoyNTUsIlIiOjIzNywiRyI6MTI1LCJCIjo0OX19LCJJc1Zpc2libGUiOnRydWUsIldpZHRoIjowLjAsIkhlaWdodCI6MC4wLCJCb3JkZXJTdHlsZSI6eyIkaWQiOiI4MjEiLCJMaW5lQ29sb3IiOm51bGwsIkxpbmVXZWlnaHQiOjAuMCwiTGluZVR5cGUiOjAsIlBhcmVudFN0eWxlIjpudWxsfSwiUGFyZW50U3R5bGUiOm51bGx9LCJIb3Jpem9udGFsQ29ubmVjdG9yU3R5bGUiOnsiJGlkIjoiODIyIiwiTGluZUNvbG9yIjp7IiRpZCI6IjgyMyIsIiR0eXBlIjoiTkxSRS5Db21tb24uRG9tLlNvbGlkQ29sb3JCcnVzaCwgTkxSRS5Db21tb24iLCJDb2xvciI6eyIkaWQiOiI4MjQiLCJBIjoyNTUsIlIiOjAsIkciOjAsIkIiOjB9fSwiTGluZVdlaWdodCI6MC4wLCJMaW5lVHlwZSI6MCwiUGFyZW50U3R5bGUiOm51bGx9LCJWZXJ0aWNhbENvbm5lY3RvclN0eWxlIjp7IiRpZCI6IjgyNSIsIkxpbmVDb2xvciI6eyIkaWQiOiI4MjYiLCIkdHlwZSI6Ik5MUkUuQ29tbW9uLkRvbS5Tb2xpZENvbG9yQnJ1c2gsIE5MUkUuQ29tbW9uIiwiQ29sb3IiOnsiJGlkIjoiODI3IiwiQSI6MjU1LCJSIjowLCJHIjowLCJCIjowfX0sIkxpbmVXZWlnaHQiOjAuMCwiTGluZVR5cGUiOjAsIlBhcmVudFN0eWxlIjpudWxsfSwiTWFyZ2luIjpudWxsLCJTdGFydERhdGVQb3NpdGlvbiI6MywiRW5kRGF0ZVBvc2l0aW9uIjozLCJEYXRlSXNWaXNpYmxlIjp0cnVlLCJUaXRsZVBvc2l0aW9uIjo0LCJEdXJhdGlvblBvc2l0aW9uIjo2LCJQZXJjZW50YWdlQ29tcGxldGVkUG9zaXRpb24iOjIsIlZhcmlhbmNlUG9zaXRpb24iOjIsIlNwYWNpbmciOjMsIklzQmVsb3dUaW1lYmFuZCI6ZmFsc2UsIlBlcmNlbnRhZ2VDb21wbGV0ZVNoYXBlT3BhY2l0eSI6MzUsIkJhc2VsaW5lU3R5bGUiOnsiJGlkIjoiODI4IiwiU2hhcGVTdHlsZSI6eyIkaWQiOiI4MjkiLCJNYXJnaW4iOnsiJGlkIjoiODMwIiwiVG9wIjowLjAsIkxlZnQiOjAuMCwiUmlnaHQiOjAuMCwiQm90dG9tIjowLjB9LCJQYWRkaW5nIjp7IiRpZCI6IjgzMSIsIlRvcCI6MC4wLCJMZWZ0IjowLjAsIlJpZ2h0IjowLjAsIkJvdHRvbSI6MC4wfSwiQmFja2dyb3VuZCI6eyIkaWQiOiI4MzIiLCJDb2xvciI6eyIkaWQiOiI4MzMiLCJBIjoxNTMsIlIiOjAsIkciOjAsIkIiOjB9fSwiSXNWaXNpYmxlIjp0cnVlLCJXaWR0aCI6MC4wLCJIZWlnaHQiOjAuMCwiQm9yZGVyU3R5bGUiOnsiJGlkIjoiODM0IiwiTGluZUNvbG9yIjp7IiRpZCI6IjgzNSIsIiR0eXBlIjoiTkxSRS5Db21tb24uRG9tLlNvbGlkQ29sb3JCcnVzaCwgTkxSRS5Db21tb24iLCJDb2xvciI6eyIkaWQiOiI4MzYiLCJBIjoyNTUsIlIiOjI1NSwiRyI6MCwiQiI6MH19LCJMaW5lV2VpZ2h0IjowLjAsIkxpbmVUeXBlIjowLCJQYXJlbnRTdHlsZSI6bnVsbH0sIlBhcmVudFN0eWxlIjpudWxsfSwiTWFyZ2luIjp7IiRpZCI6IjgzNyIsIlRvcCI6MC4wLCJMZWZ0IjowLjAsIlJpZ2h0IjowLjAsIkJvdHRvbSI6MC4wfSwiUGFkZGluZyI6eyIkaWQiOiI4MzgiLCJUb3AiOjAuMCwiTGVmdCI6MC4wLCJSaWdodCI6MC4wLCJCb3R0b20iOjAuMH0sIkJhY2tncm91bmQiOm51bGwsIklzVmlzaWJsZSI6dHJ1ZSwiV2lkdGgiOjAuMCwiSGVpZ2h0IjowLjAsIkJvcmRlclN0eWxlIjpudWxsLCJQYXJlbnRTdHlsZSI6bnVsbH0sIlNoYXBlU3R5bGUiOnsiJGlkIjoiODM5IiwiTWFyZ2luIjp7IiRpZCI6Ijg0MCIsIlRvcCI6MC4wLCJMZWZ0Ijo0LjAsIlJpZ2h0Ijo0LjAsIkJvdHRvbSI6MC4wfSwiUGFkZGluZyI6eyIkaWQiOiI4NDEiLCJUb3AiOjAuMCwiTGVmdCI6MC4wLCJSaWdodCI6MC4wLCJCb3R0b20iOjAuMH0sIkJhY2tncm91bmQiOnsiJGlkIjoiODQyIiwiQ29sb3IiOnsiJGlkIjoiODQzIiwiQSI6MjU1LCJSIjoyMzMsIkciOjExMywiQiI6NTB9fSwiSXNWaXNpYmxlIjp0cnVlLCJXaWR0aCI6MC4wLCJIZWlnaHQiOjEwLjAsIkJvcmRlclN0eWxlIjp7IiRpZCI6Ijg0NCIsIkxpbmVDb2xvciI6eyIkaWQiOiI4NDUiLCIkdHlwZSI6Ik5MUkUuQ29tbW9uLkRvbS5Tb2xpZENvbG9yQnJ1c2gsIE5MUkUuQ29tbW9uIiwiQ29sb3IiOnsiJGlkIjoiODQ2IiwiQSI6MjU1LCJSIjoyMzQsIkciOjIyLCJCIjozMH19LCJMaW5lV2VpZ2h0IjowLjAsIkxpbmVUeXBlIjowLCJQYXJlbnRTdHlsZSI6bnVsbH0sIlBhcmVudFN0eWxlIjpudWxsfSwiVGl0bGVTdHlsZSI6eyIkaWQiOiI4NDciLCJGb250U2V0dGluZ3MiOnsiJGlkIjoiODQ4IiwiRm9udFNpemUiOjExLCJGb250TmFtZSI6IkNhbGlicmkiLCJJc0JvbGQiOmZhbHNlLCJJc0l0YWxpYyI6ZmFsc2UsIklzVW5kZXJsaW5lZCI6ZmFsc2UsIlBhcmVudFN0eWxlIjpudWxsfSwiQXV0b1NpemUiOjAsIkZvcmVncm91bmQiOnsiJGlkIjoiODQ5IiwiQ29sb3IiOnsiJGlkIjoiODUw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g1MSIsIlRvcCI6MC4wLCJMZWZ0IjowLjAsIlJpZ2h0IjowLjAsIkJvdHRvbSI6MC4wfSwiUGFkZGluZyI6eyIkaWQiOiI4NTIiLCJUb3AiOjAuMCwiTGVmdCI6MC4wLCJSaWdodCI6MC4wLCJCb3R0b20iOjAuMH0sIkJhY2tncm91bmQiOnsiJGlkIjoiODUzIiwiQ29sb3IiOnsiJGlkIjoiODU0IiwiQSI6MjU1LCJSIjowLCJHIjowLCJCIjowfX0sIklzVmlzaWJsZSI6dHJ1ZSwiV2lkdGgiOjAuMCwiSGVpZ2h0IjowLjAsIkJvcmRlclN0eWxlIjp7IiRpZCI6Ijg1NSIsIkxpbmVDb2xvciI6bnVsbCwiTGluZVdlaWdodCI6MC4wLCJMaW5lVHlwZSI6MCwiUGFyZW50U3R5bGUiOm51bGx9LCJQYXJlbnRTdHlsZSI6bnVsbH0sIkRhdGVTdHlsZSI6eyIkaWQiOiI4NTYiLCJGb250U2V0dGluZ3MiOnsiJGlkIjoiODU3IiwiRm9udFNpemUiOjEwLCJGb250TmFtZSI6IkNhbGlicmkiLCJJc0JvbGQiOmZhbHNlLCJJc0l0YWxpYyI6ZmFsc2UsIklzVW5kZXJsaW5lZCI6ZmFsc2UsIlBhcmVudFN0eWxlIjpudWxsfSwiQXV0b1NpemUiOjAsIkZvcmVncm91bmQiOnsiJGlkIjoiODU4IiwiQ29sb3IiOnsiJGlkIjoiODU5IiwiQSI6MjU1LCJSIjoxNCwiRyI6NDAsIkIiOjY1fX0sIk1heFdpZHRoIjoyMDAuMCwiTWF4SGVpZ2h0IjoiSW5maW5pdHkiLCJTbWFydEZvcmVncm91bmRJc0FjdGl2ZSI6ZmFsc2UsIkhvcml6b250YWxBbGlnbm1lbnQiOjIsIlZlcnRpY2FsQWxpZ25tZW50IjoxLCJTbWFydEZvcmVncm91bmQiOm51bGwsIkJhY2tncm91bmRGaWxsVHlwZSI6MCwiTWFyZ2luIjp7IiRpZCI6Ijg2MCIsIlRvcCI6MC4wLCJMZWZ0IjowLjAsIlJpZ2h0IjowLjAsIkJvdHRvbSI6MC4wfSwiUGFkZGluZyI6eyIkaWQiOiI4NjEiLCJUb3AiOjAuMCwiTGVmdCI6MC4wLCJSaWdodCI6MC4wLCJCb3R0b20iOjAuMH0sIkJhY2tncm91bmQiOnsiJGlkIjoiODYyIiwiQ29sb3IiOnsiJGlkIjoiODYzIiwiQSI6MjU1LCJSIjoxNCwiRyI6NDAsIkIiOjY1fX0sIklzVmlzaWJsZSI6dHJ1ZSwiV2lkdGgiOjAuMCwiSGVpZ2h0IjowLjAsIkJvcmRlclN0eWxlIjp7IiRpZCI6Ijg2NCIsIkxpbmVDb2xvciI6bnVsbCwiTGluZVdlaWdodCI6MC4wLCJMaW5lVHlwZSI6MCwiUGFyZW50U3R5bGUiOm51bGx9LCJQYXJlbnRTdHlsZSI6bnVsbH0sIkRhdGVGb3JtYXQiOnsiJGlkIjoiODY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2NiIsIkZvcm1hdCI6MCwiSXNWaXNpYmxlIjpmYWxzZSwiTGFzdEtub3duVmlzaWJpbGl0eVN0YXRlIjpmYWxzZX0sIklzVmlzaWJsZSI6dHJ1ZSwiVmFyaWFuY2VTdHlsZSI6eyIkaWQiOiI4NjciLCJUZXh0U3R5bGUiOnsiJGlkIjoiODY4IiwiRm9udFNldHRpbmdzIjp7IiRpZCI6Ijg2OSIsIkZvbnRTaXplIjoxMCwiRm9udE5hbWUiOiJDYWxpYnJpIiwiSXNCb2xkIjpmYWxzZSwiSXNJdGFsaWMiOmZhbHNlLCJJc1VuZGVybGluZWQiOmZhbHNlLCJQYXJlbnRTdHlsZSI6bnVsbH0sIkF1dG9TaXplIjowLCJGb3JlZ3JvdW5kIjp7IiRpZCI6Ijg3MCIsIkNvbG9yIjp7IiRpZCI6Ijg3M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4NzIiLCJUb3AiOjAuMCwiTGVmdCI6MC4wLCJSaWdodCI6MC4wLCJCb3R0b20iOjAuMH0sIlBhZGRpbmciOnsiJGlkIjoiODczIiwiVG9wIjowLjAsIkxlZnQiOjAuMCwiUmlnaHQiOjAuMCwiQm90dG9tIjowLjB9LCJCYWNrZ3JvdW5kIjp7IiRpZCI6Ijg3NCIsIkNvbG9yIjp7IiRpZCI6Ijg3NSIsIkEiOjI1NSwiUiI6MCwiRyI6MCwiQiI6MH19LCJJc1Zpc2libGUiOnRydWUsIldpZHRoIjowLjAsIkhlaWdodCI6MC4wLCJCb3JkZXJTdHlsZSI6eyIkaWQiOiI4NzYiLCJMaW5lQ29sb3IiOm51bGwsIkxpbmVXZWlnaHQiOjAuMCwiTGluZVR5cGUiOjAsIlBhcmVudFN0eWxlIjpudWxsfSwiUGFyZW50U3R5bGUiOm51bGx9LCJQYXJlbnRTdHlsZSI6bnVsbH0sIlBhcmVudFN0eWxlIjpudWxsLCJfZXhwbGljaXRseVNldCI6eyIkaWQiOiI4NzciLCJTaGFwZVN0eWxlIjpmYWxzZSwiVGl0bGVTdHlsZSI6ZmFsc2UsIkRhdGVTdHlsZSI6ZmFsc2UsIlZhcmlhbmN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WYXJpYW5jZVBvc2l0aW9uIjpmYWxzZSwiU3BhY2luZyI6ZmFsc2UsIklzQmVsb3dUaW1lYmFuZCI6ZmFsc2UsIkRhdGVGb3JtYXQiOmZhbHNlLCJXZWVrTnVtYmVyaW5nIjpmYWxzZSwiSXNWaXNpYmxlIjpmYWxzZX19LCJEZWZhdWx0U3dpbWxhbmVNb3RTdHlsZSI6eyIkaWQiOiI4NzgiLCJTaGFwZSI6MSwiQ29ubmVjdG9yTWFyZ2luIjp7IiRpZCI6Ijg3OSIsIlRvcCI6MC4wLCJMZWZ0IjoyLjAsIlJpZ2h0IjoyLjAsIkJvdHRvbSI6MC4wfSwiQ29ubmVjdG9yU3R5bGUiOnsiJGlkIjoiODgwIiwiTGluZUNvbG9yIjp7IiRpZCI6Ijg4MSIsIiR0eXBlIjoiTkxSRS5Db21tb24uRG9tLlNvbGlkQ29sb3JCcnVzaCwgTkxSRS5Db21tb24iLCJDb2xvciI6eyIkaWQiOiI4ODIiLCJBIjoxMjcsIlIiOjEyOCwiRyI6NTMsIkIiOjE0fX0sIkxpbmVXZWlnaHQiOjEuMCwiTGluZVR5cGUiOjAsIlBhcmVudFN0eWxlIjpudWxsfSwiSXNCZWxvd1RpbWViYW5kIjpmYWxzZSwiUG9zaXRpb25PblRhc2siOjEsIkhpZGVEYXRlIjpmYWxzZSwiU2hhcGVTaXplIjowLCJTcGFjaW5nIjowLjAsIlBhZGRpbmciOnsiJGlkIjoiODgzIiwiVG9wIjo1LjAsIkxlZnQiOjMuMCwiUmlnaHQiOjAuMCwiQm90dG9tIjoyLjB9LCJTaGFwZVN0eWxlIjp7IiRpZCI6Ijg4NCIsIk1hcmdpbiI6eyIkaWQiOiI4ODUiLCJUb3AiOjAuMCwiTGVmdCI6MC4wLCJSaWdodCI6MC4wLCJCb3R0b20iOjAuMH0sIlBhZGRpbmciOnsiJGlkIjoiODg2IiwiVG9wIjowLjAsIkxlZnQiOjAuMCwiUmlnaHQiOjAuMCwiQm90dG9tIjowLjB9LCJCYWNrZ3JvdW5kIjp7IiRpZCI6Ijg4NyIsIkNvbG9yIjp7IiRpZCI6Ijg4OCIsIkEiOjI1NSwiUiI6MTI4LCJHIjo1MywiQiI6MTR9fSwiSXNWaXNpYmxlIjp0cnVlLCJXaWR0aCI6MTIuMCwiSGVpZ2h0IjoxNC4wLCJCb3JkZXJTdHlsZSI6eyIkaWQiOiI4ODkiLCJMaW5lQ29sb3IiOnsiJGlkIjoiODkwIiwiJHR5cGUiOiJOTFJFLkNvbW1vbi5Eb20uU29saWRDb2xvckJydXNoLCBOTFJFLkNvbW1vbiIsIkNvbG9yIjp7IiRpZCI6Ijg5MSIsIkEiOjI1NSwiUiI6MjU1LCJHIjoyNTUsIkIiOjI1NX19LCJMaW5lV2VpZ2h0IjowLjAsIkxpbmVUeXBlIjowLCJQYXJlbnRTdHlsZSI6bnVsbH0sIlBhcmVudFN0eWxlIjpudWxsfSwiVGl0bGVTdHlsZSI6eyIkaWQiOiI4OTIiLCJGb250U2V0dGluZ3MiOnsiJGlkIjoiODkzIiwiRm9udFNpemUiOjExLCJGb250TmFtZSI6IkNhbGlicmkiLCJJc0JvbGQiOmZhbHNlLCJJc0l0YWxpYyI6ZmFsc2UsIklzVW5kZXJsaW5lZCI6ZmFsc2UsIlBhcmVudFN0eWxlIjpudWxsfSwiQXV0b1NpemUiOjAsIkZvcmVncm91bmQiOnsiJGlkIjoiODk0IiwiQ29sb3IiOnsiJGlkIjoiODk1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g5NiIsIlRvcCI6MC4wLCJMZWZ0IjowLjAsIlJpZ2h0IjowLjAsIkJvdHRvbSI6MC4wfSwiUGFkZGluZyI6eyIkaWQiOiI4OTciLCJUb3AiOjAuMCwiTGVmdCI6MC4wLCJSaWdodCI6MC4wLCJCb3R0b20iOjAuMH0sIkJhY2tncm91bmQiOnsiJGlkIjoiODk4IiwiQ29sb3IiOnsiJGlkIjoiODk5IiwiQSI6MjU1LCJSIjowLCJHIjowLCJCIjowfX0sIklzVmlzaWJsZSI6dHJ1ZSwiV2lkdGgiOjAuMCwiSGVpZ2h0IjowLjAsIkJvcmRlclN0eWxlIjp7IiRpZCI6IjkwMCIsIkxpbmVDb2xvciI6bnVsbCwiTGluZVdlaWdodCI6MC4wLCJMaW5lVHlwZSI6MCwiUGFyZW50U3R5bGUiOm51bGx9LCJQYXJlbnRTdHlsZSI6bnVsbH0sIkRhdGVTdHlsZSI6eyIkaWQiOiI5MDEiLCJGb250U2V0dGluZ3MiOnsiJGlkIjoiOTAyIiwiRm9udFNpemUiOjEwLCJGb250TmFtZSI6IkNhbGlicmkiLCJJc0JvbGQiOmZhbHNlLCJJc0l0YWxpYyI6ZmFsc2UsIklzVW5kZXJsaW5lZCI6ZmFsc2UsIlBhcmVudFN0eWxlIjpudWxsfSwiQXV0b1NpemUiOjAsIkZvcmVncm91bmQiOnsiJGlkIjoiOTAzIiwiQ29sb3IiOnsiJGlkIjoiOTA0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kwNSIsIlRvcCI6MC4wLCJMZWZ0IjowLjAsIlJpZ2h0IjowLjAsIkJvdHRvbSI6MC4wfSwiUGFkZGluZyI6eyIkaWQiOiI5MDYiLCJUb3AiOjAuMCwiTGVmdCI6MC4wLCJSaWdodCI6MC4wLCJCb3R0b20iOjAuMH0sIkJhY2tncm91bmQiOnsiJGlkIjoiOTA3IiwiQ29sb3IiOnsiJGlkIjoiOTA4IiwiQSI6MjU1LCJSIjoxNCwiRyI6NDAsIkIiOjY1fX0sIklzVmlzaWJsZSI6dHJ1ZSwiV2lkdGgiOjAuMCwiSGVpZ2h0IjowLjAsIkJvcmRlclN0eWxlIjp7IiRpZCI6IjkwOSIsIkxpbmVDb2xvciI6bnVsbCwiTGluZVdlaWdodCI6MC4wLCJMaW5lVHlwZSI6MCwiUGFyZW50U3R5bGUiOm51bGx9LCJQYXJlbnRTdHlsZSI6bnVsbH0sIkRhdGVGb3JtYXQiOnsiJGlkIjoiOTE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xMSIsIkZvcm1hdCI6MCwiSXNWaXNpYmxlIjpmYWxzZSwiTGFzdEtub3duVmlzaWJpbGl0eVN0YXRlIjpmYWxzZX0sIklzVmlzaWJsZSI6ZmFsc2UsIlZhcmlhbmNlU3R5bGUiOnsiJGlkIjoiOTEyIiwiVGV4dFN0eWxlIjp7IiRpZCI6IjkxMyIsIkZvbnRTZXR0aW5ncyI6eyIkaWQiOiI5MTQiLCJGb250U2l6ZSI6MTAsIkZvbnROYW1lIjoiQ2FsaWJyaSIsIklzQm9sZCI6ZmFsc2UsIklzSXRhbGljIjpmYWxzZSwiSXNVbmRlcmxpbmVkIjpmYWxzZSwiUGFyZW50U3R5bGUiOm51bGx9LCJBdXRvU2l6ZSI6MCwiRm9yZWdyb3VuZCI6eyIkaWQiOiI5MTUiLCJDb2xvciI6eyIkaWQiOiI5MT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OTE3IiwiVG9wIjowLjAsIkxlZnQiOjAuMCwiUmlnaHQiOjAuMCwiQm90dG9tIjowLjB9LCJQYWRkaW5nIjp7IiRpZCI6IjkxOCIsIlRvcCI6MC4wLCJMZWZ0IjowLjAsIlJpZ2h0IjowLjAsIkJvdHRvbSI6MC4wfSwiQmFja2dyb3VuZCI6eyIkaWQiOiI5MTkiLCJDb2xvciI6eyIkaWQiOiI5MjAiLCJBIjoyNTUsIlIiOjAsIkciOjAsIkIiOjB9fSwiSXNWaXNpYmxlIjp0cnVlLCJXaWR0aCI6MC4wLCJIZWlnaHQiOjAuMCwiQm9yZGVyU3R5bGUiOnsiJGlkIjoiOTIxIiwiTGluZUNvbG9yIjpudWxsLCJMaW5lV2VpZ2h0IjowLjAsIkxpbmVUeXBlIjowLCJQYXJlbnRTdHlsZSI6bnVsbH0sIlBhcmVudFN0eWxlIjpudWxsfSwiUGFyZW50U3R5bGUiOm51bGx9LCJQYXJlbnRTdHlsZSI6bnVsbH0sIkRlZmF1bHRTd2ltbGFuZU1pbGVzdG9uZVN0eWxlIjp7IiRpZCI6IjkyMiIsIlRpdGxlUG9zaXRpb24iOiJMZWZ0IiwiRGF0ZVBvc2l0aW9uIjoiUmlnaHQiLCJWYXJpYW5jZVBvc2l0aW9uIjoiUmlnaHQiLCJTaGFwZVR5cGUiOjEsIlNoYXBlU2l6ZSI6MCwiU3BhY2luZyI6NSwiU2hhcGVTdHlsZSI6eyIkaWQiOiI5MjMiLCJNYXJnaW4iOnsiJGlkIjoiOTI0IiwiVG9wIjowLjAsIkxlZnQiOjAuMCwiUmlnaHQiOjAuMCwiQm90dG9tIjowLjB9LCJQYWRkaW5nIjp7IiRpZCI6IjkyNSIsIlRvcCI6MC4wLCJMZWZ0IjowLjAsIlJpZ2h0IjowLjAsIkJvdHRvbSI6MC4wfSwiQmFja2dyb3VuZCI6eyIkaWQiOiI5MjYiLCJDb2xvciI6eyIkaWQiOiI5MjciLCJBIjoyNTUsIlIiOjIzMywiRyI6MTEzLCJCIjo1MH19LCJJc1Zpc2libGUiOnRydWUsIldpZHRoIjoxMi4wLCJIZWlnaHQiOjE0LjAsIkJvcmRlclN0eWxlIjp7IiRpZCI6IjkyOCIsIkxpbmVDb2xvciI6eyIkaWQiOiI5MjkiLCIkdHlwZSI6Ik5MUkUuQ29tbW9uLkRvbS5Tb2xpZENvbG9yQnJ1c2gsIE5MUkUuQ29tbW9uIiwiQ29sb3IiOnsiJGlkIjoiOTMwIiwiQSI6MjU1LCJSIjoyMzQsIkciOjIyLCJCIjozMH19LCJMaW5lV2VpZ2h0IjowLjAsIkxpbmVUeXBlIjowLCJQYXJlbnRTdHlsZSI6bnVsbH0sIlBhcmVudFN0eWxlIjpudWxsfSwiVGl0bGVTdHlsZSI6eyIkaWQiOiI5MzEiLCJGb250U2V0dGluZ3MiOnsiJGlkIjoiOTMyIiwiRm9udFNpemUiOjExLCJGb250TmFtZSI6IkNhbGlicmkiLCJJc0JvbGQiOmZhbHNlLCJJc0l0YWxpYyI6ZmFsc2UsIklzVW5kZXJsaW5lZCI6ZmFsc2UsIlBhcmVudFN0eWxlIjpudWxsfSwiQXV0b1NpemUiOjAsIkZvcmVncm91bmQiOnsiJGlkIjoiOTMzIiwiQ29sb3IiOnsiJGlkIjoiOTM0IiwiQSI6MjU1LCJSIjowLCJHIjowLCJCIjowfX0sIk1heFdpZHRoIjoyMDAuMCwiTWF4SGVpZ2h0IjoiSW5maW5pdHkiLCJTbWFydEZvcmVncm91bmRJc0FjdGl2ZSI6ZmFsc2UsIkhvcml6b250YWxBbGlnbm1lbnQiOjIsIlZlcnRpY2FsQWxpZ25tZW50IjoxLCJTbWFydEZvcmVncm91bmQiOm51bGwsIkJhY2tncm91bmRGaWxsVHlwZSI6MCwiTWFyZ2luIjp7IiRpZCI6IjkzNSIsIlRvcCI6MC4wLCJMZWZ0IjowLjAsIlJpZ2h0IjowLjAsIkJvdHRvbSI6MC4wfSwiUGFkZGluZyI6eyIkaWQiOiI5MzYiLCJUb3AiOjAuMCwiTGVmdCI6MC4wLCJSaWdodCI6MC4wLCJCb3R0b20iOjAuMH0sIkJhY2tncm91bmQiOnsiJGlkIjoiOTM3IiwiQ29sb3IiOnsiJGlkIjoiOTM4IiwiQSI6MjU1LCJSIjowLCJHIjowLCJCIjowfX0sIklzVmlzaWJsZSI6dHJ1ZSwiV2lkdGgiOjAuMCwiSGVpZ2h0IjowLjAsIkJvcmRlclN0eWxlIjp7IiRpZCI6IjkzOSIsIkxpbmVDb2xvciI6bnVsbCwiTGluZVdlaWdodCI6MC4wLCJMaW5lVHlwZSI6MCwiUGFyZW50U3R5bGUiOm51bGx9LCJQYXJlbnRTdHlsZSI6bnVsbH0sIkRhdGVTdHlsZSI6eyIkaWQiOiI5NDAiLCJGb250U2V0dGluZ3MiOnsiJGlkIjoiOTQxIiwiRm9udFNpemUiOjEwLCJGb250TmFtZSI6IkNhbGlicmkiLCJJc0JvbGQiOmZhbHNlLCJJc0l0YWxpYyI6ZmFsc2UsIklzVW5kZXJsaW5lZCI6ZmFsc2UsIlBhcmVudFN0eWxlIjpudWxsfSwiQXV0b1NpemUiOjAsIkZvcmVncm91bmQiOnsiJGlkIjoiOTQyIiwiQ29sb3IiOnsiJGlkIjoiOTQz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k0NCIsIlRvcCI6MC4wLCJMZWZ0IjowLjAsIlJpZ2h0IjowLjAsIkJvdHRvbSI6MC4wfSwiUGFkZGluZyI6eyIkaWQiOiI5NDUiLCJUb3AiOjAuMCwiTGVmdCI6MC4wLCJSaWdodCI6MC4wLCJCb3R0b20iOjAuMH0sIkJhY2tncm91bmQiOnsiJGlkIjoiOTQ2IiwiQ29sb3IiOnsiJGlkIjoiOTQ3IiwiQSI6MjU1LCJSIjoxNCwiRyI6NDAsIkIiOjY1fX0sIklzVmlzaWJsZSI6dHJ1ZSwiV2lkdGgiOjAuMCwiSGVpZ2h0IjowLjAsIkJvcmRlclN0eWxlIjp7IiRpZCI6Ijk0OCIsIkxpbmVDb2xvciI6bnVsbCwiTGluZVdlaWdodCI6MC4wLCJMaW5lVHlwZSI6MCwiUGFyZW50U3R5bGUiOm51bGx9LCJQYXJlbnRTdHlsZSI6bnVsbH0sIkRhdGVGb3JtYXQiOnsiJGlkIjoiOTQ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k1MCIsIkZvcm1hdCI6MCwiSXNWaXNpYmxlIjpmYWxzZSwiTGFzdEtub3duVmlzaWJpbGl0eVN0YXRlIjpmYWxzZX0sIklzVmlzaWJsZSI6dHJ1ZSwiVmFyaWFuY2VTdHlsZSI6eyIkaWQiOiI5NTEiLCJUZXh0U3R5bGUiOnsiJGlkIjoiOTUyIiwiRm9udFNldHRpbmdzIjp7IiRpZCI6Ijk1MyIsIkZvbnRTaXplIjoxMCwiRm9udE5hbWUiOiJDYWxpYnJpIiwiSXNCb2xkIjpmYWxzZSwiSXNJdGFsaWMiOmZhbHNlLCJJc1VuZGVybGluZWQiOmZhbHNlLCJQYXJlbnRTdHlsZSI6bnVsbH0sIkF1dG9TaXplIjowLCJGb3JlZ3JvdW5kIjp7IiRpZCI6Ijk1NCIsIkNvbG9yIjp7IiRpZCI6Ijk1NS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5NTYiLCJUb3AiOjAuMCwiTGVmdCI6MC4wLCJSaWdodCI6MC4wLCJCb3R0b20iOjAuMH0sIlBhZGRpbmciOnsiJGlkIjoiOTU3IiwiVG9wIjowLjAsIkxlZnQiOjAuMCwiUmlnaHQiOjAuMCwiQm90dG9tIjowLjB9LCJCYWNrZ3JvdW5kIjp7IiRpZCI6Ijk1OCIsIkNvbG9yIjp7IiRpZCI6Ijk1OSIsIkEiOjI1NSwiUiI6MCwiRyI6MCwiQiI6MH19LCJJc1Zpc2libGUiOnRydWUsIldpZHRoIjowLjAsIkhlaWdodCI6MC4wLCJCb3JkZXJTdHlsZSI6eyIkaWQiOiI5NjAiLCJMaW5lQ29sb3IiOm51bGwsIkxpbmVXZWlnaHQiOjAuMCwiTGluZVR5cGUiOjAsIlBhcmVudFN0eWxlIjpudWxsfSwiUGFyZW50U3R5bGUiOm51bGx9LCJQYXJlbnRTdHlsZSI6bnVsbH0sIlBhcmVudFN0eWxlIjpudWxsfSwiRGVmYXVsdFN3aW1sYW5lQWN0aXZpdHlTdHlsZSI6eyIkaWQiOiI5NjEiLCJIZWFkZXJTdHlsZSI6eyIkaWQiOiI5NjIiLCJUZXh0U3R5bGUiOnsiJGlkIjoiOTYzIiwiRm9udFNldHRpbmdzIjp7IiRpZCI6Ijk2NCIsIkZvbnRTaXplIjoxMSwiRm9udE5hbWUiOiJDYWxpYnJpIiwiSXNCb2xkIjpmYWxzZSwiSXNJdGFsaWMiOmZhbHNlLCJJc1VuZGVybGluZWQiOmZhbHNlLCJQYXJlbnRTdHlsZSI6bnVsbH0sIkF1dG9TaXplIjoyLCJGb3JlZ3JvdW5kIjp7IiRpZCI6Ijk2NSIsIkNvbG9yIjp7IiRpZCI6Ijk2Ni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k2NyIsIlRvcCI6MC4wLCJMZWZ0IjowLjAsIlJpZ2h0IjowLjAsIkJvdHRvbSI6MC4wfSwiUGFkZGluZyI6eyIkaWQiOiI5NjgiLCJUb3AiOjAuMCwiTGVmdCI6MC4wLCJSaWdodCI6MC4wLCJCb3R0b20iOjAuMH0sIkJhY2tncm91bmQiOnsiJGlkIjoiOTY5IiwiQ29sb3IiOnsiJGlkIjoiOTcwIiwiQSI6MjU1LCJSIjowLCJHIjowLCJCIjowfX0sIklzVmlzaWJsZSI6dHJ1ZSwiV2lkdGgiOjAuMCwiSGVpZ2h0IjowLjAsIkJvcmRlclN0eWxlIjpudWxsLCJQYXJlbnRTdHlsZSI6bnVsbH0sIlJlY3RhbmdsZVN0eWxlIjp7IiRpZCI6Ijk3MSIsIk1hcmdpbiI6eyIkaWQiOiI5NzIiLCJUb3AiOjAuMCwiTGVmdCI6MC4wLCJSaWdodCI6MC4wLCJCb3R0b20iOjAuMH0sIlBhZGRpbmciOnsiJGlkIjoiOTczIiwiVG9wIjowLjAsIkxlZnQiOjAuMCwiUmlnaHQiOjAuMCwiQm90dG9tIjowLjB9LCJCYWNrZ3JvdW5kIjp7IiRpZCI6Ijk3NCIsIkNvbG9yIjp7IiRpZCI6Ijk3NSIsIkEiOjYzLCJSIjoyMzMsIkciOjExMywiQiI6NTB9fSwiSXNWaXNpYmxlIjp0cnVlLCJXaWR0aCI6MC4wLCJIZWlnaHQiOjAuMCwiQm9yZGVyU3R5bGUiOnsiJGlkIjoiOTc2IiwiTGluZUNvbG9yIjp7IiRpZCI6Ijk3NyIsIiR0eXBlIjoiTkxSRS5Db21tb24uRG9tLlNvbGlkQ29sb3JCcnVzaCwgTkxSRS5Db21tb24iLCJDb2xvciI6eyIkaWQiOiI5NzgiLCJBIjoyNTUsIlIiOjI1NSwiRyI6MjU1LCJCIjoyNTV9fSwiTGluZVdlaWdodCI6MC4wLCJMaW5lVHlwZSI6MCwiUGFyZW50U3R5bGUiOm51bGx9LCJQYXJlbnRTdHlsZSI6bnVsbH0sIk1hcmdpbiI6eyIkaWQiOiI5NzkiLCJUb3AiOjAuMCwiTGVmdCI6MC4wLCJSaWdodCI6MC4wLCJCb3R0b20iOjAuMH0sIlBhZGRpbmciOnsiJGlkIjoiOTgwIiwiVG9wIjowLjAsIkxlZnQiOjAuMCwiUmlnaHQiOjAuMCwiQm90dG9tIjowLjB9LCJCYWNrZ3JvdW5kIjpudWxsLCJJc1Zpc2libGUiOnRydWUsIldpZHRoIjowLjAsIkhlaWdodCI6MC4wLCJCb3JkZXJTdHlsZSI6bnVsbCwiUGFyZW50U3R5bGUiOm51bGx9LCJCYWNrZ3JvdW5kU3R5bGUiOnsiJGlkIjoiOTgxIiwiTWFyZ2luIjp7IiRpZCI6Ijk4MiIsIlRvcCI6MC4wLCJMZWZ0IjowLjAsIlJpZ2h0IjowLjAsIkJvdHRvbSI6MC4wfSwiUGFkZGluZyI6eyIkaWQiOiI5ODMiLCJUb3AiOjAuMCwiTGVmdCI6MC4wLCJSaWdodCI6MC4wLCJCb3R0b20iOjAuMH0sIkJhY2tncm91bmQiOnsiJGlkIjoiOTg0IiwiQ29sb3IiOnsiJGlkIjoiOTg1IiwiQSI6NTEsIlIiOjIwMCwiRyI6MjAwLCJCIjoyMDB9fSwiSXNWaXNpYmxlIjp0cnVlLCJXaWR0aCI6MC4wLCJIZWlnaHQiOjAuMCwiQm9yZGVyU3R5bGUiOnsiJGlkIjoiOTg2IiwiTGluZUNvbG9yIjp7IiRpZCI6Ijk4NyIsIiR0eXBlIjoiTkxSRS5Db21tb24uRG9tLlNvbGlkQ29sb3JCcnVzaCwgTkxSRS5Db21tb24iLCJDb2xvciI6eyIkaWQiOiI5ODgiLCJBIjoyNTUsIlIiOjIzNCwiRyI6MjIsIkIiOjMwfX0sIkxpbmVXZWlnaHQiOjAuMCwiTGluZVR5cGUiOjAsIlBhcmVudFN0eWxlIjpudWxsfSwiUGFyZW50U3R5bGUiOm51bGx9LCJNYXJnaW4iOnsiJGlkIjoiOTg5IiwiVG9wIjowLjAsIkxlZnQiOjAuMCwiUmlnaHQiOjAuMCwiQm90dG9tIjowLjB9LCJQYWRkaW5nIjp7IiRpZCI6Ijk5MCIsIlRvcCI6MC4wLCJMZWZ0IjowLjAsIlJpZ2h0IjowLjAsIkJvdHRvbSI6MC4wfSwiSXNWaXNpYmxlIjp0cnVlLCJXaWR0aCI6MC4wLCJIZWlnaHQiOjAuMCwiQm9yZGVyU3R5bGUiOnsiJGlkIjoiOTkxIiwiTGluZUNvbG9yIjpudWxsLCJMaW5lV2VpZ2h0IjowLjAsIkxpbmVUeXBlIjowLCJQYXJlbnRTdHlsZSI6bnVsbH0sIlBhcmVudFN0eWxlIjpudWxsfSwiTWFyZ2luIjp7IiRpZCI6Ijk5MiIsIlRvcCI6MC4wLCJMZWZ0IjowLjAsIlJpZ2h0IjowLjAsIkJvdHRvbSI6MC4wfSwiUGFkZGluZyI6eyIkaWQiOiI5OTMiLCJUb3AiOjAuMCwiTGVmdCI6MC4wLCJSaWdodCI6MC4wLCJCb3R0b20iOjAuMH0sIklzVmlzaWJsZSI6dHJ1ZSwiV2lkdGgiOjAuMCwiSGVpZ2h0IjowLjAsIkJvcmRlclN0eWxlIjp7IiRpZCI6Ijk5NCIsIkxpbmVDb2xvciI6bnVsbCwiTGluZVdlaWdodCI6MC4wLCJMaW5lVHlwZSI6MCwiUGFyZW50U3R5bGUiOm51bGx9LCJQYXJlbnRTdHlsZSI6bnVsbH0seyIkaWQiOiI5OTUiLCJTdHlsZUlkIjoiYjI0ZjgwNDUtZjY5Yi00YTQzLTgyOWYtYTU2NTAzZmRjZDY5IiwiSGVhZGVyU3R5bGUiOnsiJGlkIjoiOTk2IiwiVGV4dElzVmVydGljYWwiOmZhbHNlLCJUZXh0U3R5bGUiOnsiJGlkIjoiOTk3IiwiRm9udFNldHRpbmdzIjp7IiRpZCI6Ijk5OCIsIkZvbnRTaXplIjoxMSwiRm9udE5hbWUiOiJDYWxpYnJpIiwiSXNCb2xkIjpmYWxzZSwiSXNJdGFsaWMiOmZhbHNlLCJJc1VuZGVybGluZWQiOmZhbHNlLCJQYXJlbnRTdHlsZSI6bnVsbH0sIkF1dG9TaXplIjoyLCJGb3JlZ3JvdW5kIjp7IiRpZCI6Ijk5OSIsIkNvbG9yIjp7IiRpZCI6IjEwMDAiLCJBIjoyNTUsIlIiOjI1NSwiRyI6MjU1LCJCIjoyNTV9fSwiTWF4V2lkdGgiOiJJbmZpbml0eSIsIk1heEhlaWdodCI6IkluZmluaXR5IiwiU21hcnRGb3JlZ3JvdW5kSXNBY3RpdmUiOmZhbHNlLCJIb3Jpem9udGFsQWxpZ25tZW50IjoxLCJWZXJ0aWNhbEFsaWdubWVudCI6MCwiU21hcnRGb3JlZ3JvdW5kIjpudWxsLCJCYWNrZ3JvdW5kRmlsbFR5cGUiOjAsIk1hcmdpbiI6eyIkaWQiOiIxMDAxIiwiVG9wIjowLjAsIkxlZnQiOjAuMCwiUmlnaHQiOjAuMCwiQm90dG9tIjowLjB9LCJQYWRkaW5nIjp7IiRpZCI6IjEwMDIiLCJUb3AiOjAuMCwiTGVmdCI6MC4wLCJSaWdodCI6MC4wLCJCb3R0b20iOjAuMH0sIkJhY2tncm91bmQiOnsiJGlkIjoiMTAwMyIsIkNvbG9yIjp7IiRpZCI6IjEwMDQiLCJBIjoyNTUsIlIiOjI1NSwiRyI6MjU1LCJCIjoyNTV9fSwiSXNWaXNpYmxlIjp0cnVlLCJXaWR0aCI6MC4wLCJIZWlnaHQiOjAuMCwiQm9yZGVyU3R5bGUiOm51bGwsIlBhcmVudFN0eWxlIjpudWxsfSwiUmVjdGFuZ2xlU3R5bGUiOnsiJGlkIjoiMTAwNSIsIk1hcmdpbiI6eyIkaWQiOiIxMDA2IiwiVG9wIjowLjAsIkxlZnQiOjAuMCwiUmlnaHQiOjAuMCwiQm90dG9tIjowLjB9LCJQYWRkaW5nIjp7IiRpZCI6IjEwMDciLCJUb3AiOjAuMCwiTGVmdCI6MC4wLCJSaWdodCI6MC4wLCJCb3R0b20iOjAuMH0sIkJhY2tncm91bmQiOnsiJGlkIjoiMTAwOCIsIkNvbG9yIjp7IiRpZCI6IjEwMDkiLCJBIjoyNTUsIlIiOjI1LCJHIjoxMDcsIkIiOjM2fX0sIklzVmlzaWJsZSI6dHJ1ZSwiV2lkdGgiOjAuMCwiSGVpZ2h0IjowLjAsIkJvcmRlclN0eWxlIjp7IiRpZCI6IjEwMTAiLCJMaW5lQ29sb3IiOnsiJGlkIjoiMTAxMSIsIiR0eXBlIjoiTkxSRS5Db21tb24uRG9tLlNvbGlkQ29sb3JCcnVzaCwgTkxSRS5Db21tb24iLCJDb2xvciI6eyIkaWQiOiIxMDEyIiwiQSI6MjU1LCJSIjoyNTUsIkciOjI1NSwiQiI6MjU1fX0sIkxpbmVXZWlnaHQiOjAuMCwiTGluZVR5cGUiOjAsIlBhcmVudFN0eWxlIjpudWxsfSwiUGFyZW50U3R5bGUiOm51bGx9LCJNYXJnaW4iOnsiJGlkIjoiMTAxMyIsIlRvcCI6MC4wLCJMZWZ0IjowLjAsIlJpZ2h0IjowLjAsIkJvdHRvbSI6MC4wfSwiUGFkZGluZyI6eyIkaWQiOiIxMDE0IiwiVG9wIjowLjAsIkxlZnQiOjAuMCwiUmlnaHQiOjAuMCwiQm90dG9tIjowLjB9LCJCYWNrZ3JvdW5kIjpudWxsLCJJc1Zpc2libGUiOnRydWUsIldpZHRoIjowLjAsIkhlaWdodCI6MC4wLCJCb3JkZXJTdHlsZSI6bnVsbCwiUGFyZW50U3R5bGUiOm51bGx9LCJCYWNrZ3JvdW5kU3R5bGUiOnsiJGlkIjoiMTAxNSIsIk1hcmdpbiI6eyIkaWQiOiIxMDE2IiwiVG9wIjowLjAsIkxlZnQiOjAuMCwiUmlnaHQiOjAuMCwiQm90dG9tIjowLjB9LCJQYWRkaW5nIjp7IiRpZCI6IjEwMTciLCJUb3AiOjAuMCwiTGVmdCI6MC4wLCJSaWdodCI6MC4wLCJCb3R0b20iOjAuMH0sIkJhY2tncm91bmQiOnsiJGlkIjoiMTAxOCIsIkNvbG9yIjp7IiRpZCI6IjEwMTkiLCJBIjo1MSwiUiI6MjAwLCJHIjoyMDAsIkIiOjIwMH19LCJJc1Zpc2libGUiOnRydWUsIldpZHRoIjowLjAsIkhlaWdodCI6MC4wLCJCb3JkZXJTdHlsZSI6eyIkaWQiOiIxMDIwIiwiTGluZUNvbG9yIjp7IiRpZCI6IjEwMjEiLCIkdHlwZSI6Ik5MUkUuQ29tbW9uLkRvbS5Tb2xpZENvbG9yQnJ1c2gsIE5MUkUuQ29tbW9uIiwiQ29sb3IiOnsiJGlkIjoiMTAyMiIsIkEiOjI1NSwiUiI6MjM0LCJHIjoyMiwiQiI6MzB9fSwiTGluZVdlaWdodCI6MC4wLCJMaW5lVHlwZSI6MCwiUGFyZW50U3R5bGUiOm51bGx9LCJQYXJlbnRTdHlsZSI6bnVsbH0sIklzQWJvdmVUaW1lYmFuZCI6ZmFsc2UsIlNwYWNpbmciOjMsIkRlZmF1bHRTd2ltbGFuZVRhc2tTdHlsZSI6eyIkaWQiOiIxMDIzIiwiJHR5cGUiOiJOTFJFLkNvbW1vbi5Eb20uU3R5bGVzLkV4cGxpY2l0U2V0YWJsZVRhc2tTdHlsZSwgTkxSRS5Db21tb24iLCJTaGFwZSI6MSwiU2hhcGVUaGlja25lc3MiOjAsIkR1cmF0aW9uRm9ybWF0IjowLCJJbmNsdWRlTm9uV29ya2luZ0RheXNJbkR1cmF0aW9uIjpmYWxzZSwiUGVyY2VudGFnZUNvbXBsZXRlU3R5bGUiOnsiJGlkIjoiMTAyNCIsIkZvbnRTZXR0aW5ncyI6eyIkaWQiOiIxMDI1IiwiRm9udFNpemUiOjEwLCJGb250TmFtZSI6IkNhbGlicmkiLCJJc0JvbGQiOmZhbHNlLCJJc0l0YWxpYyI6ZmFsc2UsIklzVW5kZXJsaW5lZCI6ZmFsc2UsIlBhcmVudFN0eWxlIjpudWxsfSwiQXV0b1NpemUiOjAsIkZvcmVncm91bmQiOnsiJGlkIjoiMTAyNiIsIkNvbG9yIjp7IiRpZCI6IjEwMjc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AyOCIsIlRvcCI6MC4wLCJMZWZ0IjowLjAsIlJpZ2h0IjowLjAsIkJvdHRvbSI6MC4wfSwiUGFkZGluZyI6eyIkaWQiOiIxMDI5IiwiVG9wIjowLjAsIkxlZnQiOjAuMCwiUmlnaHQiOjAuMCwiQm90dG9tIjowLjB9LCJCYWNrZ3JvdW5kIjp7IiRpZCI6IjEwMzAiLCJDb2xvciI6eyIkaWQiOiIxMDMxIiwiQSI6ODksIlIiOjAsIkciOjAsIkIiOjB9fSwiSXNWaXNpYmxlIjp0cnVlLCJXaWR0aCI6MC4wLCJIZWlnaHQiOjAuMCwiQm9yZGVyU3R5bGUiOnsiJGlkIjoiMTAzMiIsIkxpbmVDb2xvciI6bnVsbCwiTGluZVdlaWdodCI6MC4wLCJMaW5lVHlwZSI6MCwiUGFyZW50U3R5bGUiOm51bGx9LCJQYXJlbnRTdHlsZSI6bnVsbH0sIkR1cmF0aW9uU3R5bGUiOnsiJGlkIjoiMTAzMyIsIkZvbnRTZXR0aW5ncyI6eyIkaWQiOiIxMDM0IiwiRm9udFNpemUiOjEwLCJGb250TmFtZSI6IkNhbGlicmkiLCJJc0JvbGQiOmZhbHNlLCJJc0l0YWxpYyI6ZmFsc2UsIklzVW5kZXJsaW5lZCI6ZmFsc2UsIlBhcmVudFN0eWxlIjpudWxsfSwiQXV0b1NpemUiOjAsIkZvcmVncm91bmQiOnsiJGlkIjoiMTAzNSIsIkNvbG9yIjp7IiRpZCI6IjEwMzY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MDM3IiwiVG9wIjowLjAsIkxlZnQiOjAuMCwiUmlnaHQiOjAuMCwiQm90dG9tIjowLjB9LCJQYWRkaW5nIjp7IiRpZCI6IjEwMzgiLCJUb3AiOjAuMCwiTGVmdCI6MC4wLCJSaWdodCI6MC4wLCJCb3R0b20iOjAuMH0sIkJhY2tncm91bmQiOnsiJGlkIjoiMTAzOSIsIkNvbG9yIjp7IiRpZCI6IjEwNDAiLCJBIjoyNTUsIlIiOjIzNywiRyI6MTI1LCJCIjo0OX19LCJJc1Zpc2libGUiOnRydWUsIldpZHRoIjowLjAsIkhlaWdodCI6MC4wLCJCb3JkZXJTdHlsZSI6eyIkaWQiOiIxMDQxIiwiTGluZUNvbG9yIjpudWxsLCJMaW5lV2VpZ2h0IjowLjAsIkxpbmVUeXBlIjowLCJQYXJlbnRTdHlsZSI6bnVsbH0sIlBhcmVudFN0eWxlIjpudWxsfSwiSG9yaXpvbnRhbENvbm5lY3RvclN0eWxlIjp7IiRpZCI6IjEwNDIiLCJMaW5lQ29sb3IiOnsiJGlkIjoiMTA0MyIsIiR0eXBlIjoiTkxSRS5Db21tb24uRG9tLlNvbGlkQ29sb3JCcnVzaCwgTkxSRS5Db21tb24iLCJDb2xvciI6eyIkaWQiOiIxMDQ0IiwiQSI6MjU1LCJSIjowLCJHIjowLCJCIjowfX0sIkxpbmVXZWlnaHQiOjAuMCwiTGluZVR5cGUiOjAsIlBhcmVudFN0eWxlIjpudWxsfSwiVmVydGljYWxDb25uZWN0b3JTdHlsZSI6eyIkaWQiOiIxMDQ1IiwiTGluZUNvbG9yIjp7IiRpZCI6IjEwNDYiLCIkdHlwZSI6Ik5MUkUuQ29tbW9uLkRvbS5Tb2xpZENvbG9yQnJ1c2gsIE5MUkUuQ29tbW9uIiwiQ29sb3IiOnsiJGlkIjoiMTA0NyIsIkEiOjI1NSwiUiI6MCwiRyI6MCwiQiI6MH19LCJMaW5lV2VpZ2h0IjowLjAsIkxpbmVUeXBlIjowLCJQYXJlbnRTdHlsZSI6bnVsbH0sIk1hcmdpbiI6bnVsbCwiU3RhcnREYXRlUG9zaXRpb24iOjMsIkVuZERhdGVQb3NpdGlvbiI6MywiRGF0ZUlzVmlzaWJsZSI6dHJ1ZSwiVGl0bGVQb3NpdGlvbiI6NCwiRHVyYXRpb25Qb3NpdGlvbiI6NiwiUGVyY2VudGFnZUNvbXBsZXRlZFBvc2l0aW9uIjoyLCJWYXJpYW5jZVBvc2l0aW9uIjoyLCJTcGFjaW5nIjozLCJJc0JlbG93VGltZWJhbmQiOmZhbHNlLCJQZXJjZW50YWdlQ29tcGxldGVTaGFwZU9wYWNpdHkiOjM1LCJCYXNlbGluZVN0eWxlIjp7IiRpZCI6IjEwNDgiLCJTaGFwZVN0eWxlIjp7IiRpZCI6IjEwNDkiLCJNYXJnaW4iOnsiJGlkIjoiMTA1MCIsIlRvcCI6MC4wLCJMZWZ0IjowLjAsIlJpZ2h0IjowLjAsIkJvdHRvbSI6MC4wfSwiUGFkZGluZyI6eyIkaWQiOiIxMDUxIiwiVG9wIjowLjAsIkxlZnQiOjAuMCwiUmlnaHQiOjAuMCwiQm90dG9tIjowLjB9LCJCYWNrZ3JvdW5kIjp7IiRpZCI6IjEwNTIiLCJDb2xvciI6eyIkaWQiOiIxMDUzIiwiQSI6MTUzLCJSIjowLCJHIjowLCJCIjowfX0sIklzVmlzaWJsZSI6dHJ1ZSwiV2lkdGgiOjAuMCwiSGVpZ2h0IjowLjAsIkJvcmRlclN0eWxlIjp7IiRpZCI6IjEwNTQiLCJMaW5lQ29sb3IiOnsiJGlkIjoiMTA1NSIsIiR0eXBlIjoiTkxSRS5Db21tb24uRG9tLlNvbGlkQ29sb3JCcnVzaCwgTkxSRS5Db21tb24iLCJDb2xvciI6eyIkaWQiOiIxMDU2IiwiQSI6MjU1LCJSIjoyNTUsIkciOjAsIkIiOjB9fSwiTGluZVdlaWdodCI6MC4wLCJMaW5lVHlwZSI6MCwiUGFyZW50U3R5bGUiOm51bGx9LCJQYXJlbnRTdHlsZSI6bnVsbH0sIk1hcmdpbiI6eyIkaWQiOiIxMDU3IiwiVG9wIjowLjAsIkxlZnQiOjAuMCwiUmlnaHQiOjAuMCwiQm90dG9tIjowLjB9LCJQYWRkaW5nIjp7IiRpZCI6IjEwNTgiLCJUb3AiOjAuMCwiTGVmdCI6MC4wLCJSaWdodCI6MC4wLCJCb3R0b20iOjAuMH0sIkJhY2tncm91bmQiOm51bGwsIklzVmlzaWJsZSI6dHJ1ZSwiV2lkdGgiOjAuMCwiSGVpZ2h0IjowLjAsIkJvcmRlclN0eWxlIjpudWxsLCJQYXJlbnRTdHlsZSI6bnVsbH0sIlNoYXBlU3R5bGUiOnsiJGlkIjoiMTA1OSIsIk1hcmdpbiI6eyIkaWQiOiIxMDYwIiwiVG9wIjowLjAsIkxlZnQiOjQuMCwiUmlnaHQiOjQuMCwiQm90dG9tIjowLjB9LCJQYWRkaW5nIjp7IiRpZCI6IjEwNjEiLCJUb3AiOjAuMCwiTGVmdCI6MC4wLCJSaWdodCI6MC4wLCJCb3R0b20iOjAuMH0sIkJhY2tncm91bmQiOnsiJGlkIjoiMTA2MiIsIkNvbG9yIjp7IiRpZCI6IjEwNjMiLCJBIjoyNTUsIlIiOjI1LCJHIjoxMDcsIkIiOjM2fX0sIklzVmlzaWJsZSI6dHJ1ZSwiV2lkdGgiOjAuMCwiSGVpZ2h0IjoxMC4wLCJCb3JkZXJTdHlsZSI6eyIkaWQiOiIxMDY0IiwiTGluZUNvbG9yIjp7IiRpZCI6IjEwNjUiLCIkdHlwZSI6Ik5MUkUuQ29tbW9uLkRvbS5Tb2xpZENvbG9yQnJ1c2gsIE5MUkUuQ29tbW9uIiwiQ29sb3IiOnsiJGlkIjoiMTA2NiIsIkEiOjI1NSwiUiI6MjM0LCJHIjoyMiwiQiI6MzB9fSwiTGluZVdlaWdodCI6MC4wLCJMaW5lVHlwZSI6MCwiUGFyZW50U3R5bGUiOm51bGx9LCJQYXJlbnRTdHlsZSI6bnVsbH0sIlRpdGxlU3R5bGUiOnsiJGlkIjoiMTA2NyIsIkZvbnRTZXR0aW5ncyI6eyIkaWQiOiIxMDY4IiwiRm9udFNpemUiOjExLCJGb250TmFtZSI6IkNhbGlicmkiLCJJc0JvbGQiOmZhbHNlLCJJc0l0YWxpYyI6ZmFsc2UsIklzVW5kZXJsaW5lZCI6ZmFsc2UsIlBhcmVudFN0eWxlIjpudWxsfSwiQXV0b1NpemUiOjAsIkZvcmVncm91bmQiOnsiJGlkIjoiMTA2OSIsIkNvbG9yIjp7IiRpZCI6IjEwNzA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A3MSIsIlRvcCI6MC4wLCJMZWZ0IjowLjAsIlJpZ2h0IjowLjAsIkJvdHRvbSI6MC4wfSwiUGFkZGluZyI6eyIkaWQiOiIxMDcyIiwiVG9wIjowLjAsIkxlZnQiOjAuMCwiUmlnaHQiOjAuMCwiQm90dG9tIjowLjB9LCJCYWNrZ3JvdW5kIjp7IiRpZCI6IjEwNzMiLCJDb2xvciI6eyIkaWQiOiIxMDc0IiwiQSI6MjU1LCJSIjowLCJHIjowLCJCIjowfX0sIklzVmlzaWJsZSI6dHJ1ZSwiV2lkdGgiOjAuMCwiSGVpZ2h0IjowLjAsIkJvcmRlclN0eWxlIjp7IiRpZCI6IjEwNzUiLCJMaW5lQ29sb3IiOm51bGwsIkxpbmVXZWlnaHQiOjAuMCwiTGluZVR5cGUiOjAsIlBhcmVudFN0eWxlIjpudWxsfSwiUGFyZW50U3R5bGUiOm51bGx9LCJEYXRlU3R5bGUiOnsiJGlkIjoiMTA3NiIsIkZvbnRTZXR0aW5ncyI6eyIkaWQiOiIxMDc3IiwiRm9udFNpemUiOjEwLCJGb250TmFtZSI6IkNhbGlicmkiLCJJc0JvbGQiOmZhbHNlLCJJc0l0YWxpYyI6ZmFsc2UsIklzVW5kZXJsaW5lZCI6ZmFsc2UsIlBhcmVudFN0eWxlIjpudWxsfSwiQXV0b1NpemUiOjAsIkZvcmVncm91bmQiOnsiJGlkIjoiMTA3OCIsIkNvbG9yIjp7IiRpZCI6IjEwNzkiLCJBIjoyNTUsIlIiOjE0LCJHIjo0MCwiQiI6NjV9fSwiTWF4V2lkdGgiOjIwMC4wLCJNYXhIZWlnaHQiOiJJbmZpbml0eSIsIlNtYXJ0Rm9yZWdyb3VuZElzQWN0aXZlIjpmYWxzZSwiSG9yaXpvbnRhbEFsaWdubWVudCI6MiwiVmVydGljYWxBbGlnbm1lbnQiOjEsIlNtYXJ0Rm9yZWdyb3VuZCI6bnVsbCwiQmFja2dyb3VuZEZpbGxUeXBlIjowLCJNYXJnaW4iOnsiJGlkIjoiMTA4MCIsIlRvcCI6MC4wLCJMZWZ0IjowLjAsIlJpZ2h0IjowLjAsIkJvdHRvbSI6MC4wfSwiUGFkZGluZyI6eyIkaWQiOiIxMDgxIiwiVG9wIjowLjAsIkxlZnQiOjAuMCwiUmlnaHQiOjAuMCwiQm90dG9tIjowLjB9LCJCYWNrZ3JvdW5kIjp7IiRpZCI6IjEwODIiLCJDb2xvciI6eyIkaWQiOiIxMDgzIiwiQSI6MjU1LCJSIjoxNCwiRyI6NDAsIkIiOjY1fX0sIklzVmlzaWJsZSI6dHJ1ZSwiV2lkdGgiOjAuMCwiSGVpZ2h0IjowLjAsIkJvcmRlclN0eWxlIjp7IiRpZCI6IjEwODQiLCJMaW5lQ29sb3IiOm51bGwsIkxpbmVXZWlnaHQiOjAuMCwiTGluZVR5cGUiOjAsIlBhcmVudFN0eWxlIjpudWxsfSwiUGFyZW50U3R5bGUiOm51bGx9LCJEYXRlRm9ybWF0Ijp7IiRpZCI6IjEwO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A4NiIsIkZvcm1hdCI6MCwiSXNWaXNpYmxlIjpmYWxzZSwiTGFzdEtub3duVmlzaWJpbGl0eVN0YXRlIjpmYWxzZX0sIklzVmlzaWJsZSI6dHJ1ZSwiVmFyaWFuY2VTdHlsZSI6eyIkaWQiOiIxMDg3IiwiVGV4dFN0eWxlIjp7IiRpZCI6IjEwODgiLCJGb250U2V0dGluZ3MiOnsiJGlkIjoiMTA4OSIsIkZvbnRTaXplIjoxMCwiRm9udE5hbWUiOiJDYWxpYnJpIiwiSXNCb2xkIjpmYWxzZSwiSXNJdGFsaWMiOmZhbHNlLCJJc1VuZGVybGluZWQiOmZhbHNlLCJQYXJlbnRTdHlsZSI6bnVsbH0sIkF1dG9TaXplIjowLCJGb3JlZ3JvdW5kIjp7IiRpZCI6IjEwOTAiLCJDb2xvciI6eyIkaWQiOiIxMDkx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wOTIiLCJUb3AiOjAuMCwiTGVmdCI6MC4wLCJSaWdodCI6MC4wLCJCb3R0b20iOjAuMH0sIlBhZGRpbmciOnsiJGlkIjoiMTA5MyIsIlRvcCI6MC4wLCJMZWZ0IjowLjAsIlJpZ2h0IjowLjAsIkJvdHRvbSI6MC4wfSwiQmFja2dyb3VuZCI6eyIkaWQiOiIxMDk0IiwiQ29sb3IiOnsiJGlkIjoiMTA5NSIsIkEiOjI1NSwiUiI6MCwiRyI6MCwiQiI6MH19LCJJc1Zpc2libGUiOnRydWUsIldpZHRoIjowLjAsIkhlaWdodCI6MC4wLCJCb3JkZXJTdHlsZSI6eyIkaWQiOiIxMDk2IiwiTGluZUNvbG9yIjpudWxsLCJMaW5lV2VpZ2h0IjowLjAsIkxpbmVUeXBlIjowLCJQYXJlbnRTdHlsZSI6bnVsbH0sIlBhcmVudFN0eWxlIjpudWxsfSwiUGFyZW50U3R5bGUiOm51bGx9LCJQYXJlbnRTdHlsZSI6bnVsbCwiX2V4cGxpY2l0bHlTZXQiOnsiJGlkIjoiMTA5NyIsIlNoYXBlU3R5bGUiOmZhbHNlLCJUaXRsZVN0eWxlIjpmYWxzZSwiRGF0ZVN0eWxlIjpmYWxzZSwiVmFyaWFuY2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ZhcmlhbmNlUG9zaXRpb24iOmZhbHNlLCJTcGFjaW5nIjpmYWxzZSwiSXNCZWxvd1RpbWViYW5kIjpmYWxzZSwiRGF0ZUZvcm1hdCI6ZmFsc2UsIldlZWtOdW1iZXJpbmciOmZhbHNlLCJJc1Zpc2libGUiOmZhbHNlfX0sIkRlZmF1bHRTd2ltbGFuZU1vdFN0eWxlIjp7IiRpZCI6IjEwOTgiLCJTaGFwZSI6MSwiQ29ubmVjdG9yTWFyZ2luIjp7IiRpZCI6IjEwOTkiLCJUb3AiOjAuMCwiTGVmdCI6Mi4wLCJSaWdodCI6Mi4wLCJCb3R0b20iOjAuMH0sIkNvbm5lY3RvclN0eWxlIjp7IiRpZCI6IjExMDAiLCJMaW5lQ29sb3IiOnsiJGlkIjoiMTEwMSIsIiR0eXBlIjoiTkxSRS5Db21tb24uRG9tLlNvbGlkQ29sb3JCcnVzaCwgTkxSRS5Db21tb24iLCJDb2xvciI6eyIkaWQiOiIxMTAyIiwiQSI6MTI3LCJSIjoxMywiRyI6NTMsIkIiOjE4fX0sIkxpbmVXZWlnaHQiOjEuMCwiTGluZVR5cGUiOjAsIlBhcmVudFN0eWxlIjpudWxsfSwiSXNCZWxvd1RpbWViYW5kIjpmYWxzZSwiUG9zaXRpb25PblRhc2siOjEsIkhpZGVEYXRlIjpmYWxzZSwiU2hhcGVTaXplIjowLCJTcGFjaW5nIjowLjAsIlBhZGRpbmciOnsiJGlkIjoiMTEwMyIsIlRvcCI6NS4wLCJMZWZ0IjozLjAsIlJpZ2h0IjowLjAsIkJvdHRvbSI6Mi4wfSwiU2hhcGVTdHlsZSI6eyIkaWQiOiIxMTA0IiwiTWFyZ2luIjp7IiRpZCI6IjExMDUiLCJUb3AiOjAuMCwiTGVmdCI6MC4wLCJSaWdodCI6MC4wLCJCb3R0b20iOjAuMH0sIlBhZGRpbmciOnsiJGlkIjoiMTEwNiIsIlRvcCI6MC4wLCJMZWZ0IjowLjAsIlJpZ2h0IjowLjAsIkJvdHRvbSI6MC4wfSwiQmFja2dyb3VuZCI6eyIkaWQiOiIxMTA3IiwiQ29sb3IiOnsiJGlkIjoiMTEwOCIsIkEiOjI1NSwiUiI6MTMsIkciOjUzLCJCIjoxOH19LCJJc1Zpc2libGUiOnRydWUsIldpZHRoIjoxMi4wLCJIZWlnaHQiOjE0LjAsIkJvcmRlclN0eWxlIjp7IiRpZCI6IjExMDkiLCJMaW5lQ29sb3IiOnsiJGlkIjoiMTExMCIsIiR0eXBlIjoiTkxSRS5Db21tb24uRG9tLlNvbGlkQ29sb3JCcnVzaCwgTkxSRS5Db21tb24iLCJDb2xvciI6eyIkaWQiOiIxMTExIiwiQSI6MjU1LCJSIjoyNTUsIkciOjI1NSwiQiI6MjU1fX0sIkxpbmVXZWlnaHQiOjAuMCwiTGluZVR5cGUiOjAsIlBhcmVudFN0eWxlIjpudWxsfSwiUGFyZW50U3R5bGUiOm51bGx9LCJUaXRsZVN0eWxlIjp7IiRpZCI6IjExMTIiLCJGb250U2V0dGluZ3MiOnsiJGlkIjoiMTExMyIsIkZvbnRTaXplIjoxMSwiRm9udE5hbWUiOiJDYWxpYnJpIiwiSXNCb2xkIjpmYWxzZSwiSXNJdGFsaWMiOmZhbHNlLCJJc1VuZGVybGluZWQiOmZhbHNlLCJQYXJlbnRTdHlsZSI6bnVsbH0sIkF1dG9TaXplIjowLCJGb3JlZ3JvdW5kIjp7IiRpZCI6IjExMTQiLCJDb2xvciI6eyIkaWQiOiIxMTE1IiwiQSI6MjU1LCJSIjowLCJHIjowLCJCIjowfX0sIk1heFdpZHRoIjoyMDAuMCwiTWF4SGVpZ2h0IjoiSW5maW5pdHkiLCJTbWFydEZvcmVncm91bmRJc0FjdGl2ZSI6ZmFsc2UsIkhvcml6b250YWxBbGlnbm1lbnQiOjEsIlZlcnRpY2FsQWxpZ25tZW50IjoxLCJTbWFydEZvcmVncm91bmQiOm51bGwsIkJhY2tncm91bmRGaWxsVHlwZSI6MCwiTWFyZ2luIjp7IiRpZCI6IjExMTYiLCJUb3AiOjAuMCwiTGVmdCI6MC4wLCJSaWdodCI6MC4wLCJCb3R0b20iOjAuMH0sIlBhZGRpbmciOnsiJGlkIjoiMTExNyIsIlRvcCI6MC4wLCJMZWZ0IjowLjAsIlJpZ2h0IjowLjAsIkJvdHRvbSI6MC4wfSwiQmFja2dyb3VuZCI6eyIkaWQiOiIxMTE4IiwiQ29sb3IiOnsiJGlkIjoiMTExOSIsIkEiOjI1NSwiUiI6MCwiRyI6MCwiQiI6MH19LCJJc1Zpc2libGUiOnRydWUsIldpZHRoIjowLjAsIkhlaWdodCI6MC4wLCJCb3JkZXJTdHlsZSI6eyIkaWQiOiIxMTIwIiwiTGluZUNvbG9yIjpudWxsLCJMaW5lV2VpZ2h0IjowLjAsIkxpbmVUeXBlIjowLCJQYXJlbnRTdHlsZSI6bnVsbH0sIlBhcmVudFN0eWxlIjpudWxsfSwiRGF0ZVN0eWxlIjp7IiRpZCI6IjExMjEiLCJGb250U2V0dGluZ3MiOnsiJGlkIjoiMTEyMiIsIkZvbnRTaXplIjoxMCwiRm9udE5hbWUiOiJDYWxpYnJpIiwiSXNCb2xkIjpmYWxzZSwiSXNJdGFsaWMiOmZhbHNlLCJJc1VuZGVybGluZWQiOmZhbHNlLCJQYXJlbnRTdHlsZSI6bnVsbH0sIkF1dG9TaXplIjowLCJGb3JlZ3JvdW5kIjp7IiRpZCI6IjExMjMiLCJDb2xvciI6eyIkaWQiOiIxMTI0IiwiQSI6MjU1LCJSIjoxNCwiRyI6NDAsIkIiOjY1fX0sIk1heFdpZHRoIjoyMDAuMCwiTWF4SGVpZ2h0IjoiSW5maW5pdHkiLCJTbWFydEZvcmVncm91bmRJc0FjdGl2ZSI6ZmFsc2UsIkhvcml6b250YWxBbGlnbm1lbnQiOjEsIlZlcnRpY2FsQWxpZ25tZW50IjoxLCJTbWFydEZvcmVncm91bmQiOm51bGwsIkJhY2tncm91bmRGaWxsVHlwZSI6MCwiTWFyZ2luIjp7IiRpZCI6IjExMjUiLCJUb3AiOjAuMCwiTGVmdCI6MC4wLCJSaWdodCI6MC4wLCJCb3R0b20iOjAuMH0sIlBhZGRpbmciOnsiJGlkIjoiMTEyNiIsIlRvcCI6MC4wLCJMZWZ0IjowLjAsIlJpZ2h0IjowLjAsIkJvdHRvbSI6MC4wfSwiQmFja2dyb3VuZCI6eyIkaWQiOiIxMTI3IiwiQ29sb3IiOnsiJGlkIjoiMTEyOCIsIkEiOjI1NSwiUiI6MTQsIkciOjQwLCJCIjo2NX19LCJJc1Zpc2libGUiOnRydWUsIldpZHRoIjowLjAsIkhlaWdodCI6MC4wLCJCb3JkZXJTdHlsZSI6eyIkaWQiOiIxMTI5IiwiTGluZUNvbG9yIjpudWxsLCJMaW5lV2VpZ2h0IjowLjAsIkxpbmVUeXBlIjowLCJQYXJlbnRTdHlsZSI6bnVsbH0sIlBhcmVudFN0eWxlIjpudWxsfSwiRGF0ZUZvcm1hdCI6eyIkaWQiOiIxMTM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zEiLCJGb3JtYXQiOjAsIklzVmlzaWJsZSI6ZmFsc2UsIkxhc3RLbm93blZpc2liaWxpdHlTdGF0ZSI6ZmFsc2V9LCJJc1Zpc2libGUiOmZhbHNlLCJWYXJpYW5jZVN0eWxlIjp7IiRpZCI6IjExMzIiLCJUZXh0U3R5bGUiOnsiJGlkIjoiMTEzMyIsIkZvbnRTZXR0aW5ncyI6eyIkaWQiOiIxMTM0IiwiRm9udFNpemUiOjEwLCJGb250TmFtZSI6IkNhbGlicmkiLCJJc0JvbGQiOmZhbHNlLCJJc0l0YWxpYyI6ZmFsc2UsIklzVW5kZXJsaW5lZCI6ZmFsc2UsIlBhcmVudFN0eWxlIjpudWxsfSwiQXV0b1NpemUiOjAsIkZvcmVncm91bmQiOnsiJGlkIjoiMTEzNSIsIkNvbG9yIjp7IiRpZCI6IjExMzY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EzNyIsIlRvcCI6MC4wLCJMZWZ0IjowLjAsIlJpZ2h0IjowLjAsIkJvdHRvbSI6MC4wfSwiUGFkZGluZyI6eyIkaWQiOiIxMTM4IiwiVG9wIjowLjAsIkxlZnQiOjAuMCwiUmlnaHQiOjAuMCwiQm90dG9tIjowLjB9LCJCYWNrZ3JvdW5kIjp7IiRpZCI6IjExMzkiLCJDb2xvciI6eyIkaWQiOiIxMTQwIiwiQSI6MjU1LCJSIjowLCJHIjowLCJCIjowfX0sIklzVmlzaWJsZSI6dHJ1ZSwiV2lkdGgiOjAuMCwiSGVpZ2h0IjowLjAsIkJvcmRlclN0eWxlIjp7IiRpZCI6IjExNDEiLCJMaW5lQ29sb3IiOm51bGwsIkxpbmVXZWlnaHQiOjAuMCwiTGluZVR5cGUiOjAsIlBhcmVudFN0eWxlIjpudWxsfSwiUGFyZW50U3R5bGUiOm51bGx9LCJQYXJlbnRTdHlsZSI6bnVsbH0sIlBhcmVudFN0eWxlIjpudWxsfSwiRGVmYXVsdFN3aW1sYW5lTWlsZXN0b25lU3R5bGUiOnsiJGlkIjoiMTE0MiIsIlRpdGxlUG9zaXRpb24iOiJMZWZ0IiwiRGF0ZVBvc2l0aW9uIjoiUmlnaHQiLCJWYXJpYW5jZVBvc2l0aW9uIjoiUmlnaHQiLCJTaGFwZVR5cGUiOjEsIlNoYXBlU2l6ZSI6MCwiU3BhY2luZyI6NSwiU2hhcGVTdHlsZSI6eyIkaWQiOiIxMTQzIiwiTWFyZ2luIjp7IiRpZCI6IjExNDQiLCJUb3AiOjAuMCwiTGVmdCI6MC4wLCJSaWdodCI6MC4wLCJCb3R0b20iOjAuMH0sIlBhZGRpbmciOnsiJGlkIjoiMTE0NSIsIlRvcCI6MC4wLCJMZWZ0IjowLjAsIlJpZ2h0IjowLjAsIkJvdHRvbSI6MC4wfSwiQmFja2dyb3VuZCI6eyIkaWQiOiIxMTQ2IiwiQ29sb3IiOnsiJGlkIjoiMTE0NyIsIkEiOjI1NSwiUiI6MjUsIkciOjEwNywiQiI6MzZ9fSwiSXNWaXNpYmxlIjp0cnVlLCJXaWR0aCI6MTIuMCwiSGVpZ2h0IjoxNC4wLCJCb3JkZXJTdHlsZSI6eyIkaWQiOiIxMTQ4IiwiTGluZUNvbG9yIjp7IiRpZCI6IjExNDkiLCIkdHlwZSI6Ik5MUkUuQ29tbW9uLkRvbS5Tb2xpZENvbG9yQnJ1c2gsIE5MUkUuQ29tbW9uIiwiQ29sb3IiOnsiJGlkIjoiMTE1MCIsIkEiOjI1NSwiUiI6MjM0LCJHIjoyMiwiQiI6MzB9fSwiTGluZVdlaWdodCI6MC4wLCJMaW5lVHlwZSI6MCwiUGFyZW50U3R5bGUiOm51bGx9LCJQYXJlbnRTdHlsZSI6bnVsbH0sIlRpdGxlU3R5bGUiOnsiJGlkIjoiMTE1MSIsIkZvbnRTZXR0aW5ncyI6eyIkaWQiOiIxMTUyIiwiRm9udFNpemUiOjExLCJGb250TmFtZSI6IkNhbGlicmkiLCJJc0JvbGQiOmZhbHNlLCJJc0l0YWxpYyI6ZmFsc2UsIklzVW5kZXJsaW5lZCI6ZmFsc2UsIlBhcmVudFN0eWxlIjpudWxsfSwiQXV0b1NpemUiOjAsIkZvcmVncm91bmQiOnsiJGlkIjoiMTE1MyIsIkNvbG9yIjp7IiRpZCI6IjExNTQ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E1NSIsIlRvcCI6MC4wLCJMZWZ0IjowLjAsIlJpZ2h0IjowLjAsIkJvdHRvbSI6MC4wfSwiUGFkZGluZyI6eyIkaWQiOiIxMTU2IiwiVG9wIjowLjAsIkxlZnQiOjAuMCwiUmlnaHQiOjAuMCwiQm90dG9tIjowLjB9LCJCYWNrZ3JvdW5kIjp7IiRpZCI6IjExNTciLCJDb2xvciI6eyIkaWQiOiIxMTU4IiwiQSI6MjU1LCJSIjowLCJHIjowLCJCIjowfX0sIklzVmlzaWJsZSI6dHJ1ZSwiV2lkdGgiOjAuMCwiSGVpZ2h0IjowLjAsIkJvcmRlclN0eWxlIjp7IiRpZCI6IjExNTkiLCJMaW5lQ29sb3IiOm51bGwsIkxpbmVXZWlnaHQiOjAuMCwiTGluZVR5cGUiOjAsIlBhcmVudFN0eWxlIjpudWxsfSwiUGFyZW50U3R5bGUiOm51bGx9LCJEYXRlU3R5bGUiOnsiJGlkIjoiMTE2MCIsIkZvbnRTZXR0aW5ncyI6eyIkaWQiOiIxMTYxIiwiRm9udFNpemUiOjEwLCJGb250TmFtZSI6IkNhbGlicmkiLCJJc0JvbGQiOmZhbHNlLCJJc0l0YWxpYyI6ZmFsc2UsIklzVW5kZXJsaW5lZCI6ZmFsc2UsIlBhcmVudFN0eWxlIjpudWxsfSwiQXV0b1NpemUiOjAsIkZvcmVncm91bmQiOnsiJGlkIjoiMTE2MiIsIkNvbG9yIjp7IiRpZCI6IjExNj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E2NCIsIlRvcCI6MC4wLCJMZWZ0IjowLjAsIlJpZ2h0IjowLjAsIkJvdHRvbSI6MC4wfSwiUGFkZGluZyI6eyIkaWQiOiIxMTY1IiwiVG9wIjowLjAsIkxlZnQiOjAuMCwiUmlnaHQiOjAuMCwiQm90dG9tIjowLjB9LCJCYWNrZ3JvdW5kIjp7IiRpZCI6IjExNjYiLCJDb2xvciI6eyIkaWQiOiIxMTY3IiwiQSI6MjU1LCJSIjoxNCwiRyI6NDAsIkIiOjY1fX0sIklzVmlzaWJsZSI6dHJ1ZSwiV2lkdGgiOjAuMCwiSGVpZ2h0IjowLjAsIkJvcmRlclN0eWxlIjp7IiRpZCI6IjExNjgiLCJMaW5lQ29sb3IiOm51bGwsIkxpbmVXZWlnaHQiOjAuMCwiTGluZVR5cGUiOjAsIlBhcmVudFN0eWxlIjpudWxsfSwiUGFyZW50U3R5bGUiOm51bGx9LCJEYXRlRm9ybWF0Ijp7IiRpZCI6IjExNj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3MCIsIkZvcm1hdCI6MCwiSXNWaXNpYmxlIjpmYWxzZSwiTGFzdEtub3duVmlzaWJpbGl0eVN0YXRlIjpmYWxzZX0sIklzVmlzaWJsZSI6dHJ1ZSwiVmFyaWFuY2VTdHlsZSI6eyIkaWQiOiIxMTcxIiwiVGV4dFN0eWxlIjp7IiRpZCI6IjExNzIiLCJGb250U2V0dGluZ3MiOnsiJGlkIjoiMTE3MyIsIkZvbnRTaXplIjoxMCwiRm9udE5hbWUiOiJDYWxpYnJpIiwiSXNCb2xkIjpmYWxzZSwiSXNJdGFsaWMiOmZhbHNlLCJJc1VuZGVybGluZWQiOmZhbHNlLCJQYXJlbnRTdHlsZSI6bnVsbH0sIkF1dG9TaXplIjowLCJGb3JlZ3JvdW5kIjp7IiRpZCI6IjExNzQiLCJDb2xvciI6eyIkaWQiOiIxMTc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xNzYiLCJUb3AiOjAuMCwiTGVmdCI6MC4wLCJSaWdodCI6MC4wLCJCb3R0b20iOjAuMH0sIlBhZGRpbmciOnsiJGlkIjoiMTE3NyIsIlRvcCI6MC4wLCJMZWZ0IjowLjAsIlJpZ2h0IjowLjAsIkJvdHRvbSI6MC4wfSwiQmFja2dyb3VuZCI6eyIkaWQiOiIxMTc4IiwiQ29sb3IiOnsiJGlkIjoiMTE3OSIsIkEiOjI1NSwiUiI6MCwiRyI6MCwiQiI6MH19LCJJc1Zpc2libGUiOnRydWUsIldpZHRoIjowLjAsIkhlaWdodCI6MC4wLCJCb3JkZXJTdHlsZSI6eyIkaWQiOiIxMTgwIiwiTGluZUNvbG9yIjpudWxsLCJMaW5lV2VpZ2h0IjowLjAsIkxpbmVUeXBlIjowLCJQYXJlbnRTdHlsZSI6bnVsbH0sIlBhcmVudFN0eWxlIjpudWxsfSwiUGFyZW50U3R5bGUiOm51bGx9LCJQYXJlbnRTdHlsZSI6bnVsbH0sIkRlZmF1bHRTd2ltbGFuZUFjdGl2aXR5U3R5bGUiOnsiJGlkIjoiMTE4MSIsIkhlYWRlclN0eWxlIjp7IiRpZCI6IjExODIiLCJUZXh0U3R5bGUiOnsiJGlkIjoiMTE4MyIsIkZvbnRTZXR0aW5ncyI6eyIkaWQiOiIxMTg0IiwiRm9udFNpemUiOjExLCJGb250TmFtZSI6IkNhbGlicmkiLCJJc0JvbGQiOmZhbHNlLCJJc0l0YWxpYyI6ZmFsc2UsIklzVW5kZXJsaW5lZCI6ZmFsc2UsIlBhcmVudFN0eWxlIjpudWxsfSwiQXV0b1NpemUiOjIsIkZvcmVncm91bmQiOnsiJGlkIjoiMTE4NSIsIkNvbG9yIjp7IiRpZCI6IjExODY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xMTg3IiwiVG9wIjowLjAsIkxlZnQiOjAuMCwiUmlnaHQiOjAuMCwiQm90dG9tIjowLjB9LCJQYWRkaW5nIjp7IiRpZCI6IjExODgiLCJUb3AiOjAuMCwiTGVmdCI6MC4wLCJSaWdodCI6MC4wLCJCb3R0b20iOjAuMH0sIkJhY2tncm91bmQiOnsiJGlkIjoiMTE4OSIsIkNvbG9yIjp7IiRpZCI6IjExOTAiLCJBIjoyNTUsIlIiOjAsIkciOjAsIkIiOjB9fSwiSXNWaXNpYmxlIjp0cnVlLCJXaWR0aCI6MC4wLCJIZWlnaHQiOjAuMCwiQm9yZGVyU3R5bGUiOm51bGwsIlBhcmVudFN0eWxlIjpudWxsfSwiUmVjdGFuZ2xlU3R5bGUiOnsiJGlkIjoiMTE5MSIsIk1hcmdpbiI6eyIkaWQiOiIxMTkyIiwiVG9wIjowLjAsIkxlZnQiOjAuMCwiUmlnaHQiOjAuMCwiQm90dG9tIjowLjB9LCJQYWRkaW5nIjp7IiRpZCI6IjExOTMiLCJUb3AiOjAuMCwiTGVmdCI6MC4wLCJSaWdodCI6MC4wLCJCb3R0b20iOjAuMH0sIkJhY2tncm91bmQiOnsiJGlkIjoiMTE5NCIsIkNvbG9yIjp7IiRpZCI6IjExOTUiLCJBIjo2MywiUiI6MjUsIkciOjEwNywiQiI6MzZ9fSwiSXNWaXNpYmxlIjp0cnVlLCJXaWR0aCI6MC4wLCJIZWlnaHQiOjAuMCwiQm9yZGVyU3R5bGUiOnsiJGlkIjoiMTE5NiIsIkxpbmVDb2xvciI6eyIkaWQiOiIxMTk3IiwiJHR5cGUiOiJOTFJFLkNvbW1vbi5Eb20uU29saWRDb2xvckJydXNoLCBOTFJFLkNvbW1vbiIsIkNvbG9yIjp7IiRpZCI6IjExOTgiLCJBIjoyNTUsIlIiOjI1NSwiRyI6MjU1LCJCIjoyNTV9fSwiTGluZVdlaWdodCI6MC4wLCJMaW5lVHlwZSI6MCwiUGFyZW50U3R5bGUiOm51bGx9LCJQYXJlbnRTdHlsZSI6bnVsbH0sIk1hcmdpbiI6eyIkaWQiOiIxMTk5IiwiVG9wIjowLjAsIkxlZnQiOjAuMCwiUmlnaHQiOjAuMCwiQm90dG9tIjowLjB9LCJQYWRkaW5nIjp7IiRpZCI6IjEyMDAiLCJUb3AiOjAuMCwiTGVmdCI6MC4wLCJSaWdodCI6MC4wLCJCb3R0b20iOjAuMH0sIkJhY2tncm91bmQiOm51bGwsIklzVmlzaWJsZSI6dHJ1ZSwiV2lkdGgiOjAuMCwiSGVpZ2h0IjowLjAsIkJvcmRlclN0eWxlIjpudWxsLCJQYXJlbnRTdHlsZSI6bnVsbH0sIkJhY2tncm91bmRTdHlsZSI6eyIkaWQiOiIxMjAxIiwiTWFyZ2luIjp7IiRpZCI6IjEyMDIiLCJUb3AiOjAuMCwiTGVmdCI6MC4wLCJSaWdodCI6MC4wLCJCb3R0b20iOjAuMH0sIlBhZGRpbmciOnsiJGlkIjoiMTIwMyIsIlRvcCI6MC4wLCJMZWZ0IjowLjAsIlJpZ2h0IjowLjAsIkJvdHRvbSI6MC4wfSwiQmFja2dyb3VuZCI6eyIkaWQiOiIxMjA0IiwiQ29sb3IiOnsiJGlkIjoiMTIwNSIsIkEiOjUxLCJSIjoyMDAsIkciOjIwMCwiQiI6MjAwfX0sIklzVmlzaWJsZSI6dHJ1ZSwiV2lkdGgiOjAuMCwiSGVpZ2h0IjowLjAsIkJvcmRlclN0eWxlIjp7IiRpZCI6IjEyMDYiLCJMaW5lQ29sb3IiOnsiJGlkIjoiMTIwNyIsIiR0eXBlIjoiTkxSRS5Db21tb24uRG9tLlNvbGlkQ29sb3JCcnVzaCwgTkxSRS5Db21tb24iLCJDb2xvciI6eyIkaWQiOiIxMjA4IiwiQSI6MjU1LCJSIjoyMzQsIkciOjIyLCJCIjozMH19LCJMaW5lV2VpZ2h0IjowLjAsIkxpbmVUeXBlIjowLCJQYXJlbnRTdHlsZSI6bnVsbH0sIlBhcmVudFN0eWxlIjpudWxsfSwiTWFyZ2luIjp7IiRpZCI6IjEyMDkiLCJUb3AiOjAuMCwiTGVmdCI6MC4wLCJSaWdodCI6MC4wLCJCb3R0b20iOjAuMH0sIlBhZGRpbmciOnsiJGlkIjoiMTIxMCIsIlRvcCI6MC4wLCJMZWZ0IjowLjAsIlJpZ2h0IjowLjAsIkJvdHRvbSI6MC4wfSwiSXNWaXNpYmxlIjp0cnVlLCJXaWR0aCI6MC4wLCJIZWlnaHQiOjAuMCwiQm9yZGVyU3R5bGUiOnsiJGlkIjoiMTIxMSIsIkxpbmVDb2xvciI6bnVsbCwiTGluZVdlaWdodCI6MC4wLCJMaW5lVHlwZSI6MCwiUGFyZW50U3R5bGUiOm51bGx9LCJQYXJlbnRTdHlsZSI6bnVsbH0sIk1hcmdpbiI6eyIkaWQiOiIxMjEyIiwiVG9wIjowLjAsIkxlZnQiOjAuMCwiUmlnaHQiOjAuMCwiQm90dG9tIjowLjB9LCJQYWRkaW5nIjp7IiRpZCI6IjEyMTMiLCJUb3AiOjAuMCwiTGVmdCI6MC4wLCJSaWdodCI6MC4wLCJCb3R0b20iOjAuMH0sIklzVmlzaWJsZSI6dHJ1ZSwiV2lkdGgiOjAuMCwiSGVpZ2h0IjowLjAsIkJvcmRlclN0eWxlIjp7IiRpZCI6IjEyMTQiLCJMaW5lQ29sb3IiOm51bGwsIkxpbmVXZWlnaHQiOjAuMCwiTGluZVR5cGUiOjAsIlBhcmVudFN0eWxlIjpudWxsfSwiUGFyZW50U3R5bGUiOm51bGx9LHsiJGlkIjoiMTIxNSIsIlN0eWxlSWQiOiIwNzAyZGVhOC1jMTE0LTRkNzEtYmU0MC1jZDMwNjJjNDY5NzAiLCJIZWFkZXJTdHlsZSI6eyIkaWQiOiIxMjE2IiwiVGV4dElzVmVydGljYWwiOmZhbHNlLCJUZXh0U3R5bGUiOnsiJGlkIjoiMTIxNyIsIkZvbnRTZXR0aW5ncyI6eyIkaWQiOiIxMjE4IiwiRm9udFNpemUiOjExLCJGb250TmFtZSI6IkNhbGlicmkiLCJJc0JvbGQiOmZhbHNlLCJJc0l0YWxpYyI6ZmFsc2UsIklzVW5kZXJsaW5lZCI6ZmFsc2UsIlBhcmVudFN0eWxlIjpudWxsfSwiQXV0b1NpemUiOjIsIkZvcmVncm91bmQiOnsiJGlkIjoiMTIxOSIsIkNvbG9yIjp7IiRpZCI6IjEyMjAiLCJBIjoyNTUsIlIiOjI1NSwiRyI6MjU1LCJCIjoyNTV9fSwiTWF4V2lkdGgiOiJJbmZpbml0eSIsIk1heEhlaWdodCI6IkluZmluaXR5IiwiU21hcnRGb3JlZ3JvdW5kSXNBY3RpdmUiOmZhbHNlLCJIb3Jpem9udGFsQWxpZ25tZW50IjowLCJWZXJ0aWNhbEFsaWdubWVudCI6MCwiU21hcnRGb3JlZ3JvdW5kIjpudWxsLCJCYWNrZ3JvdW5kRmlsbFR5cGUiOjAsIk1hcmdpbiI6eyIkaWQiOiIxMjIxIiwiVG9wIjowLjAsIkxlZnQiOjAuMCwiUmlnaHQiOjAuMCwiQm90dG9tIjowLjB9LCJQYWRkaW5nIjp7IiRpZCI6IjEyMjIiLCJUb3AiOjAuMCwiTGVmdCI6MC4wLCJSaWdodCI6MC4wLCJCb3R0b20iOjAuMH0sIkJhY2tncm91bmQiOnsiJGlkIjoiMTIyMyIsIkNvbG9yIjp7IiRpZCI6IjEyMjQiLCJBIjoyNTUsIlIiOjI1NSwiRyI6MjU1LCJCIjoyNTV9fSwiSXNWaXNpYmxlIjp0cnVlLCJXaWR0aCI6MC4wLCJIZWlnaHQiOjAuMCwiQm9yZGVyU3R5bGUiOm51bGwsIlBhcmVudFN0eWxlIjpudWxsfSwiUmVjdGFuZ2xlU3R5bGUiOnsiJGlkIjoiMTIyNSIsIk1hcmdpbiI6eyIkaWQiOiIxMjI2IiwiVG9wIjowLjAsIkxlZnQiOjAuMCwiUmlnaHQiOjAuMCwiQm90dG9tIjowLjB9LCJQYWRkaW5nIjp7IiRpZCI6IjEyMjciLCJUb3AiOjAuMCwiTGVmdCI6MC4wLCJSaWdodCI6MC4wLCJCb3R0b20iOjAuMH0sIkJhY2tncm91bmQiOnsiJGlkIjoiMTIyOCIsIkNvbG9yIjp7IiRpZCI6IjEyMjkiLCJBIjoyNTUsIlIiOjE1LCJHIjoxNTgsIkIiOjIxM319LCJJc1Zpc2libGUiOnRydWUsIldpZHRoIjowLjAsIkhlaWdodCI6MC4wLCJCb3JkZXJTdHlsZSI6eyIkaWQiOiIxMjMwIiwiTGluZUNvbG9yIjp7IiRpZCI6IjEyMzEiLCIkdHlwZSI6Ik5MUkUuQ29tbW9uLkRvbS5Tb2xpZENvbG9yQnJ1c2gsIE5MUkUuQ29tbW9uIiwiQ29sb3IiOnsiJGlkIjoiMTIzMiIsIkEiOjI1NSwiUiI6MjU1LCJHIjoyNTUsIkIiOjI1NX19LCJMaW5lV2VpZ2h0IjowLjAsIkxpbmVUeXBlIjowLCJQYXJlbnRTdHlsZSI6bnVsbH0sIlBhcmVudFN0eWxlIjpudWxsfSwiTWFyZ2luIjp7IiRpZCI6IjEyMzMiLCJUb3AiOjAuMCwiTGVmdCI6MC4wLCJSaWdodCI6MC4wLCJCb3R0b20iOjAuMH0sIlBhZGRpbmciOnsiJGlkIjoiMTIzNCIsIlRvcCI6MC4wLCJMZWZ0IjowLjAsIlJpZ2h0IjowLjAsIkJvdHRvbSI6MC4wfSwiQmFja2dyb3VuZCI6bnVsbCwiSXNWaXNpYmxlIjp0cnVlLCJXaWR0aCI6MC4wLCJIZWlnaHQiOjAuMCwiQm9yZGVyU3R5bGUiOm51bGwsIlBhcmVudFN0eWxlIjpudWxsfSwiQmFja2dyb3VuZFN0eWxlIjp7IiRpZCI6IjEyMzUiLCJNYXJnaW4iOnsiJGlkIjoiMTIzNiIsIlRvcCI6MC4wLCJMZWZ0IjowLjAsIlJpZ2h0IjowLjAsIkJvdHRvbSI6MC4wfSwiUGFkZGluZyI6eyIkaWQiOiIxMjM3IiwiVG9wIjowLjAsIkxlZnQiOjAuMCwiUmlnaHQiOjAuMCwiQm90dG9tIjowLjB9LCJCYWNrZ3JvdW5kIjp7IiRpZCI6IjEyMzgiLCJDb2xvciI6eyIkaWQiOiIxMjM5IiwiQSI6NTEsIlIiOjIwMCwiRyI6MjAwLCJCIjoyMDB9fSwiSXNWaXNpYmxlIjp0cnVlLCJXaWR0aCI6MC4wLCJIZWlnaHQiOjAuMCwiQm9yZGVyU3R5bGUiOnsiJGlkIjoiMTI0MCIsIkxpbmVDb2xvciI6eyIkaWQiOiIxMjQxIiwiJHR5cGUiOiJOTFJFLkNvbW1vbi5Eb20uU29saWRDb2xvckJydXNoLCBOTFJFLkNvbW1vbiIsIkNvbG9yIjp7IiRpZCI6IjEyNDIiLCJBIjoyNTUsIlIiOjIzNCwiRyI6MjIsIkIiOjMwfX0sIkxpbmVXZWlnaHQiOjAuMCwiTGluZVR5cGUiOjAsIlBhcmVudFN0eWxlIjpudWxsfSwiUGFyZW50U3R5bGUiOm51bGx9LCJJc0Fib3ZlVGltZWJhbmQiOmZhbHNlLCJTcGFjaW5nIjozLCJEZWZhdWx0U3dpbWxhbmVUYXNrU3R5bGUiOnsiJGlkIjoiMTI0MyIsIiR0eXBlIjoiTkxSRS5Db21tb24uRG9tLlN0eWxlcy5FeHBsaWNpdFNldGFibGVUYXNrU3R5bGUsIE5MUkUuQ29tbW9uIiwiU2hhcGUiOjEsIlNoYXBlVGhpY2tuZXNzIjowLCJEdXJhdGlvbkZvcm1hdCI6MCwiSW5jbHVkZU5vbldvcmtpbmdEYXlzSW5EdXJhdGlvbiI6ZmFsc2UsIlBlcmNlbnRhZ2VDb21wbGV0ZVN0eWxlIjp7IiRpZCI6IjEyNDQiLCJGb250U2V0dGluZ3MiOnsiJGlkIjoiMTI0NSIsIkZvbnRTaXplIjoxMCwiRm9udE5hbWUiOiJDYWxpYnJpIiwiSXNCb2xkIjpmYWxzZSwiSXNJdGFsaWMiOmZhbHNlLCJJc1VuZGVybGluZWQiOmZhbHNlLCJQYXJlbnRTdHlsZSI6bnVsbH0sIkF1dG9TaXplIjowLCJGb3JlZ3JvdW5kIjp7IiRpZCI6IjEyNDYiLCJDb2xvciI6eyIkaWQiOiIxMjQ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yNDgiLCJUb3AiOjAuMCwiTGVmdCI6MC4wLCJSaWdodCI6MC4wLCJCb3R0b20iOjAuMH0sIlBhZGRpbmciOnsiJGlkIjoiMTI0OSIsIlRvcCI6MC4wLCJMZWZ0IjowLjAsIlJpZ2h0IjowLjAsIkJvdHRvbSI6MC4wfSwiQmFja2dyb3VuZCI6eyIkaWQiOiIxMjUwIiwiQ29sb3IiOnsiJGlkIjoiMTI1MSIsIkEiOjg5LCJSIjowLCJHIjowLCJCIjowfX0sIklzVmlzaWJsZSI6dHJ1ZSwiV2lkdGgiOjAuMCwiSGVpZ2h0IjowLjAsIkJvcmRlclN0eWxlIjp7IiRpZCI6IjEyNTIiLCJMaW5lQ29sb3IiOm51bGwsIkxpbmVXZWlnaHQiOjAuMCwiTGluZVR5cGUiOjAsIlBhcmVudFN0eWxlIjpudWxsfSwiUGFyZW50U3R5bGUiOm51bGx9LCJEdXJhdGlvblN0eWxlIjp7IiRpZCI6IjEyNTMiLCJGb250U2V0dGluZ3MiOnsiJGlkIjoiMTI1NCIsIkZvbnRTaXplIjoxMCwiRm9udE5hbWUiOiJDYWxpYnJpIiwiSXNCb2xkIjpmYWxzZSwiSXNJdGFsaWMiOmZhbHNlLCJJc1VuZGVybGluZWQiOmZhbHNlLCJQYXJlbnRTdHlsZSI6bnVsbH0sIkF1dG9TaXplIjowLCJGb3JlZ3JvdW5kIjp7IiRpZCI6IjEyNTUiLCJDb2xvciI6eyIkaWQiOiIxMjU2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I1NyIsIlRvcCI6MC4wLCJMZWZ0IjowLjAsIlJpZ2h0IjowLjAsIkJvdHRvbSI6MC4wfSwiUGFkZGluZyI6eyIkaWQiOiIxMjU4IiwiVG9wIjowLjAsIkxlZnQiOjAuMCwiUmlnaHQiOjAuMCwiQm90dG9tIjowLjB9LCJCYWNrZ3JvdW5kIjp7IiRpZCI6IjEyNTkiLCJDb2xvciI6eyIkaWQiOiIxMjYwIiwiQSI6MjU1LCJSIjoyMzcsIkciOjEyNSwiQiI6NDl9fSwiSXNWaXNpYmxlIjp0cnVlLCJXaWR0aCI6MC4wLCJIZWlnaHQiOjAuMCwiQm9yZGVyU3R5bGUiOnsiJGlkIjoiMTI2MSIsIkxpbmVDb2xvciI6bnVsbCwiTGluZVdlaWdodCI6MC4wLCJMaW5lVHlwZSI6MCwiUGFyZW50U3R5bGUiOm51bGx9LCJQYXJlbnRTdHlsZSI6bnVsbH0sIkhvcml6b250YWxDb25uZWN0b3JTdHlsZSI6eyIkaWQiOiIxMjYyIiwiTGluZUNvbG9yIjp7IiRpZCI6IjEyNjMiLCIkdHlwZSI6Ik5MUkUuQ29tbW9uLkRvbS5Tb2xpZENvbG9yQnJ1c2gsIE5MUkUuQ29tbW9uIiwiQ29sb3IiOnsiJGlkIjoiMTI2NCIsIkEiOjI1NSwiUiI6MCwiRyI6MCwiQiI6MH19LCJMaW5lV2VpZ2h0IjowLjAsIkxpbmVUeXBlIjowLCJQYXJlbnRTdHlsZSI6bnVsbH0sIlZlcnRpY2FsQ29ubmVjdG9yU3R5bGUiOnsiJGlkIjoiMTI2NSIsIkxpbmVDb2xvciI6eyIkaWQiOiIxMjY2IiwiJHR5cGUiOiJOTFJFLkNvbW1vbi5Eb20uU29saWRDb2xvckJydXNoLCBOTFJFLkNvbW1vbiIsIkNvbG9yIjp7IiRpZCI6IjEyNjciLCJBIjoyNTUsIlIiOjAsIkciOjAsIkIiOjB9fSwiTGluZVdlaWdodCI6MC4wLCJMaW5lVHlwZSI6MCwiUGFyZW50U3R5bGUiOm51bGx9LCJNYXJnaW4iOm51bGwsIlN0YXJ0RGF0ZVBvc2l0aW9uIjozLCJFbmREYXRlUG9zaXRpb24iOjMsIkRhdGVJc1Zpc2libGUiOnRydWUsIlRpdGxlUG9zaXRpb24iOjQsIkR1cmF0aW9uUG9zaXRpb24iOjYsIlBlcmNlbnRhZ2VDb21wbGV0ZWRQb3NpdGlvbiI6MiwiVmFyaWFuY2VQb3NpdGlvbiI6MiwiU3BhY2luZyI6MywiSXNCZWxvd1RpbWViYW5kIjpmYWxzZSwiUGVyY2VudGFnZUNvbXBsZXRlU2hhcGVPcGFjaXR5IjozNSwiQmFzZWxpbmVTdHlsZSI6eyIkaWQiOiIxMjY4IiwiU2hhcGVTdHlsZSI6eyIkaWQiOiIxMjY5IiwiTWFyZ2luIjp7IiRpZCI6IjEyNzAiLCJUb3AiOjAuMCwiTGVmdCI6MC4wLCJSaWdodCI6MC4wLCJCb3R0b20iOjAuMH0sIlBhZGRpbmciOnsiJGlkIjoiMTI3MSIsIlRvcCI6MC4wLCJMZWZ0IjowLjAsIlJpZ2h0IjowLjAsIkJvdHRvbSI6MC4wfSwiQmFja2dyb3VuZCI6eyIkaWQiOiIxMjcyIiwiQ29sb3IiOnsiJGlkIjoiMTI3MyIsIkEiOjE1MywiUiI6MCwiRyI6MCwiQiI6MH19LCJJc1Zpc2libGUiOnRydWUsIldpZHRoIjowLjAsIkhlaWdodCI6MC4wLCJCb3JkZXJTdHlsZSI6eyIkaWQiOiIxMjc0IiwiTGluZUNvbG9yIjp7IiRpZCI6IjEyNzUiLCIkdHlwZSI6Ik5MUkUuQ29tbW9uLkRvbS5Tb2xpZENvbG9yQnJ1c2gsIE5MUkUuQ29tbW9uIiwiQ29sb3IiOnsiJGlkIjoiMTI3NiIsIkEiOjI1NSwiUiI6MjU1LCJHIjowLCJCIjowfX0sIkxpbmVXZWlnaHQiOjAuMCwiTGluZVR5cGUiOjAsIlBhcmVudFN0eWxlIjpudWxsfSwiUGFyZW50U3R5bGUiOm51bGx9LCJNYXJnaW4iOnsiJGlkIjoiMTI3NyIsIlRvcCI6MC4wLCJMZWZ0IjowLjAsIlJpZ2h0IjowLjAsIkJvdHRvbSI6MC4wfSwiUGFkZGluZyI6eyIkaWQiOiIxMjc4IiwiVG9wIjowLjAsIkxlZnQiOjAuMCwiUmlnaHQiOjAuMCwiQm90dG9tIjowLjB9LCJCYWNrZ3JvdW5kIjpudWxsLCJJc1Zpc2libGUiOnRydWUsIldpZHRoIjowLjAsIkhlaWdodCI6MC4wLCJCb3JkZXJTdHlsZSI6bnVsbCwiUGFyZW50U3R5bGUiOm51bGx9LCJTaGFwZVN0eWxlIjp7IiRpZCI6IjEyNzkiLCJNYXJnaW4iOnsiJGlkIjoiMTI4MCIsIlRvcCI6MC4wLCJMZWZ0Ijo0LjAsIlJpZ2h0Ijo0LjAsIkJvdHRvbSI6MC4wfSwiUGFkZGluZyI6eyIkaWQiOiIxMjgxIiwiVG9wIjowLjAsIkxlZnQiOjAuMCwiUmlnaHQiOjAuMCwiQm90dG9tIjowLjB9LCJCYWNrZ3JvdW5kIjp7IiRpZCI6IjEyODIiLCJDb2xvciI6eyIkaWQiOiIxMjgzIiwiQSI6MjU1LCJSIjoxNSwiRyI6MTU4LCJCIjoyMTN9fSwiSXNWaXNpYmxlIjp0cnVlLCJXaWR0aCI6MC4wLCJIZWlnaHQiOjEwLjAsIkJvcmRlclN0eWxlIjp7IiRpZCI6IjEyODQiLCJMaW5lQ29sb3IiOnsiJGlkIjoiMTI4NSIsIiR0eXBlIjoiTkxSRS5Db21tb24uRG9tLlNvbGlkQ29sb3JCcnVzaCwgTkxSRS5Db21tb24iLCJDb2xvciI6eyIkaWQiOiIxMjg2IiwiQSI6MjU1LCJSIjoyMzQsIkciOjIyLCJCIjozMH19LCJMaW5lV2VpZ2h0IjowLjAsIkxpbmVUeXBlIjowLCJQYXJlbnRTdHlsZSI6bnVsbH0sIlBhcmVudFN0eWxlIjpudWxsfSwiVGl0bGVTdHlsZSI6eyIkaWQiOiIxMjg3IiwiRm9udFNldHRpbmdzIjp7IiRpZCI6IjEyODgiLCJGb250U2l6ZSI6MTEsIkZvbnROYW1lIjoiQ2FsaWJyaSIsIklzQm9sZCI6ZmFsc2UsIklzSXRhbGljIjpmYWxzZSwiSXNVbmRlcmxpbmVkIjpmYWxzZSwiUGFyZW50U3R5bGUiOm51bGx9LCJBdXRvU2l6ZSI6MCwiRm9yZWdyb3VuZCI6eyIkaWQiOiIxMjg5IiwiQ29sb3IiOnsiJGlkIjoiMTI5M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jkxIiwiVG9wIjowLjAsIkxlZnQiOjAuMCwiUmlnaHQiOjAuMCwiQm90dG9tIjowLjB9LCJQYWRkaW5nIjp7IiRpZCI6IjEyOTIiLCJUb3AiOjAuMCwiTGVmdCI6MC4wLCJSaWdodCI6MC4wLCJCb3R0b20iOjAuMH0sIkJhY2tncm91bmQiOnsiJGlkIjoiMTI5MyIsIkNvbG9yIjp7IiRpZCI6IjEyOTQiLCJBIjoyNTUsIlIiOjAsIkciOjAsIkIiOjB9fSwiSXNWaXNpYmxlIjp0cnVlLCJXaWR0aCI6MC4wLCJIZWlnaHQiOjAuMCwiQm9yZGVyU3R5bGUiOnsiJGlkIjoiMTI5NSIsIkxpbmVDb2xvciI6bnVsbCwiTGluZVdlaWdodCI6MC4wLCJMaW5lVHlwZSI6MCwiUGFyZW50U3R5bGUiOm51bGx9LCJQYXJlbnRTdHlsZSI6bnVsbH0sIkRhdGVTdHlsZSI6eyIkaWQiOiIxMjk2IiwiRm9udFNldHRpbmdzIjp7IiRpZCI6IjEyOTciLCJGb250U2l6ZSI6MTAsIkZvbnROYW1lIjoiQ2FsaWJyaSIsIklzQm9sZCI6ZmFsc2UsIklzSXRhbGljIjpmYWxzZSwiSXNVbmRlcmxpbmVkIjpmYWxzZSwiUGFyZW50U3R5bGUiOm51bGx9LCJBdXRvU2l6ZSI6MCwiRm9yZWdyb3VuZCI6eyIkaWQiOiIxMjk4IiwiQ29sb3IiOnsiJGlkIjoiMTI5OSIsIkEiOjI1NSwiUiI6MTQsIkciOjQwLCJCIjo2NX19LCJNYXhXaWR0aCI6MjAwLjAsIk1heEhlaWdodCI6IkluZmluaXR5IiwiU21hcnRGb3JlZ3JvdW5kSXNBY3RpdmUiOmZhbHNlLCJIb3Jpem9udGFsQWxpZ25tZW50IjoyLCJWZXJ0aWNhbEFsaWdubWVudCI6MSwiU21hcnRGb3JlZ3JvdW5kIjpudWxsLCJCYWNrZ3JvdW5kRmlsbFR5cGUiOjAsIk1hcmdpbiI6eyIkaWQiOiIxMzAwIiwiVG9wIjowLjAsIkxlZnQiOjAuMCwiUmlnaHQiOjAuMCwiQm90dG9tIjowLjB9LCJQYWRkaW5nIjp7IiRpZCI6IjEzMDEiLCJUb3AiOjAuMCwiTGVmdCI6MC4wLCJSaWdodCI6MC4wLCJCb3R0b20iOjAuMH0sIkJhY2tncm91bmQiOnsiJGlkIjoiMTMwMiIsIkNvbG9yIjp7IiRpZCI6IjEzMDMiLCJBIjoyNTUsIlIiOjE0LCJHIjo0MCwiQiI6NjV9fSwiSXNWaXNpYmxlIjp0cnVlLCJXaWR0aCI6MC4wLCJIZWlnaHQiOjAuMCwiQm9yZGVyU3R5bGUiOnsiJGlkIjoiMTMwNCIsIkxpbmVDb2xvciI6bnVsbCwiTGluZVdlaWdodCI6MC4wLCJMaW5lVHlwZSI6MCwiUGFyZW50U3R5bGUiOm51bGx9LCJQYXJlbnRTdHlsZSI6bnVsbH0sIkRhdGVGb3JtYXQiOnsiJGlkIjoiMTMw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A2IiwiRm9ybWF0IjowLCJJc1Zpc2libGUiOmZhbHNlLCJMYXN0S25vd25WaXNpYmlsaXR5U3RhdGUiOmZhbHNlfSwiSXNWaXNpYmxlIjp0cnVlLCJWYXJpYW5jZVN0eWxlIjp7IiRpZCI6IjEzMDciLCJUZXh0U3R5bGUiOnsiJGlkIjoiMTMwOCIsIkZvbnRTZXR0aW5ncyI6eyIkaWQiOiIxMzA5IiwiRm9udFNpemUiOjEwLCJGb250TmFtZSI6IkNhbGlicmkiLCJJc0JvbGQiOmZhbHNlLCJJc0l0YWxpYyI6ZmFsc2UsIklzVW5kZXJsaW5lZCI6ZmFsc2UsIlBhcmVudFN0eWxlIjpudWxsfSwiQXV0b1NpemUiOjAsIkZvcmVncm91bmQiOnsiJGlkIjoiMTMxMCIsIkNvbG9yIjp7IiRpZCI6IjEzMTE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MxMiIsIlRvcCI6MC4wLCJMZWZ0IjowLjAsIlJpZ2h0IjowLjAsIkJvdHRvbSI6MC4wfSwiUGFkZGluZyI6eyIkaWQiOiIxMzEzIiwiVG9wIjowLjAsIkxlZnQiOjAuMCwiUmlnaHQiOjAuMCwiQm90dG9tIjowLjB9LCJCYWNrZ3JvdW5kIjp7IiRpZCI6IjEzMTQiLCJDb2xvciI6eyIkaWQiOiIxMzE1IiwiQSI6MjU1LCJSIjowLCJHIjowLCJCIjowfX0sIklzVmlzaWJsZSI6dHJ1ZSwiV2lkdGgiOjAuMCwiSGVpZ2h0IjowLjAsIkJvcmRlclN0eWxlIjp7IiRpZCI6IjEzMTYiLCJMaW5lQ29sb3IiOm51bGwsIkxpbmVXZWlnaHQiOjAuMCwiTGluZVR5cGUiOjAsIlBhcmVudFN0eWxlIjpudWxsfSwiUGFyZW50U3R5bGUiOm51bGx9LCJQYXJlbnRTdHlsZSI6bnVsbH0sIlBhcmVudFN0eWxlIjpudWxsLCJfZXhwbGljaXRseVNldCI6eyIkaWQiOiIxMzE3IiwiU2hhcGVTdHlsZSI6ZmFsc2UsIlRpdGxlU3R5bGUiOmZhbHNlLCJEYXRlU3R5bGUiOmZhbHNlLCJWYXJpYW5j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VmFyaWFuY2VQb3NpdGlvbiI6ZmFsc2UsIlNwYWNpbmciOmZhbHNlLCJJc0JlbG93VGltZWJhbmQiOmZhbHNlLCJEYXRlRm9ybWF0IjpmYWxzZSwiV2Vla051bWJlcmluZyI6ZmFsc2UsIklzVmlzaWJsZSI6ZmFsc2V9fSwiRGVmYXVsdFN3aW1sYW5lTW90U3R5bGUiOnsiJGlkIjoiMTMxOCIsIlNoYXBlIjoxLCJDb25uZWN0b3JNYXJnaW4iOnsiJGlkIjoiMTMxOSIsIlRvcCI6MC4wLCJMZWZ0IjoyLjAsIlJpZ2h0IjoyLjAsIkJvdHRvbSI6MC4wfSwiQ29ubmVjdG9yU3R5bGUiOnsiJGlkIjoiMTMyMCIsIkxpbmVDb2xvciI6eyIkaWQiOiIxMzIxIiwiJHR5cGUiOiJOTFJFLkNvbW1vbi5Eb20uU29saWRDb2xvckJydXNoLCBOTFJFLkNvbW1vbiIsIkNvbG9yIjp7IiRpZCI6IjEzMjIiLCJBIjoxMjcsIlIiOjExLCJHIjoxMTgsIkIiOjE1OX19LCJMaW5lV2VpZ2h0IjoxLjAsIkxpbmVUeXBlIjowLCJQYXJlbnRTdHlsZSI6bnVsbH0sIklzQmVsb3dUaW1lYmFuZCI6ZmFsc2UsIlBvc2l0aW9uT25UYXNrIjoxLCJIaWRlRGF0ZSI6ZmFsc2UsIlNoYXBlU2l6ZSI6MCwiU3BhY2luZyI6MC4wLCJQYWRkaW5nIjp7IiRpZCI6IjEzMjMiLCJUb3AiOjUuMCwiTGVmdCI6My4wLCJSaWdodCI6MC4wLCJCb3R0b20iOjIuMH0sIlNoYXBlU3R5bGUiOnsiJGlkIjoiMTMyNCIsIk1hcmdpbiI6eyIkaWQiOiIxMzI1IiwiVG9wIjowLjAsIkxlZnQiOjAuMCwiUmlnaHQiOjAuMCwiQm90dG9tIjowLjB9LCJQYWRkaW5nIjp7IiRpZCI6IjEzMjYiLCJUb3AiOjAuMCwiTGVmdCI6MC4wLCJSaWdodCI6MC4wLCJCb3R0b20iOjAuMH0sIkJhY2tncm91bmQiOnsiJGlkIjoiMTMyNyIsIkNvbG9yIjp7IiRpZCI6IjEzMjgiLCJBIjoyNTUsIlIiOjExLCJHIjoxMTgsIkIiOjE1OX19LCJJc1Zpc2libGUiOnRydWUsIldpZHRoIjoxMi4wLCJIZWlnaHQiOjE0LjAsIkJvcmRlclN0eWxlIjp7IiRpZCI6IjEzMjkiLCJMaW5lQ29sb3IiOnsiJGlkIjoiMTMzMCIsIiR0eXBlIjoiTkxSRS5Db21tb24uRG9tLlNvbGlkQ29sb3JCcnVzaCwgTkxSRS5Db21tb24iLCJDb2xvciI6eyIkaWQiOiIxMzMxIiwiQSI6MjU1LCJSIjoyNTUsIkciOjAsIkIiOjB9fSwiTGluZVdlaWdodCI6MC4wLCJMaW5lVHlwZSI6MCwiUGFyZW50U3R5bGUiOm51bGx9LCJQYXJlbnRTdHlsZSI6bnVsbH0sIlRpdGxlU3R5bGUiOnsiJGlkIjoiMTMzMiIsIkZvbnRTZXR0aW5ncyI6eyIkaWQiOiIxMzMzIiwiRm9udFNpemUiOjExLCJGb250TmFtZSI6IkNhbGlicmkiLCJJc0JvbGQiOmZhbHNlLCJJc0l0YWxpYyI6ZmFsc2UsIklzVW5kZXJsaW5lZCI6ZmFsc2UsIlBhcmVudFN0eWxlIjpudWxsfSwiQXV0b1NpemUiOjAsIkZvcmVncm91bmQiOnsiJGlkIjoiMTMzNCIsIkNvbG9yIjp7IiRpZCI6IjEzMzUiLCJBIjoyNTUsIlIiOjAsIkciOjAsIkIiOjB9fSwiTWF4V2lkdGgiOjIwMC4wLCJNYXhIZWlnaHQiOiJJbmZpbml0eSIsIlNtYXJ0Rm9yZWdyb3VuZElzQWN0aXZlIjpmYWxzZSwiSG9yaXpvbnRhbEFsaWdubWVudCI6MSwiVmVydGljYWxBbGlnbm1lbnQiOjEsIlNtYXJ0Rm9yZWdyb3VuZCI6bnVsbCwiQmFja2dyb3VuZEZpbGxUeXBlIjowLCJNYXJnaW4iOnsiJGlkIjoiMTMzNiIsIlRvcCI6MC4wLCJMZWZ0IjowLjAsIlJpZ2h0IjowLjAsIkJvdHRvbSI6MC4wfSwiUGFkZGluZyI6eyIkaWQiOiIxMzM3IiwiVG9wIjowLjAsIkxlZnQiOjAuMCwiUmlnaHQiOjAuMCwiQm90dG9tIjowLjB9LCJCYWNrZ3JvdW5kIjp7IiRpZCI6IjEzMzgiLCJDb2xvciI6eyIkaWQiOiIxMzM5IiwiQSI6MjU1LCJSIjowLCJHIjowLCJCIjowfX0sIklzVmlzaWJsZSI6dHJ1ZSwiV2lkdGgiOjAuMCwiSGVpZ2h0IjowLjAsIkJvcmRlclN0eWxlIjp7IiRpZCI6IjEzNDAiLCJMaW5lQ29sb3IiOm51bGwsIkxpbmVXZWlnaHQiOjAuMCwiTGluZVR5cGUiOjAsIlBhcmVudFN0eWxlIjpudWxsfSwiUGFyZW50U3R5bGUiOm51bGx9LCJEYXRlU3R5bGUiOnsiJGlkIjoiMTM0MSIsIkZvbnRTZXR0aW5ncyI6eyIkaWQiOiIxMzQyIiwiRm9udFNpemUiOjEwLCJGb250TmFtZSI6IkNhbGlicmkiLCJJc0JvbGQiOmZhbHNlLCJJc0l0YWxpYyI6ZmFsc2UsIklzVW5kZXJsaW5lZCI6ZmFsc2UsIlBhcmVudFN0eWxlIjpudWxsfSwiQXV0b1NpemUiOjAsIkZvcmVncm91bmQiOnsiJGlkIjoiMTM0MyIsIkNvbG9yIjp7IiRpZCI6IjEzNDQiLCJBIjoyNTUsIlIiOjE0LCJHIjo0MCwiQiI6NjV9fSwiTWF4V2lkdGgiOjIwMC4wLCJNYXhIZWlnaHQiOiJJbmZpbml0eSIsIlNtYXJ0Rm9yZWdyb3VuZElzQWN0aXZlIjpmYWxzZSwiSG9yaXpvbnRhbEFsaWdubWVudCI6MSwiVmVydGljYWxBbGlnbm1lbnQiOjEsIlNtYXJ0Rm9yZWdyb3VuZCI6bnVsbCwiQmFja2dyb3VuZEZpbGxUeXBlIjowLCJNYXJnaW4iOnsiJGlkIjoiMTM0NSIsIlRvcCI6MC4wLCJMZWZ0IjowLjAsIlJpZ2h0IjowLjAsIkJvdHRvbSI6MC4wfSwiUGFkZGluZyI6eyIkaWQiOiIxMzQ2IiwiVG9wIjowLjAsIkxlZnQiOjAuMCwiUmlnaHQiOjAuMCwiQm90dG9tIjowLjB9LCJCYWNrZ3JvdW5kIjp7IiRpZCI6IjEzNDciLCJDb2xvciI6eyIkaWQiOiIxMzQ4IiwiQSI6MjU1LCJSIjoxNCwiRyI6NDAsIkIiOjY1fX0sIklzVmlzaWJsZSI6dHJ1ZSwiV2lkdGgiOjAuMCwiSGVpZ2h0IjowLjAsIkJvcmRlclN0eWxlIjp7IiRpZCI6IjEzNDkiLCJMaW5lQ29sb3IiOm51bGwsIkxpbmVXZWlnaHQiOjAuMCwiTGluZVR5cGUiOjAsIlBhcmVudFN0eWxlIjpudWxsfSwiUGFyZW50U3R5bGUiOm51bGx9LCJEYXRlRm9ybWF0Ijp7IiRpZCI6IjEzNT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1MSIsIkZvcm1hdCI6MCwiSXNWaXNpYmxlIjpmYWxzZSwiTGFzdEtub3duVmlzaWJpbGl0eVN0YXRlIjpmYWxzZX0sIklzVmlzaWJsZSI6ZmFsc2UsIlZhcmlhbmNlU3R5bGUiOnsiJGlkIjoiMTM1MiIsIlRleHRTdHlsZSI6eyIkaWQiOiIxMzUzIiwiRm9udFNldHRpbmdzIjp7IiRpZCI6IjEzNTQiLCJGb250U2l6ZSI6MTAsIkZvbnROYW1lIjoiQ2FsaWJyaSIsIklzQm9sZCI6ZmFsc2UsIklzSXRhbGljIjpmYWxzZSwiSXNVbmRlcmxpbmVkIjpmYWxzZSwiUGFyZW50U3R5bGUiOm51bGx9LCJBdXRvU2l6ZSI6MCwiRm9yZWdyb3VuZCI6eyIkaWQiOiIxMzU1IiwiQ29sb3IiOnsiJGlkIjoiMTM1Ni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MzU3IiwiVG9wIjowLjAsIkxlZnQiOjAuMCwiUmlnaHQiOjAuMCwiQm90dG9tIjowLjB9LCJQYWRkaW5nIjp7IiRpZCI6IjEzNTgiLCJUb3AiOjAuMCwiTGVmdCI6MC4wLCJSaWdodCI6MC4wLCJCb3R0b20iOjAuMH0sIkJhY2tncm91bmQiOnsiJGlkIjoiMTM1OSIsIkNvbG9yIjp7IiRpZCI6IjEzNjAiLCJBIjoyNTUsIlIiOjAsIkciOjAsIkIiOjB9fSwiSXNWaXNpYmxlIjp0cnVlLCJXaWR0aCI6MC4wLCJIZWlnaHQiOjAuMCwiQm9yZGVyU3R5bGUiOnsiJGlkIjoiMTM2MSIsIkxpbmVDb2xvciI6bnVsbCwiTGluZVdlaWdodCI6MC4wLCJMaW5lVHlwZSI6MCwiUGFyZW50U3R5bGUiOm51bGx9LCJQYXJlbnRTdHlsZSI6bnVsbH0sIlBhcmVudFN0eWxlIjpudWxsfSwiUGFyZW50U3R5bGUiOm51bGx9LCJEZWZhdWx0U3dpbWxhbmVNaWxlc3RvbmVTdHlsZSI6eyIkaWQiOiIxMzYyIiwiVGl0bGVQb3NpdGlvbiI6IkxlZnQiLCJEYXRlUG9zaXRpb24iOiJSaWdodCIsIlZhcmlhbmNlUG9zaXRpb24iOiJSaWdodCIsIlNoYXBlVHlwZSI6MSwiU2hhcGVTaXplIjowLCJTcGFjaW5nIjo1LCJTaGFwZVN0eWxlIjp7IiRpZCI6IjEzNjMiLCJNYXJnaW4iOnsiJGlkIjoiMTM2NCIsIlRvcCI6MC4wLCJMZWZ0IjowLjAsIlJpZ2h0IjowLjAsIkJvdHRvbSI6MC4wfSwiUGFkZGluZyI6eyIkaWQiOiIxMzY1IiwiVG9wIjowLjAsIkxlZnQiOjAuMCwiUmlnaHQiOjAuMCwiQm90dG9tIjowLjB9LCJCYWNrZ3JvdW5kIjp7IiRpZCI6IjEzNjYiLCJDb2xvciI6eyIkaWQiOiIxMzY3IiwiQSI6MjU1LCJSIjoxNSwiRyI6MTU4LCJCIjoyMTN9fSwiSXNWaXNpYmxlIjp0cnVlLCJXaWR0aCI6MTIuMCwiSGVpZ2h0IjoxNC4wLCJCb3JkZXJTdHlsZSI6eyIkaWQiOiIxMzY4IiwiTGluZUNvbG9yIjp7IiRpZCI6IjEzNjkiLCIkdHlwZSI6Ik5MUkUuQ29tbW9uLkRvbS5Tb2xpZENvbG9yQnJ1c2gsIE5MUkUuQ29tbW9uIiwiQ29sb3IiOnsiJGlkIjoiMTM3MCIsIkEiOjI1NSwiUiI6MjM0LCJHIjoyMiwiQiI6MzB9fSwiTGluZVdlaWdodCI6MC4wLCJMaW5lVHlwZSI6MCwiUGFyZW50U3R5bGUiOm51bGx9LCJQYXJlbnRTdHlsZSI6bnVsbH0sIlRpdGxlU3R5bGUiOnsiJGlkIjoiMTM3MSIsIkZvbnRTZXR0aW5ncyI6eyIkaWQiOiIxMzcyIiwiRm9udFNpemUiOjExLCJGb250TmFtZSI6IkNhbGlicmkiLCJJc0JvbGQiOmZhbHNlLCJJc0l0YWxpYyI6ZmFsc2UsIklzVW5kZXJsaW5lZCI6ZmFsc2UsIlBhcmVudFN0eWxlIjpudWxsfSwiQXV0b1NpemUiOjAsIkZvcmVncm91bmQiOnsiJGlkIjoiMTM3MyIsIkNvbG9yIjp7IiRpZCI6IjEzNzQiLCJBIjoyNTUsIlIiOjAsIkciOjAsIkIiOjB9fSwiTWF4V2lkdGgiOjIwMC4wLCJNYXhIZWlnaHQiOiJJbmZpbml0eSIsIlNtYXJ0Rm9yZWdyb3VuZElzQWN0aXZlIjpmYWxzZSwiSG9yaXpvbnRhbEFsaWdubWVudCI6MiwiVmVydGljYWxBbGlnbm1lbnQiOjEsIlNtYXJ0Rm9yZWdyb3VuZCI6bnVsbCwiQmFja2dyb3VuZEZpbGxUeXBlIjowLCJNYXJnaW4iOnsiJGlkIjoiMTM3NSIsIlRvcCI6MC4wLCJMZWZ0IjowLjAsIlJpZ2h0IjowLjAsIkJvdHRvbSI6MC4wfSwiUGFkZGluZyI6eyIkaWQiOiIxMzc2IiwiVG9wIjowLjAsIkxlZnQiOjAuMCwiUmlnaHQiOjAuMCwiQm90dG9tIjowLjB9LCJCYWNrZ3JvdW5kIjp7IiRpZCI6IjEzNzciLCJDb2xvciI6eyIkaWQiOiIxMzc4IiwiQSI6MjU1LCJSIjowLCJHIjowLCJCIjowfX0sIklzVmlzaWJsZSI6dHJ1ZSwiV2lkdGgiOjAuMCwiSGVpZ2h0IjowLjAsIkJvcmRlclN0eWxlIjp7IiRpZCI6IjEzNzkiLCJMaW5lQ29sb3IiOm51bGwsIkxpbmVXZWlnaHQiOjAuMCwiTGluZVR5cGUiOjAsIlBhcmVudFN0eWxlIjpudWxsfSwiUGFyZW50U3R5bGUiOm51bGx9LCJEYXRlU3R5bGUiOnsiJGlkIjoiMTM4MCIsIkZvbnRTZXR0aW5ncyI6eyIkaWQiOiIxMzgxIiwiRm9udFNpemUiOjEwLCJGb250TmFtZSI6IkNhbGlicmkiLCJJc0JvbGQiOmZhbHNlLCJJc0l0YWxpYyI6ZmFsc2UsIklzVW5kZXJsaW5lZCI6ZmFsc2UsIlBhcmVudFN0eWxlIjpudWxsfSwiQXV0b1NpemUiOjAsIkZvcmVncm91bmQiOnsiJGlkIjoiMTM4MiIsIkNvbG9yIjp7IiRpZCI6IjEzODM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M4NCIsIlRvcCI6MC4wLCJMZWZ0IjowLjAsIlJpZ2h0IjowLjAsIkJvdHRvbSI6MC4wfSwiUGFkZGluZyI6eyIkaWQiOiIxMzg1IiwiVG9wIjowLjAsIkxlZnQiOjAuMCwiUmlnaHQiOjAuMCwiQm90dG9tIjowLjB9LCJCYWNrZ3JvdW5kIjp7IiRpZCI6IjEzODYiLCJDb2xvciI6eyIkaWQiOiIxMzg3IiwiQSI6MjU1LCJSIjoxNCwiRyI6NDAsIkIiOjY1fX0sIklzVmlzaWJsZSI6dHJ1ZSwiV2lkdGgiOjAuMCwiSGVpZ2h0IjowLjAsIkJvcmRlclN0eWxlIjp7IiRpZCI6IjEzODgiLCJMaW5lQ29sb3IiOm51bGwsIkxpbmVXZWlnaHQiOjAuMCwiTGluZVR5cGUiOjAsIlBhcmVudFN0eWxlIjpudWxsfSwiUGFyZW50U3R5bGUiOm51bGx9LCJEYXRlRm9ybWF0Ijp7IiRpZCI6IjEzODk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M5MCIsIkZvcm1hdCI6MCwiSXNWaXNpYmxlIjpmYWxzZSwiTGFzdEtub3duVmlzaWJpbGl0eVN0YXRlIjpmYWxzZX0sIklzVmlzaWJsZSI6dHJ1ZSwiVmFyaWFuY2VTdHlsZSI6eyIkaWQiOiIxMzkxIiwiVGV4dFN0eWxlIjp7IiRpZCI6IjEzOTIiLCJGb250U2V0dGluZ3MiOnsiJGlkIjoiMTM5MyIsIkZvbnRTaXplIjoxMCwiRm9udE5hbWUiOiJDYWxpYnJpIiwiSXNCb2xkIjpmYWxzZSwiSXNJdGFsaWMiOmZhbHNlLCJJc1VuZGVybGluZWQiOmZhbHNlLCJQYXJlbnRTdHlsZSI6bnVsbH0sIkF1dG9TaXplIjowLCJGb3JlZ3JvdW5kIjp7IiRpZCI6IjEzOTQiLCJDb2xvciI6eyIkaWQiOiIxMzk1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zOTYiLCJUb3AiOjAuMCwiTGVmdCI6MC4wLCJSaWdodCI6MC4wLCJCb3R0b20iOjAuMH0sIlBhZGRpbmciOnsiJGlkIjoiMTM5NyIsIlRvcCI6MC4wLCJMZWZ0IjowLjAsIlJpZ2h0IjowLjAsIkJvdHRvbSI6MC4wfSwiQmFja2dyb3VuZCI6eyIkaWQiOiIxMzk4IiwiQ29sb3IiOnsiJGlkIjoiMTM5OSIsIkEiOjI1NSwiUiI6MCwiRyI6MCwiQiI6MH19LCJJc1Zpc2libGUiOnRydWUsIldpZHRoIjowLjAsIkhlaWdodCI6MC4wLCJCb3JkZXJTdHlsZSI6eyIkaWQiOiIxNDAwIiwiTGluZUNvbG9yIjpudWxsLCJMaW5lV2VpZ2h0IjowLjAsIkxpbmVUeXBlIjowLCJQYXJlbnRTdHlsZSI6bnVsbH0sIlBhcmVudFN0eWxlIjpudWxsfSwiUGFyZW50U3R5bGUiOm51bGx9LCJQYXJlbnRTdHlsZSI6bnVsbH0sIkRlZmF1bHRTd2ltbGFuZUFjdGl2aXR5U3R5bGUiOnsiJGlkIjoiMTQwMSIsIkhlYWRlclN0eWxlIjp7IiRpZCI6IjE0MDIiLCJUZXh0U3R5bGUiOnsiJGlkIjoiMTQwMyIsIkZvbnRTZXR0aW5ncyI6eyIkaWQiOiIxNDA0IiwiRm9udFNpemUiOjExLCJGb250TmFtZSI6IkNhbGlicmkiLCJJc0JvbGQiOmZhbHNlLCJJc0l0YWxpYyI6ZmFsc2UsIklzVW5kZXJsaW5lZCI6ZmFsc2UsIlBhcmVudFN0eWxlIjpudWxsfSwiQXV0b1NpemUiOjIsIkZvcmVncm91bmQiOnsiJGlkIjoiMTQwNSIsIkNvbG9yIjp7IiRpZCI6IjE0MDY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aWQiOiIxNDA3IiwiVG9wIjowLjAsIkxlZnQiOjAuMCwiUmlnaHQiOjAuMCwiQm90dG9tIjowLjB9LCJQYWRkaW5nIjp7IiRpZCI6IjE0MDgiLCJUb3AiOjAuMCwiTGVmdCI6MC4wLCJSaWdodCI6MC4wLCJCb3R0b20iOjAuMH0sIkJhY2tncm91bmQiOnsiJGlkIjoiMTQwOSIsIkNvbG9yIjp7IiRpZCI6IjE0MTAiLCJBIjoyNTUsIlIiOjAsIkciOjAsIkIiOjB9fSwiSXNWaXNpYmxlIjp0cnVlLCJXaWR0aCI6MC4wLCJIZWlnaHQiOjAuMCwiQm9yZGVyU3R5bGUiOm51bGwsIlBhcmVudFN0eWxlIjpudWxsfSwiUmVjdGFuZ2xlU3R5bGUiOnsiJGlkIjoiMTQxMSIsIk1hcmdpbiI6eyIkaWQiOiIxNDEyIiwiVG9wIjowLjAsIkxlZnQiOjAuMCwiUmlnaHQiOjAuMCwiQm90dG9tIjowLjB9LCJQYWRkaW5nIjp7IiRpZCI6IjE0MTMiLCJUb3AiOjAuMCwiTGVmdCI6MC4wLCJSaWdodCI6MC4wLCJCb3R0b20iOjAuMH0sIkJhY2tncm91bmQiOnsiJGlkIjoiMTQxNCIsIkNvbG9yIjp7IiRpZCI6IjE0MTUiLCJBIjoxMjcsIlIiOjE1LCJHIjoxNTgsIkIiOjIxM319LCJJc1Zpc2libGUiOnRydWUsIldpZHRoIjowLjAsIkhlaWdodCI6MC4wLCJCb3JkZXJTdHlsZSI6eyIkaWQiOiIxNDE2IiwiTGluZUNvbG9yIjp7IiRpZCI6IjE0MTciLCIkdHlwZSI6Ik5MUkUuQ29tbW9uLkRvbS5Tb2xpZENvbG9yQnJ1c2gsIE5MUkUuQ29tbW9uIiwiQ29sb3IiOnsiJGlkIjoiMTQxOCIsIkEiOjI1NSwiUiI6MjU1LCJHIjowLCJCIjowfX0sIkxpbmVXZWlnaHQiOjAuMCwiTGluZVR5cGUiOjAsIlBhcmVudFN0eWxlIjpudWxsfSwiUGFyZW50U3R5bGUiOm51bGx9LCJNYXJnaW4iOnsiJGlkIjoiMTQxOSIsIlRvcCI6MC4wLCJMZWZ0IjowLjAsIlJpZ2h0IjowLjAsIkJvdHRvbSI6MC4wfSwiUGFkZGluZyI6eyIkaWQiOiIxNDIwIiwiVG9wIjowLjAsIkxlZnQiOjAuMCwiUmlnaHQiOjAuMCwiQm90dG9tIjowLjB9LCJCYWNrZ3JvdW5kIjpudWxsLCJJc1Zpc2libGUiOnRydWUsIldpZHRoIjowLjAsIkhlaWdodCI6MC4wLCJCb3JkZXJTdHlsZSI6bnVsbCwiUGFyZW50U3R5bGUiOm51bGx9LCJCYWNrZ3JvdW5kU3R5bGUiOnsiJGlkIjoiMTQyMSIsIk1hcmdpbiI6eyIkaWQiOiIxNDIyIiwiVG9wIjowLjAsIkxlZnQiOjAuMCwiUmlnaHQiOjAuMCwiQm90dG9tIjowLjB9LCJQYWRkaW5nIjp7IiRpZCI6IjE0MjMiLCJUb3AiOjAuMCwiTGVmdCI6MC4wLCJSaWdodCI6MC4wLCJCb3R0b20iOjAuMH0sIkJhY2tncm91bmQiOnsiJGlkIjoiMTQyNCIsIkNvbG9yIjp7IiRpZCI6IjE0MjUiLCJBIjo1MSwiUiI6MjAwLCJHIjoyMDAsIkIiOjIwMH19LCJJc1Zpc2libGUiOnRydWUsIldpZHRoIjowLjAsIkhlaWdodCI6MC4wLCJCb3JkZXJTdHlsZSI6eyIkaWQiOiIxNDI2IiwiTGluZUNvbG9yIjp7IiRpZCI6IjE0MjciLCIkdHlwZSI6Ik5MUkUuQ29tbW9uLkRvbS5Tb2xpZENvbG9yQnJ1c2gsIE5MUkUuQ29tbW9uIiwiQ29sb3IiOnsiJGlkIjoiMTQyOCIsIkEiOjI1NSwiUiI6MjM0LCJHIjoyMiwiQiI6MzB9fSwiTGluZVdlaWdodCI6MC4wLCJMaW5lVHlwZSI6MCwiUGFyZW50U3R5bGUiOm51bGx9LCJQYXJlbnRTdHlsZSI6bnVsbH0sIk1hcmdpbiI6eyIkaWQiOiIxNDI5IiwiVG9wIjowLjAsIkxlZnQiOjAuMCwiUmlnaHQiOjAuMCwiQm90dG9tIjowLjB9LCJQYWRkaW5nIjp7IiRpZCI6IjE0MzAiLCJUb3AiOjAuMCwiTGVmdCI6MC4wLCJSaWdodCI6MC4wLCJCb3R0b20iOjAuMH0sIklzVmlzaWJsZSI6dHJ1ZSwiV2lkdGgiOjAuMCwiSGVpZ2h0IjowLjAsIkJvcmRlclN0eWxlIjp7IiRpZCI6IjE0MzEiLCJMaW5lQ29sb3IiOm51bGwsIkxpbmVXZWlnaHQiOjAuMCwiTGluZVR5cGUiOjAsIlBhcmVudFN0eWxlIjpudWxsfSwiUGFyZW50U3R5bGUiOm51bGx9LCJNYXJnaW4iOnsiJGlkIjoiMTQzMiIsIlRvcCI6MC4wLCJMZWZ0IjowLjAsIlJpZ2h0IjowLjAsIkJvdHRvbSI6MC4wfSwiUGFkZGluZyI6eyIkaWQiOiIxNDMzIiwiVG9wIjowLjAsIkxlZnQiOjAuMCwiUmlnaHQiOjAuMCwiQm90dG9tIjowLjB9LCJJc1Zpc2libGUiOnRydWUsIldpZHRoIjowLjAsIkhlaWdodCI6MC4wLCJCb3JkZXJTdHlsZSI6eyIkaWQiOiIxNDM0IiwiTGluZUNvbG9yIjpudWxsLCJMaW5lV2VpZ2h0IjowLjAsIkxpbmVUeXBlIjowLCJQYXJlbnRTdHlsZSI6bnVsbH0sIlBhcmVudFN0eWxlIjpudWxsfV0sIkNvbmRpdGlvbmFsRm9ybWF0dGluZyI6eyIkaWQiOiIxNDM1IiwiUHZBRm9ybWF0dGluZyI6eyIkaWQiOiIxNDM2IiwiRGVsYXlUYXNrU3R5bGUiOnsiJGlkIjoiMTQzNyIsIlN0eWxlT3B0aW9ucyI6MjQsIlRpdGxlRm9yZWdyb3VuZCI6eyIkaWQiOiIxNDM4IiwiQ29sb3IiOnsiJGlkIjoiMTQzOSIsIkEiOjI1NSwiUiI6MTc1LCJHIjowLCJCIjowfX0sIkFjdHVhbFNoYXBlc0JhY2tncm91bmQiOnsiJGlkIjoiMTQ0MCIsIkNvbG9yIjp7IiRpZCI6IjE0NDEiLCJBIjo2MiwiUiI6MjU1LCJHIjowLCJCIjowfX0sIkFjdHVhbFNoYXBlc0JvcmRlclN0eWxlIjp7IiRpZCI6IjE0NDIiLCJMaW5lQ29sb3IiOnsiJGlkIjoiMTQ0MyIsIiR0eXBlIjoiTkxSRS5Db21tb24uRG9tLlNvbGlkQ29sb3JCcnVzaCwgTkxSRS5Db21tb24iLCJDb2xvciI6eyIkaWQiOiIxNDQ0IiwiQSI6MTYzLCJSIjoyNTUsIkciOjAsIkIiOjB9fSwiTGluZVdlaWdodCI6My4wLCJMaW5lVHlwZSI6MCwiUGFyZW50U3R5bGUiOm51bGx9LCJCYXNlbGluZVNoYXBlc0JhY2tncm91bmQiOnsiJGlkIjoiMTQ0NSIsIkNvbG9yIjp7IiRpZCI6IjE0NDYiLCJBIjoxODQsIlIiOjI1NSwiRyI6MCwiQiI6MH19LCJWYXJpYW5jZUZvcmVncm91bmQiOnsiJGlkIjoiMTQ0NyIsIkNvbG9yIjp7IiRpZCI6IjE0NDgiLCJBIjoyNTUsIlIiOjE3NSwiRyI6MCwiQiI6MH19LCJJc1Zpc2libGUiOnRydWV9LCJEZWxheU1pbGVzdG9uZVN0eWxlIjp7IiRpZCI6IjE0NDkiLCJTdHlsZU9wdGlvbnMiOjE4LCJUaXRsZUZvcmVncm91bmQiOnsiJGlkIjoiMTQ1MCIsIkNvbG9yIjp7IiRpZCI6IjE0NTEiLCJBIjoyNTUsIlIiOjE3NSwiRyI6MCwiQiI6MH19LCJBY3R1YWxTaGFwZXNCYWNrZ3JvdW5kIjp7IiRpZCI6IjE0NTIiLCJDb2xvciI6eyIkaWQiOiIxNDUzIiwiQSI6MjU1LCJSIjoyMjIsIkciOjgwLCJCIjo1MH19LCJBY3R1YWxTaGFwZXNCb3JkZXJTdHlsZSI6eyIkaWQiOiIxNDU0IiwiTGluZUNvbG9yIjp7IiRpZCI6IjE0NTUiLCIkdHlwZSI6Ik5MUkUuQ29tbW9uLkRvbS5Tb2xpZENvbG9yQnJ1c2gsIE5MUkUuQ29tbW9uIiwiQ29sb3IiOnsiJGlkIjoiMTQ1NiIsIkEiOjE2MywiUiI6MjU1LCJHIjowLCJCIjowfX0sIkxpbmVXZWlnaHQiOjMuMCwiTGluZVR5cGUiOjAsIlBhcmVudFN0eWxlIjpudWxsfSwiQmFzZWxpbmVTaGFwZXNCYWNrZ3JvdW5kIjp7IiRpZCI6IjE0NTciLCJDb2xvciI6eyIkaWQiOiIxNDU4IiwiQSI6MTg0LCJSIjoyNTUsIkciOjAsIkIiOjB9fSwiVmFyaWFuY2VGb3JlZ3JvdW5kIjp7IiRpZCI6IjE0NTkiLCJDb2xvciI6eyIkaWQiOiIxNDYwIiwiQSI6MjU1LCJSIjoxNzUsIkciOjAsIkIiOjB9fSwiSXNWaXNpYmxlIjp0cnVlfSwiQWR2YW5jZVRhc2tTdHlsZSI6eyIkaWQiOiIxNDYxIiwiU3R5bGVPcHRpb25zIjoyNCwiVGl0bGVGb3JlZ3JvdW5kIjp7IiRpZCI6IjE0NjIiLCJDb2xvciI6eyIkaWQiOiIxNDYzIiwiQSI6MjU1LCJSIjowLCJHIjoxMTAsIkIiOjB9fSwiQWN0dWFsU2hhcGVzQmFja2dyb3VuZCI6eyIkaWQiOiIxNDY0IiwiQ29sb3IiOnsiJGlkIjoiMTQ2NSIsIkEiOjYxLCJSIjowLCJHIjoxMjgsIkIiOjB9fSwiQWN0dWFsU2hhcGVzQm9yZGVyU3R5bGUiOnsiJGlkIjoiMTQ2NiIsIkxpbmVDb2xvciI6eyIkaWQiOiIxNDY3IiwiJHR5cGUiOiJOTFJFLkNvbW1vbi5Eb20uU29saWRDb2xvckJydXNoLCBOTFJFLkNvbW1vbiIsIkNvbG9yIjp7IiRpZCI6IjE0NjgiLCJBIjoxNjMsIlIiOjAsIkciOjEyOCwiQiI6MH19LCJMaW5lV2VpZ2h0IjozLjAsIkxpbmVUeXBlIjowLCJQYXJlbnRTdHlsZSI6bnVsbH0sIkJhc2VsaW5lU2hhcGVzQmFja2dyb3VuZCI6eyIkaWQiOiIxNDY5IiwiQ29sb3IiOnsiJGlkIjoiMTQ3MCIsIkEiOjE4NCwiUiI6MCwiRyI6MTI4LCJCIjowfX0sIlZhcmlhbmNlRm9yZWdyb3VuZCI6eyIkaWQiOiIxNDcxIiwiQ29sb3IiOnsiJGlkIjoiMTQ3MiIsIkEiOjI1NSwiUiI6MCwiRyI6MTEwLCJCIjowfX0sIklzVmlzaWJsZSI6dHJ1ZX0sIkFkdmFuY2VNaWxlc3RvbmVTdHlsZSI6eyIkaWQiOiIxNDczIiwiU3R5bGVPcHRpb25zIjoxOCwiVGl0bGVGb3JlZ3JvdW5kIjp7IiRpZCI6IjE0NzQiLCJDb2xvciI6eyIkaWQiOiIxNDc1IiwiQSI6MjU1LCJSIjowLCJHIjoxMTAsIkIiOjB9fSwiQWN0dWFsU2hhcGVzQmFja2dyb3VuZCI6eyIkaWQiOiIxNDc2IiwiQ29sb3IiOnsiJGlkIjoiMTQ3NyIsIkEiOjI1NSwiUiI6MjAsIkciOjEwMCwiQiI6MH19LCJBY3R1YWxTaGFwZXNCb3JkZXJTdHlsZSI6eyIkaWQiOiIxNDc4IiwiTGluZUNvbG9yIjp7IiRpZCI6IjE0NzkiLCIkdHlwZSI6Ik5MUkUuQ29tbW9uLkRvbS5Tb2xpZENvbG9yQnJ1c2gsIE5MUkUuQ29tbW9uIiwiQ29sb3IiOnsiJGlkIjoiMTQ4MCIsIkEiOjE2MywiUiI6MCwiRyI6MTI4LCJCIjowfX0sIkxpbmVXZWlnaHQiOjMuMCwiTGluZVR5cGUiOjAsIlBhcmVudFN0eWxlIjpudWxsfSwiQmFzZWxpbmVTaGFwZXNCYWNrZ3JvdW5kIjp7IiRpZCI6IjE0ODEiLCJDb2xvciI6eyIkaWQiOiIxNDgyIiwiQSI6MTg0LCJSIjowLCJHIjoxMjgsIkIiOjB9fSwiVmFyaWFuY2VGb3JlZ3JvdW5kIjp7IiRpZCI6IjE0ODMiLCJDb2xvciI6eyIkaWQiOiIxNDg0IiwiQSI6MjU1LCJSIjowLCJHIjoxMTAsIkIiOjB9fSwiSXNWaXNpYmxlIjp0cnVlfX0sIlZhcmlhbmNlRGlzcGxheVNldHRpbmdzIjp7IiRpZCI6IjE0ODUiLCJUYXNrVmFyaWFuY2VEaXNwbGF5T3B0aW9ucyI6eyIkaWQiOiIxNDg2IiwiU2hvd0RlbGF5VmFyaWFuY2UiOnRydWUsIlNob3dBZHZhbmNlVmFyaWFuY2UiOnRydWUsIlNob3dfMF9WYXJpYW5jZSI6ZmFsc2V9LCJNaWxlc3RvbmVWYXJpYW5jZURpc3BsYXlPcHRpb25zIjp7IiRpZCI6IjE0ODciLCJTaG93RGVsYXlWYXJpYW5jZSI6dHJ1ZSwiU2hvd0FkdmFuY2VWYXJpYW5jZSI6dHJ1ZSwiU2hvd18wX1ZhcmlhbmNlIjpmYWxzZX19fX0sIlNjYWxlIjpudWxsLCJTY2FsZVYyIjp7IiRpZCI6IjE0ODgiLCJTdGFydERhdGUiOiIwMDAxLTAxLTAxVDAwOjAwOjAwIiwiRW5kRGF0ZSI6IjIwMjYtMDktMzBUMjM6NTk6MDAiLCJBdXRvRGF0ZVJhbmdlIjp0cnVlLCJXb3JraW5nRGF5cyI6MzEsIkZpc2NhbFllYXIiOnsiJGlkIjoiMTQ4OSIsIlN0YXJ0TW9udGgiOjEsIlVzZVN0YXJ0aW5nWWVhckZvck51bWJlcmluZyI6dHJ1ZSwiU2hvd0Zpc2NhbFllYXJMYWJlbCI6dHJ1ZX0sIlRvZGF5TWFya2VyVGV4dCI6IlRvZGF5IiwiQXV0b1NjYWxlVHlwZSI6dHJ1ZSwiVGltZWJhbmRTY2FsZXMiOnsiJGlkIjoiMTQ5MCIsIlRvcFNjYWxlTGF5ZXIiOnsiJGlkIjoiMTQ5MSIsIkZvcm1hdCI6Ik1NTSIsIlR5cGUiOjIsIkdyb3VwaW5nSW50ZXJ2YWxzIjp7IiRpZCI6IjE0OTIiLCJJc1NldCI6ZmFsc2UsIkdyb3VwaW5nU3RlcENvdW50IjoxfX0sIk1pZGRsZVNjYWxlTGF5ZXIiOnsiJGlkIjoiMTQ5MyIsIkZvcm1hdCI6bnVsbCwiVHlwZSI6MCwiR3JvdXBpbmdJbnRlcnZhbHMiOnsiJGlkIjoiMTQ5NCIsIklzU2V0IjpmYWxzZSwiR3JvdXBpbmdTdGVwQ291bnQiOjF9fSwiQm90dG9tU2NhbGVMYXllciI6eyIkaWQiOiIxNDk1IiwiRm9ybWF0IjpudWxsLCJUeXBlIjowLCJHcm91cGluZ0ludGVydmFscyI6eyIkaWQiOiIxNDk2IiwiSXNTZXQiOmZhbHNlLCJHcm91cGluZ1N0ZXBDb3VudCI6MX19fX0sIk1pbGVzdG9uZXMiOltdLCJUYXNrcyI6W3siJGlkIjoiMTQ5NyIsIkdyb3VwTmFtZSI6bnVsbCwiU3RhcnREYXRlIjoiMjAyNi0wOC0xMlQwMDowMDowMFoiLCJFbmREYXRlIjoiMjAyNi0wOC0xMlQyMzo1OTowMFoiLCJQZXJjZW50YWdlQ29tcGxldGUiOm51bGwsIlN0eWxlIjp7IiRpZCI6IjE0OTgiLCJTaGFwZSI6MSwiU2hhcGVUaGlja25lc3MiOjAsIkR1cmF0aW9uRm9ybWF0IjowLCJJbmNsdWRlTm9uV29ya2luZ0RheXNJbkR1cmF0aW9uIjpmYWxzZSwiUGVyY2VudGFnZUNvbXBsZXRlU3R5bGUiOnsiJGlkIjoiMTQ5OSIsIkZvbnRTZXR0aW5ncyI6eyIkaWQiOiIxNTAwIiwiRm9udFNpemUiOjEwLCJGb250TmFtZSI6IkNhbGlicmkiLCJJc0JvbGQiOmZhbHNlLCJJc0l0YWxpYyI6ZmFsc2UsIklzVW5kZXJsaW5lZCI6ZmFsc2UsIlBhcmVudFN0eWxlIjpudWxsfSwiQXV0b1NpemUiOjAsIkZvcmVncm91bmQiOnsiJGlkIjoiMTUwMSIsIkNvbG9yIjp7IiRpZCI6IjE1MDI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UwMyIsIlRvcCI6MC4wLCJMZWZ0IjowLjAsIlJpZ2h0IjowLjAsIkJvdHRvbSI6MC4wfSwiUGFkZGluZyI6eyIkaWQiOiIxNTA0IiwiVG9wIjowLjAsIkxlZnQiOjAuMCwiUmlnaHQiOjAuMCwiQm90dG9tIjowLjB9LCJCYWNrZ3JvdW5kIjp7IiRpZCI6IjE1MDUiLCJDb2xvciI6eyIkaWQiOiIxNTA2IiwiQSI6ODksIlIiOjAsIkciOjAsIkIiOjB9fSwiSXNWaXNpYmxlIjp0cnVlLCJXaWR0aCI6MC4wLCJIZWlnaHQiOjAuMCwiQm9yZGVyU3R5bGUiOnsiJGlkIjoiMTUwNyIsIkxpbmVDb2xvciI6bnVsbCwiTGluZVdlaWdodCI6MC4wLCJMaW5lVHlwZSI6MCwiUGFyZW50U3R5bGUiOm51bGx9LCJQYXJlbnRTdHlsZSI6bnVsbH0sIkR1cmF0aW9uU3R5bGUiOnsiJGlkIjoiMTUwOCIsIkZvbnRTZXR0aW5ncyI6eyIkaWQiOiIxNTA5IiwiRm9udFNpemUiOjEwLCJGb250TmFtZSI6IkNhbGlicmkiLCJJc0JvbGQiOmZhbHNlLCJJc0l0YWxpYyI6ZmFsc2UsIklzVW5kZXJsaW5lZCI6ZmFsc2UsIlBhcmVudFN0eWxlIjpudWxsfSwiQXV0b1NpemUiOjAsIkZvcmVncm91bmQiOnsiJGlkIjoiMTUxMCIsIkNvbG9yIjp7IiRpZCI6IjE1MTE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NTEyIiwiVG9wIjowLjAsIkxlZnQiOjAuMCwiUmlnaHQiOjAuMCwiQm90dG9tIjowLjB9LCJQYWRkaW5nIjp7IiRpZCI6IjE1MTMiLCJUb3AiOjAuMCwiTGVmdCI6MC4wLCJSaWdodCI6MC4wLCJCb3R0b20iOjAuMH0sIkJhY2tncm91bmQiOnsiJGlkIjoiMTUxNCIsIkNvbG9yIjp7IiRpZCI6IjE1MTUiLCJBIjoyNTUsIlIiOjIzNywiRyI6MTI1LCJCIjo0OX19LCJJc1Zpc2libGUiOnRydWUsIldpZHRoIjowLjAsIkhlaWdodCI6MC4wLCJCb3JkZXJTdHlsZSI6eyIkaWQiOiIxNTE2IiwiTGluZUNvbG9yIjpudWxsLCJMaW5lV2VpZ2h0IjowLjAsIkxpbmVUeXBlIjowLCJQYXJlbnRTdHlsZSI6bnVsbH0sIlBhcmVudFN0eWxlIjpudWxsfSwiSG9yaXpvbnRhbENvbm5lY3RvclN0eWxlIjp7IiRpZCI6IjE1MTciLCJMaW5lQ29sb3IiOnsiJGlkIjoiMTUxOCIsIiR0eXBlIjoiTkxSRS5Db21tb24uRG9tLlNvbGlkQ29sb3JCcnVzaCwgTkxSRS5Db21tb24iLCJDb2xvciI6eyIkaWQiOiIxNTE5IiwiQSI6NTEsIlIiOjIxLCJHIjo5NiwiQiI6MTMwfX0sIkxpbmVXZWlnaHQiOjEuMCwiTGluZVR5cGUiOjAsIlBhcmVudFN0eWxlIjpudWxsfSwiVmVydGljYWxDb25uZWN0b3JTdHlsZSI6eyIkaWQiOiIxNTIwIiwiTGluZUNvbG9yIjp7IiRpZCI6IjE1MjEiLCIkdHlwZSI6Ik5MUkUuQ29tbW9uLkRvbS5Tb2xpZENvbG9yQnJ1c2gsIE5MUkUuQ29tbW9uIiwiQ29sb3IiOnsiJGlkIjoiMTUyMiIsIkEiOjUxLCJSIjoyMSwiRyI6OTYsIkIiOjEzMH19LCJMaW5lV2VpZ2h0IjowLjAsIkxpbmVUeXBlIjowLCJQYXJlbnRTdHlsZSI6bnVsbH0sIk1hcmdpbiI6bnVsbCwiU3RhcnREYXRlUG9zaXRpb24iOjQsIkVuZERhdGVQb3NpdGlvbiI6NCwiRGF0ZUlzVmlzaWJsZSI6dHJ1ZSwiVGl0bGVQb3NpdGlvbiI6NSwiRHVyYXRpb25Qb3NpdGlvbiI6NiwiUGVyY2VudGFnZUNvbXBsZXRlZFBvc2l0aW9uIjo2LCJWYXJpYW5jZVBvc2l0aW9uIjo2LCJTcGFjaW5nIjozLCJJc0JlbG93VGltZWJhbmQiOnRydWUsIlBlcmNlbnRhZ2VDb21wbGV0ZVNoYXBlT3BhY2l0eSI6MzUsIkJhc2VsaW5lU3R5bGUiOnsiJGlkIjoiMTUyMyIsIlNoYXBlU3R5bGUiOnsiJGlkIjoiMTUyNCIsIk1hcmdpbiI6eyIkaWQiOiIxNTI1IiwiVG9wIjowLjAsIkxlZnQiOjAuMCwiUmlnaHQiOjAuMCwiQm90dG9tIjowLjB9LCJQYWRkaW5nIjp7IiRpZCI6IjE1MjYiLCJUb3AiOjAuMCwiTGVmdCI6MC4wLCJSaWdodCI6MC4wLCJCb3R0b20iOjAuMH0sIkJhY2tncm91bmQiOnsiJGlkIjoiMTUyNyIsIkNvbG9yIjp7IiRpZCI6IjE1MjgiLCJBIjoxNTMsIlIiOjAsIkciOjAsIkIiOjB9fSwiSXNWaXNpYmxlIjp0cnVlLCJXaWR0aCI6MC4wLCJIZWlnaHQiOjAuMCwiQm9yZGVyU3R5bGUiOm51bGwsIlBhcmVudFN0eWxlIjpudWxsfSwiTWFyZ2luIjp7IiRpZCI6IjE1MjkiLCJUb3AiOjAuMCwiTGVmdCI6MC4wLCJSaWdodCI6MC4wLCJCb3R0b20iOjAuMH0sIlBhZGRpbmciOnsiJGlkIjoiMTUzMCIsIlRvcCI6MC4wLCJMZWZ0IjowLjAsIlJpZ2h0IjowLjAsIkJvdHRvbSI6MC4wfSwiQmFja2dyb3VuZCI6bnVsbCwiSXNWaXNpYmxlIjp0cnVlLCJXaWR0aCI6MC4wLCJIZWlnaHQiOjAuMCwiQm9yZGVyU3R5bGUiOm51bGwsIlBhcmVudFN0eWxlIjpudWxsfSwiU2hhcGVTdHlsZSI6eyIkaWQiOiIxNTMxIiwiTWFyZ2luIjp7IiRpZCI6IjE1MzIiLCJUb3AiOjAuMCwiTGVmdCI6NC4wLCJSaWdodCI6NC4wLCJCb3R0b20iOjAuMH0sIlBhZGRpbmciOnsiJGlkIjoiMTUzMyIsIlRvcCI6MC4wLCJMZWZ0IjowLjAsIlJpZ2h0IjowLjAsIkJvdHRvbSI6MC4wfSwiQmFja2dyb3VuZCI6eyIkaWQiOiIxNTM0IiwiQ29sb3IiOnsiJGlkIjoiMTUzNSIsIkEiOjI1NSwiUiI6MjMzLCJHIjoxMTMsIkIiOjUwfX0sIklzVmlzaWJsZSI6dHJ1ZSwiV2lkdGgiOjEzLjAsIkhlaWdodCI6MTAuMCwiQm9yZGVyU3R5bGUiOnsiJGlkIjoiMTUzNiIsIkxpbmVDb2xvciI6eyIkaWQiOiIxNTM3IiwiJHR5cGUiOiJOTFJFLkNvbW1vbi5Eb20uU29saWRDb2xvckJydXNoLCBOTFJFLkNvbW1vbiIsIkNvbG9yIjp7IiRpZCI6IjE1MzgiLCJBIjoyNTUsIlIiOjI1NSwiRyI6MjU1LCJCIjoyNTV9fSwiTGluZVdlaWdodCI6MC4wLCJMaW5lVHlwZSI6MCwiUGFyZW50U3R5bGUiOm51bGx9LCJQYXJlbnRTdHlsZSI6bnVsbH0sIlRpdGxlU3R5bGUiOnsiJGlkIjoiMTUzOSIsIkZvbnRTZXR0aW5ncyI6eyIkaWQiOiIxNTQwIiwiRm9udFNpemUiOjExLCJGb250TmFtZSI6IkNhbGlicmkiLCJJc0JvbGQiOmZhbHNlLCJJc0l0YWxpYyI6ZmFsc2UsIklzVW5kZXJsaW5lZCI6ZmFsc2UsIlBhcmVudFN0eWxlIjpudWxsfSwiQXV0b1NpemUiOjAsIkZvcmVncm91bmQiOnsiJGlkIjoiMTU0MSIsIkNvbG9yIjp7IiRpZCI6IjE1NDI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TU0MyIsIlRvcCI6MC4wLCJMZWZ0IjowLjAsIlJpZ2h0IjowLjAsIkJvdHRvbSI6MC4wfSwiUGFkZGluZyI6eyIkaWQiOiIxNTQ0IiwiVG9wIjowLjAsIkxlZnQiOjAuMCwiUmlnaHQiOjAuMCwiQm90dG9tIjowLjB9LCJCYWNrZ3JvdW5kIjp7IiRpZCI6IjE1NDUiLCJDb2xvciI6eyIkaWQiOiIxNTQ2IiwiQSI6MCwiUiI6MjU1LCJHIjoyNTUsIkIiOjI1NX19LCJJc1Zpc2libGUiOnRydWUsIldpZHRoIjowLjAsIkhlaWdodCI6MC4wLCJCb3JkZXJTdHlsZSI6eyIkaWQiOiIxNTQ3IiwiTGluZUNvbG9yIjpudWxsLCJMaW5lV2VpZ2h0IjowLjAsIkxpbmVUeXBlIjowLCJQYXJlbnRTdHlsZSI6bnVsbH0sIlBhcmVudFN0eWxlIjpudWxsfSwiRGF0ZVN0eWxlIjp7IiRpZCI6IjE1NDgiLCJGb250U2V0dGluZ3MiOnsiJGlkIjoiMTU0OSIsIkZvbnRTaXplIjoxMCwiRm9udE5hbWUiOiJDYWxpYnJpIiwiSXNCb2xkIjpmYWxzZSwiSXNJdGFsaWMiOmZhbHNlLCJJc1VuZGVybGluZWQiOmZhbHNlLCJQYXJlbnRTdHlsZSI6bnVsbH0sIkF1dG9TaXplIjowLCJGb3JlZ3JvdW5kIjp7IiRpZCI6IjE1NTAiLCJDb2xvciI6eyIkaWQiOiIxNTUx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1NTIiLCJUb3AiOjAuMCwiTGVmdCI6MC4wLCJSaWdodCI6MC4wLCJCb3R0b20iOjAuMH0sIlBhZGRpbmciOnsiJGlkIjoiMTU1MyIsIlRvcCI6MC4wLCJMZWZ0IjowLjAsIlJpZ2h0IjowLjAsIkJvdHRvbSI6MC4wfSwiQmFja2dyb3VuZCI6eyIkaWQiOiIxNTU0IiwiQ29sb3IiOnsiJGlkIjoiMTU1NSIsIkEiOjAsIlIiOjI1NSwiRyI6MjU1LCJCIjoyNTV9fSwiSXNWaXNpYmxlIjp0cnVlLCJXaWR0aCI6MC4wLCJIZWlnaHQiOjAuMCwiQm9yZGVyU3R5bGUiOnsiJGlkIjoiMTU1NiIsIkxpbmVDb2xvciI6bnVsbCwiTGluZVdlaWdodCI6MC4wLCJMaW5lVHlwZSI6MCwiUGFyZW50U3R5bGUiOm51bGx9LCJQYXJlbnRTdHlsZSI6bnVsbH0sIkRhdGVGb3JtYXQiOnsiJGlkIjoiMTU1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U4IiwiRm9ybWF0IjowLCJJc1Zpc2libGUiOmZhbHNlLCJMYXN0S25vd25WaXNpYmlsaXR5U3RhdGUiOmZhbHNlfSwiSXNWaXNpYmxlIjpmYWxzZSwiVmFyaWFuY2VTdHlsZSI6eyIkaWQiOiIxNTU5IiwiVGV4dFN0eWxlIjp7IiRpZCI6IjE1NjAiLCJGb250U2V0dGluZ3MiOnsiJGlkIjoiMTU2MSIsIkZvbnRTaXplIjoxMCwiRm9udE5hbWUiOiJDYWxpYnJpIiwiSXNCb2xkIjpmYWxzZSwiSXNJdGFsaWMiOmZhbHNlLCJJc1VuZGVybGluZWQiOmZhbHNlLCJQYXJlbnRTdHlsZSI6bnVsbH0sIkF1dG9TaXplIjowLCJGb3JlZ3JvdW5kIjp7IiRpZCI6IjE1NjIiLCJDb2xvciI6eyIkaWQiOiIxNT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1NjQiLCJUb3AiOjAuMCwiTGVmdCI6MC4wLCJSaWdodCI6MC4wLCJCb3R0b20iOjAuMH0sIlBhZGRpbmciOnsiJGlkIjoiMTU2NSIsIlRvcCI6MC4wLCJMZWZ0IjowLjAsIlJpZ2h0IjowLjAsIkJvdHRvbSI6MC4wfSwiQmFja2dyb3VuZCI6eyIkaWQiOiIxNTY2IiwiQ29sb3IiOnsiJGlkIjoiMTU2NyIsIkEiOjI1NSwiUiI6MCwiRyI6MCwiQiI6MH19LCJJc1Zpc2libGUiOnRydWUsIldpZHRoIjowLjAsIkhlaWdodCI6MC4wLCJCb3JkZXJTdHlsZSI6eyIkaWQiOiIxNTY4IiwiTGluZUNvbG9yIjpudWxsLCJMaW5lV2VpZ2h0IjowLjAsIkxpbmVUeXBlIjowLCJQYXJlbnRTdHlsZSI6bnVsbH0sIlBhcmVudFN0eWxlIjpudWxsfSwiUGFyZW50U3R5bGUiOm51bGx9LCJQYXJlbnRTdHlsZSI6bnVsbH0sIkluZGV4IjowLCJTbWFydER1cmF0aW9uQWN0aXZhdGVkIjpmYWxzZSwiRGF0ZUZvcm1hdCI6eyIkcmVmIjoiMTU1NyJ9LCJXZWVrTnVtYmVyaW5nIjp7IiRpZCI6IjE1NjkiLCJGb3JtYXQiOjAsIklzVmlzaWJsZSI6ZmFsc2UsIkxhc3RLbm93blZpc2liaWxpdHlTdGF0ZSI6ZmFsc2V9LCJCYXNlbGluZURhdGEiOnsiJGlkIjoiMTU3MCIsIlN0YXJ0RGF0ZSI6IjIwMjYtMDgtMTJUMDA6MDA6MDAiLCJFbmREYXRlIjoiMjAyNi0wOC0xMlQyMzo1OTowMCJ9LCJJZCI6IjAxM2ZiOTM2LTk3YzItNDVjNC1iN2JmLWExOWVkNzhmNTZlZSIsIkltcG9ydElkIjpudWxsLCJUaXRsZSI6IlNpZGUgT3JpZW50IE9yaW4gVXNiIENvbm5lY3RvcnMgKE5pY29sYSkiLCJOb3RlIjpudWxsLCJIeXBlcmxpbmsiOnsiJGlkIjoiMTU3MSIsIkFkZHJlc3MiOiIiLCJTdWJBZGRyZXNzIjoiIn0sIklzQ2hhbmdlZCI6ZmFsc2UsIklzTmV3IjpmYWxzZX0seyIkaWQiOiIxNTcyIiwiR3JvdXBOYW1lIjpudWxsLCJTdGFydERhdGUiOiIyMDI2LTA4LTEzVDAwOjAwOjAwWiIsIkVuZERhdGUiOiIyMDI2LTA4LTEzVDIzOjU5OjAwWiIsIlBlcmNlbnRhZ2VDb21wbGV0ZSI6bnVsbCwiU3R5bGUiOnsiJGlkIjoiMTU3MyIsIlNoYXBlIjoxLCJTaGFwZVRoaWNrbmVzcyI6MCwiRHVyYXRpb25Gb3JtYXQiOjAsIkluY2x1ZGVOb25Xb3JraW5nRGF5c0luRHVyYXRpb24iOmZhbHNlLCJQZXJjZW50YWdlQ29tcGxldGVTdHlsZSI6eyIkaWQiOiIxNTc0IiwiRm9udFNldHRpbmdzIjp7IiRpZCI6IjE1NzUiLCJGb250U2l6ZSI6MTAsIkZvbnROYW1lIjoiQ2FsaWJyaSIsIklzQm9sZCI6ZmFsc2UsIklzSXRhbGljIjpmYWxzZSwiSXNVbmRlcmxpbmVkIjpmYWxzZSwiUGFyZW50U3R5bGUiOm51bGx9LCJBdXRvU2l6ZSI6MCwiRm9yZWdyb3VuZCI6eyIkaWQiOiIxNTc2IiwiQ29sb3IiOnsiJGlkIjoiMTU3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Tc4IiwiVG9wIjowLjAsIkxlZnQiOjAuMCwiUmlnaHQiOjAuMCwiQm90dG9tIjowLjB9LCJQYWRkaW5nIjp7IiRpZCI6IjE1NzkiLCJUb3AiOjAuMCwiTGVmdCI6MC4wLCJSaWdodCI6MC4wLCJCb3R0b20iOjAuMH0sIkJhY2tncm91bmQiOnsiJGlkIjoiMTU4MCIsIkNvbG9yIjp7IiRpZCI6IjE1ODEiLCJBIjo4OSwiUiI6MCwiRyI6MCwiQiI6MH19LCJJc1Zpc2libGUiOnRydWUsIldpZHRoIjowLjAsIkhlaWdodCI6MC4wLCJCb3JkZXJTdHlsZSI6eyIkaWQiOiIxNTgyIiwiTGluZUNvbG9yIjpudWxsLCJMaW5lV2VpZ2h0IjowLjAsIkxpbmVUeXBlIjowLCJQYXJlbnRTdHlsZSI6bnVsbH0sIlBhcmVudFN0eWxlIjpudWxsfSwiRHVyYXRpb25TdHlsZSI6eyIkaWQiOiIxNTgzIiwiRm9udFNldHRpbmdzIjp7IiRpZCI6IjE1ODQiLCJGb250U2l6ZSI6MTAsIkZvbnROYW1lIjoiQ2FsaWJyaSIsIklzQm9sZCI6ZmFsc2UsIklzSXRhbGljIjpmYWxzZSwiSXNVbmRlcmxpbmVkIjpmYWxzZSwiUGFyZW50U3R5bGUiOm51bGx9LCJBdXRvU2l6ZSI6MCwiRm9yZWdyb3VuZCI6eyIkaWQiOiIxNTg1IiwiQ29sb3IiOnsiJGlkIjoiMTU4Ni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1ODciLCJUb3AiOjAuMCwiTGVmdCI6MC4wLCJSaWdodCI6MC4wLCJCb3R0b20iOjAuMH0sIlBhZGRpbmciOnsiJGlkIjoiMTU4OCIsIlRvcCI6MC4wLCJMZWZ0IjowLjAsIlJpZ2h0IjowLjAsIkJvdHRvbSI6MC4wfSwiQmFja2dyb3VuZCI6eyIkaWQiOiIxNTg5IiwiQ29sb3IiOnsiJGlkIjoiMTU5MCIsIkEiOjI1NSwiUiI6MjM3LCJHIjoxMjUsIkIiOjQ5fX0sIklzVmlzaWJsZSI6dHJ1ZSwiV2lkdGgiOjAuMCwiSGVpZ2h0IjowLjAsIkJvcmRlclN0eWxlIjp7IiRpZCI6IjE1OTEiLCJMaW5lQ29sb3IiOm51bGwsIkxpbmVXZWlnaHQiOjAuMCwiTGluZVR5cGUiOjAsIlBhcmVudFN0eWxlIjpudWxsfSwiUGFyZW50U3R5bGUiOm51bGx9LCJIb3Jpem9udGFsQ29ubmVjdG9yU3R5bGUiOnsiJGlkIjoiMTU5MiIsIkxpbmVDb2xvciI6eyIkaWQiOiIxNTkzIiwiJHR5cGUiOiJOTFJFLkNvbW1vbi5Eb20uU29saWRDb2xvckJydXNoLCBOTFJFLkNvbW1vbiIsIkNvbG9yIjp7IiRpZCI6IjE1OTQiLCJBIjo1MSwiUiI6MjEsIkciOjk2LCJCIjoxMzB9fSwiTGluZVdlaWdodCI6MS4wLCJMaW5lVHlwZSI6MCwiUGFyZW50U3R5bGUiOm51bGx9LCJWZXJ0aWNhbENvbm5lY3RvclN0eWxlIjp7IiRpZCI6IjE1OTUiLCJMaW5lQ29sb3IiOnsiJGlkIjoiMTU5NiIsIiR0eXBlIjoiTkxSRS5Db21tb24uRG9tLlNvbGlkQ29sb3JCcnVzaCwgTkxSRS5Db21tb24iLCJDb2xvciI6eyIkaWQiOiIxNTk3IiwiQSI6NTEsIlIiOjIxLCJHIjo5NiwiQiI6MTMwfX0sIkxpbmVXZWlnaHQiOjAuMCwiTGluZVR5cGUiOjAsIlBhcmVudFN0eWxlIjpudWxsfSwiTWFyZ2luIjpudWxsLCJTdGFydERhdGVQb3NpdGlvbiI6NCwiRW5kRGF0ZVBvc2l0aW9uIjo0LCJEYXRlSXNWaXNpYmxlIjp0cnVlLCJUaXRsZVBvc2l0aW9uIjo1LCJEdXJhdGlvblBvc2l0aW9uIjo2LCJQZXJjZW50YWdlQ29tcGxldGVkUG9zaXRpb24iOjIsIlZhcmlhbmNlUG9zaXRpb24iOjYsIlNwYWNpbmciOjMsIklzQmVsb3dUaW1lYmFuZCI6dHJ1ZSwiUGVyY2VudGFnZUNvbXBsZXRlU2hhcGVPcGFjaXR5IjozNSwiQmFzZWxpbmVTdHlsZSI6eyIkaWQiOiIxNTk4IiwiU2hhcGVTdHlsZSI6eyIkaWQiOiIxNTk5IiwiTWFyZ2luIjp7IiRpZCI6IjE2MDAiLCJUb3AiOjAuMCwiTGVmdCI6MC4wLCJSaWdodCI6MC4wLCJCb3R0b20iOjAuMH0sIlBhZGRpbmciOnsiJGlkIjoiMTYwMSIsIlRvcCI6MC4wLCJMZWZ0IjowLjAsIlJpZ2h0IjowLjAsIkJvdHRvbSI6MC4wfSwiQmFja2dyb3VuZCI6eyIkaWQiOiIxNjAyIiwiQ29sb3IiOnsiJGlkIjoiMTYwMyIsIkEiOjE1MywiUiI6MCwiRyI6MCwiQiI6MH19LCJJc1Zpc2libGUiOnRydWUsIldpZHRoIjowLjAsIkhlaWdodCI6MC4wLCJCb3JkZXJTdHlsZSI6bnVsbCwiUGFyZW50U3R5bGUiOm51bGx9LCJNYXJnaW4iOnsiJGlkIjoiMTYwNCIsIlRvcCI6MC4wLCJMZWZ0IjowLjAsIlJpZ2h0IjowLjAsIkJvdHRvbSI6MC4wfSwiUGFkZGluZyI6eyIkaWQiOiIxNjA1IiwiVG9wIjowLjAsIkxlZnQiOjAuMCwiUmlnaHQiOjAuMCwiQm90dG9tIjowLjB9LCJCYWNrZ3JvdW5kIjpudWxsLCJJc1Zpc2libGUiOnRydWUsIldpZHRoIjowLjAsIkhlaWdodCI6MC4wLCJCb3JkZXJTdHlsZSI6bnVsbCwiUGFyZW50U3R5bGUiOm51bGx9LCJTaGFwZVN0eWxlIjp7IiRpZCI6IjE2MDYiLCJNYXJnaW4iOnsiJGlkIjoiMTYwNyIsIlRvcCI6MC4wLCJMZWZ0Ijo0LjAsIlJpZ2h0Ijo0LjAsIkJvdHRvbSI6MC4wfSwiUGFkZGluZyI6eyIkaWQiOiIxNjA4IiwiVG9wIjowLjAsIkxlZnQiOjAuMCwiUmlnaHQiOjAuMCwiQm90dG9tIjowLjB9LCJCYWNrZ3JvdW5kIjp7IiRpZCI6IjE2MDkiLCJDb2xvciI6eyIkaWQiOiIxNjEwIiwiQSI6MjU1LCJSIjoyMzMsIkciOjExMywiQiI6NTB9fSwiSXNWaXNpYmxlIjp0cnVlLCJXaWR0aCI6MC4wLCJIZWlnaHQiOjEwLjAsIkJvcmRlclN0eWxlIjp7IiRpZCI6IjE2MTEiLCJMaW5lQ29sb3IiOnsiJGlkIjoiMTYxMiIsIiR0eXBlIjoiTkxSRS5Db21tb24uRG9tLlNvbGlkQ29sb3JCcnVzaCwgTkxSRS5Db21tb24iLCJDb2xvciI6eyIkaWQiOiIxNjEzIiwiQSI6MjU1LCJSIjoyMzQsIkciOjIyLCJCIjozMH19LCJMaW5lV2VpZ2h0IjowLjAsIkxpbmVUeXBlIjowLCJQYXJlbnRTdHlsZSI6bnVsbH0sIlBhcmVudFN0eWxlIjpudWxsfSwiVGl0bGVTdHlsZSI6eyIkaWQiOiIxNjE0IiwiRm9udFNldHRpbmdzIjp7IiRpZCI6IjE2MTUiLCJGb250U2l6ZSI6MTEsIkZvbnROYW1lIjoiQ2FsaWJyaSIsIklzQm9sZCI6ZmFsc2UsIklzSXRhbGljIjpmYWxzZSwiSXNVbmRlcmxpbmVkIjpmYWxzZSwiUGFyZW50U3R5bGUiOm51bGx9LCJBdXRvU2l6ZSI6MiwiRm9yZWdyb3VuZCI6eyIkaWQiOiIxNjE2IiwiQ29sb3IiOnsiJGlkIjoiMTYxNyIsIkEiOjI1NSwiUiI6MCwiRyI6MCwiQiI6MH19LCJNYXhXaWR0aCI6OTMuMCwiTWF4SGVpZ2h0IjoiSW5maW5pdHkiLCJTbWFydEZvcmVncm91bmRJc0FjdGl2ZSI6ZmFsc2UsIkhvcml6b250YWxBbGlnbm1lbnQiOjAsIlZlcnRpY2FsQWxpZ25tZW50IjoxLCJTbWFydEZvcmVncm91bmQiOm51bGwsIkJhY2tncm91bmRGaWxsVHlwZSI6MCwiTWFyZ2luIjp7IiRpZCI6IjE2MTgiLCJUb3AiOjAuMCwiTGVmdCI6MC4wLCJSaWdodCI6MC4wLCJCb3R0b20iOjAuMH0sIlBhZGRpbmciOnsiJGlkIjoiMTYxOSIsIlRvcCI6MC4wLCJMZWZ0IjowLjAsIlJpZ2h0IjowLjAsIkJvdHRvbSI6MC4wfSwiQmFja2dyb3VuZCI6eyIkaWQiOiIxNjIwIiwiQ29sb3IiOnsiJGlkIjoiMTYyMSIsIkEiOjAsIlIiOjI1NSwiRyI6MjU1LCJCIjoyNTV9fSwiSXNWaXNpYmxlIjp0cnVlLCJXaWR0aCI6MC4wLCJIZWlnaHQiOjAuMCwiQm9yZGVyU3R5bGUiOnsiJGlkIjoiMTYyMiIsIkxpbmVDb2xvciI6bnVsbCwiTGluZVdlaWdodCI6MC4wLCJMaW5lVHlwZSI6MCwiUGFyZW50U3R5bGUiOm51bGx9LCJQYXJlbnRTdHlsZSI6bnVsbH0sIkRhdGVTdHlsZSI6eyIkaWQiOiIxNjIzIiwiRm9udFNldHRpbmdzIjp7IiRpZCI6IjE2MjQiLCJGb250U2l6ZSI6MTAsIkZvbnROYW1lIjoiQ2FsaWJyaSIsIklzQm9sZCI6ZmFsc2UsIklzSXRhbGljIjpmYWxzZSwiSXNVbmRlcmxpbmVkIjpmYWxzZSwiUGFyZW50U3R5bGUiOm51bGx9LCJBdXRvU2l6ZSI6MCwiRm9yZWdyb3VuZCI6eyIkaWQiOiIxNjI1IiwiQ29sb3IiOnsiJGlkIjoiMTYyNi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NjI3IiwiVG9wIjowLjAsIkxlZnQiOjAuMCwiUmlnaHQiOjAuMCwiQm90dG9tIjowLjB9LCJQYWRkaW5nIjp7IiRpZCI6IjE2MjgiLCJUb3AiOjAuMCwiTGVmdCI6MC4wLCJSaWdodCI6MC4wLCJCb3R0b20iOjAuMH0sIkJhY2tncm91bmQiOnsiJGlkIjoiMTYyOSIsIkNvbG9yIjp7IiRpZCI6IjE2MzAiLCJBIjowLCJSIjoyNTUsIkciOjI1NSwiQiI6MjU1fX0sIklzVmlzaWJsZSI6dHJ1ZSwiV2lkdGgiOjAuMCwiSGVpZ2h0IjowLjAsIkJvcmRlclN0eWxlIjp7IiRpZCI6IjE2MzEiLCJMaW5lQ29sb3IiOm51bGwsIkxpbmVXZWlnaHQiOjAuMCwiTGluZVR5cGUiOjAsIlBhcmVudFN0eWxlIjpudWxsfSwiUGFyZW50U3R5bGUiOm51bGx9LCJEYXRlRm9ybWF0Ijp7IiRpZCI6IjE2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zMyIsIkZvcm1hdCI6MCwiSXNWaXNpYmxlIjpmYWxzZSwiTGFzdEtub3duVmlzaWJpbGl0eVN0YXRlIjpmYWxzZX0sIklzVmlzaWJsZSI6dHJ1ZSwiVmFyaWFuY2VTdHlsZSI6eyIkaWQiOiIxNjM0IiwiVGV4dFN0eWxlIjp7IiRpZCI6IjE2MzUiLCJGb250U2V0dGluZ3MiOnsiJGlkIjoiMTYzNiIsIkZvbnRTaXplIjoxMCwiRm9udE5hbWUiOiJDYWxpYnJpIiwiSXNCb2xkIjpmYWxzZSwiSXNJdGFsaWMiOmZhbHNlLCJJc1VuZGVybGluZWQiOmZhbHNlLCJQYXJlbnRTdHlsZSI6bnVsbH0sIkF1dG9TaXplIjowLCJGb3JlZ3JvdW5kIjp7IiRpZCI6IjE2MzciLCJDb2xvciI6eyIkaWQiOiIxNj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2MzkiLCJUb3AiOjAuMCwiTGVmdCI6MC4wLCJSaWdodCI6MC4wLCJCb3R0b20iOjAuMH0sIlBhZGRpbmciOnsiJGlkIjoiMTY0MCIsIlRvcCI6MC4wLCJMZWZ0IjowLjAsIlJpZ2h0IjowLjAsIkJvdHRvbSI6MC4wfSwiQmFja2dyb3VuZCI6eyIkaWQiOiIxNjQxIiwiQ29sb3IiOnsiJGlkIjoiMTY0MiIsIkEiOjI1NSwiUiI6MCwiRyI6MCwiQiI6MH19LCJJc1Zpc2libGUiOnRydWUsIldpZHRoIjowLjAsIkhlaWdodCI6MC4wLCJCb3JkZXJTdHlsZSI6eyIkaWQiOiIxNjQzIiwiTGluZUNvbG9yIjpudWxsLCJMaW5lV2VpZ2h0IjowLjAsIkxpbmVUeXBlIjowLCJQYXJlbnRTdHlsZSI6bnVsbH0sIlBhcmVudFN0eWxlIjpudWxsfSwiUGFyZW50U3R5bGUiOm51bGx9LCJQYXJlbnRTdHlsZSI6bnVsbH0sIkluZGV4IjoxLCJTbWFydER1cmF0aW9uQWN0aXZhdGVkIjpmYWxzZSwiRGF0ZUZvcm1hdCI6eyIkcmVmIjoiMTYzMiJ9LCJXZWVrTnVtYmVyaW5nIjp7IiRpZCI6IjE2NDQiLCJGb3JtYXQiOjAsIklzVmlzaWJsZSI6ZmFsc2UsIkxhc3RLbm93blZpc2liaWxpdHlTdGF0ZSI6ZmFsc2V9LCJCYXNlbGluZURhdGEiOnsiJGlkIjoiMTY0NSIsIlN0YXJ0RGF0ZSI6IjIwMjYtMDgtMTNUMDA6MDA6MDAiLCJFbmREYXRlIjoiMjAyNi0wOC0xM1QyMzo1OTowMCJ9LCJJZCI6ImQwNzE4YzY3LWEwODQtNDFmNi1iNjYzLTg5YTUzZmFiYzIxZiIsIkltcG9ydElkIjpudWxsLCJUaXRsZSI6IlJUSyBHUFMgU2V0IFVwIChGZXIpIiwiTm90ZSI6bnVsbCwiSHlwZXJsaW5rIjp7IiRpZCI6IjE2NDYiLCJBZGRyZXNzIjoiIiwiU3ViQWRkcmVzcyI6IiJ9LCJJc0NoYW5nZWQiOmZhbHNlLCJJc05ldyI6ZmFsc2V9LHsiJGlkIjoiMTY0NyIsIkdyb3VwTmFtZSI6bnVsbCwiU3RhcnREYXRlIjoiMjAyNi0wOC0xM1QwMDowMDowMFoiLCJFbmREYXRlIjoiMjAyNi0wOC0xNFQyMzo1OTowMCswMTowMCIsIlBlcmNlbnRhZ2VDb21wbGV0ZSI6bnVsbCwiU3R5bGUiOnsiJGlkIjoiMTY0OCIsIlNoYXBlIjoxLCJTaGFwZVRoaWNrbmVzcyI6MCwiRHVyYXRpb25Gb3JtYXQiOjAsIkluY2x1ZGVOb25Xb3JraW5nRGF5c0luRHVyYXRpb24iOmZhbHNlLCJQZXJjZW50YWdlQ29tcGxldGVTdHlsZSI6eyIkaWQiOiIxNjQ5IiwiRm9udFNldHRpbmdzIjp7IiRpZCI6IjE2NTAiLCJGb250U2l6ZSI6MTAsIkZvbnROYW1lIjoiQ2FsaWJyaSIsIklzQm9sZCI6ZmFsc2UsIklzSXRhbGljIjpmYWxzZSwiSXNVbmRlcmxpbmVkIjpmYWxzZSwiUGFyZW50U3R5bGUiOm51bGx9LCJBdXRvU2l6ZSI6MCwiRm9yZWdyb3VuZCI6eyIkaWQiOiIxNjUxIiwiQ29sb3IiOnsiJGlkIjoiMTY1M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jUzIiwiVG9wIjowLjAsIkxlZnQiOjAuMCwiUmlnaHQiOjAuMCwiQm90dG9tIjowLjB9LCJQYWRkaW5nIjp7IiRpZCI6IjE2NTQiLCJUb3AiOjAuMCwiTGVmdCI6MC4wLCJSaWdodCI6MC4wLCJCb3R0b20iOjAuMH0sIkJhY2tncm91bmQiOnsiJGlkIjoiMTY1NSIsIkNvbG9yIjp7IiRpZCI6IjE2NTYiLCJBIjo4OSwiUiI6MCwiRyI6MCwiQiI6MH19LCJJc1Zpc2libGUiOnRydWUsIldpZHRoIjowLjAsIkhlaWdodCI6MC4wLCJCb3JkZXJTdHlsZSI6eyIkaWQiOiIxNjU3IiwiTGluZUNvbG9yIjpudWxsLCJMaW5lV2VpZ2h0IjowLjAsIkxpbmVUeXBlIjowLCJQYXJlbnRTdHlsZSI6bnVsbH0sIlBhcmVudFN0eWxlIjpudWxsfSwiRHVyYXRpb25TdHlsZSI6eyIkaWQiOiIxNjU4IiwiRm9udFNldHRpbmdzIjp7IiRpZCI6IjE2NTkiLCJGb250U2l6ZSI6MTAsIkZvbnROYW1lIjoiQ2FsaWJyaSIsIklzQm9sZCI6ZmFsc2UsIklzSXRhbGljIjpmYWxzZSwiSXNVbmRlcmxpbmVkIjpmYWxzZSwiUGFyZW50U3R5bGUiOm51bGx9LCJBdXRvU2l6ZSI6MCwiRm9yZWdyb3VuZCI6eyIkaWQiOiIxNjYwIiwiQ29sb3IiOnsiJGlkIjoiMTY2M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2NjIiLCJUb3AiOjAuMCwiTGVmdCI6MC4wLCJSaWdodCI6MC4wLCJCb3R0b20iOjAuMH0sIlBhZGRpbmciOnsiJGlkIjoiMTY2MyIsIlRvcCI6MC4wLCJMZWZ0IjowLjAsIlJpZ2h0IjowLjAsIkJvdHRvbSI6MC4wfSwiQmFja2dyb3VuZCI6eyIkaWQiOiIxNjY0IiwiQ29sb3IiOnsiJGlkIjoiMTY2NSIsIkEiOjI1NSwiUiI6MjM3LCJHIjoxMjUsIkIiOjQ5fX0sIklzVmlzaWJsZSI6dHJ1ZSwiV2lkdGgiOjAuMCwiSGVpZ2h0IjowLjAsIkJvcmRlclN0eWxlIjp7IiRpZCI6IjE2NjYiLCJMaW5lQ29sb3IiOm51bGwsIkxpbmVXZWlnaHQiOjAuMCwiTGluZVR5cGUiOjAsIlBhcmVudFN0eWxlIjpudWxsfSwiUGFyZW50U3R5bGUiOm51bGx9LCJIb3Jpem9udGFsQ29ubmVjdG9yU3R5bGUiOnsiJGlkIjoiMTY2NyIsIkxpbmVDb2xvciI6eyIkaWQiOiIxNjY4IiwiJHR5cGUiOiJOTFJFLkNvbW1vbi5Eb20uU29saWRDb2xvckJydXNoLCBOTFJFLkNvbW1vbiIsIkNvbG9yIjp7IiRpZCI6IjE2NjkiLCJBIjo1MSwiUiI6MjEsIkciOjk2LCJCIjoxMzB9fSwiTGluZVdlaWdodCI6MS4wLCJMaW5lVHlwZSI6MCwiUGFyZW50U3R5bGUiOm51bGx9LCJWZXJ0aWNhbENvbm5lY3RvclN0eWxlIjp7IiRpZCI6IjE2NzAiLCJMaW5lQ29sb3IiOnsiJGlkIjoiMTY3MSIsIiR0eXBlIjoiTkxSRS5Db21tb24uRG9tLlNvbGlkQ29sb3JCcnVzaCwgTkxSRS5Db21tb24iLCJDb2xvciI6eyIkaWQiOiIxNjcyIiwiQSI6NTEsIlIiOjIxLCJHIjo5NiwiQiI6MTMwfX0sIkxpbmVXZWlnaHQiOjAuMCwiTGluZVR5cGUiOjAsIlBhcmVudFN0eWxlIjpudWxsfSwiTWFyZ2luIjpudWxsLCJTdGFydERhdGVQb3NpdGlvbiI6NCwiRW5kRGF0ZVBvc2l0aW9uIjo0LCJEYXRlSXNWaXNpYmxlIjp0cnVlLCJUaXRsZVBvc2l0aW9uIjo1LCJEdXJhdGlvblBvc2l0aW9uIjo2LCJQZXJjZW50YWdlQ29tcGxldGVkUG9zaXRpb24iOjYsIlZhcmlhbmNlUG9zaXRpb24iOjYsIlNwYWNpbmciOjMsIklzQmVsb3dUaW1lYmFuZCI6dHJ1ZSwiUGVyY2VudGFnZUNvbXBsZXRlU2hhcGVPcGFjaXR5IjozNSwiQmFzZWxpbmVTdHlsZSI6eyIkaWQiOiIxNjczIiwiU2hhcGVTdHlsZSI6eyIkaWQiOiIxNjc0IiwiTWFyZ2luIjp7IiRpZCI6IjE2NzUiLCJUb3AiOjAuMCwiTGVmdCI6MC4wLCJSaWdodCI6MC4wLCJCb3R0b20iOjAuMH0sIlBhZGRpbmciOnsiJGlkIjoiMTY3NiIsIlRvcCI6MC4wLCJMZWZ0IjowLjAsIlJpZ2h0IjowLjAsIkJvdHRvbSI6MC4wfSwiQmFja2dyb3VuZCI6eyIkaWQiOiIxNjc3IiwiQ29sb3IiOnsiJGlkIjoiMTY3OCIsIkEiOjE1MywiUiI6MCwiRyI6MCwiQiI6MH19LCJJc1Zpc2libGUiOnRydWUsIldpZHRoIjowLjAsIkhlaWdodCI6MC4wLCJCb3JkZXJTdHlsZSI6bnVsbCwiUGFyZW50U3R5bGUiOm51bGx9LCJNYXJnaW4iOnsiJGlkIjoiMTY3OSIsIlRvcCI6MC4wLCJMZWZ0IjowLjAsIlJpZ2h0IjowLjAsIkJvdHRvbSI6MC4wfSwiUGFkZGluZyI6eyIkaWQiOiIxNjgwIiwiVG9wIjowLjAsIkxlZnQiOjAuMCwiUmlnaHQiOjAuMCwiQm90dG9tIjowLjB9LCJCYWNrZ3JvdW5kIjpudWxsLCJJc1Zpc2libGUiOnRydWUsIldpZHRoIjowLjAsIkhlaWdodCI6MC4wLCJCb3JkZXJTdHlsZSI6bnVsbCwiUGFyZW50U3R5bGUiOm51bGx9LCJTaGFwZVN0eWxlIjp7IiRpZCI6IjE2ODEiLCJNYXJnaW4iOnsiJGlkIjoiMTY4MiIsIlRvcCI6MC4wLCJMZWZ0Ijo0LjAsIlJpZ2h0Ijo0LjAsIkJvdHRvbSI6MC4wfSwiUGFkZGluZyI6eyIkaWQiOiIxNjgzIiwiVG9wIjowLjAsIkxlZnQiOjAuMCwiUmlnaHQiOjAuMCwiQm90dG9tIjowLjB9LCJCYWNrZ3JvdW5kIjp7IiRpZCI6IjE2ODQiLCJDb2xvciI6eyIkaWQiOiIxNjg1IiwiQSI6MjU1LCJSIjoyMzMsIkciOjExMywiQiI6NTB9fSwiSXNWaXNpYmxlIjp0cnVlLCJXaWR0aCI6MC4wLCJIZWlnaHQiOjEwLjAsIkJvcmRlclN0eWxlIjp7IiRpZCI6IjE2ODYiLCJMaW5lQ29sb3IiOnsiJGlkIjoiMTY4NyIsIiR0eXBlIjoiTkxSRS5Db21tb24uRG9tLlNvbGlkQ29sb3JCcnVzaCwgTkxSRS5Db21tb24iLCJDb2xvciI6eyIkaWQiOiIxNjg4IiwiQSI6MjU1LCJSIjoyMzQsIkciOjIyLCJCIjozMH19LCJMaW5lV2VpZ2h0IjowLjAsIkxpbmVUeXBlIjowLCJQYXJlbnRTdHlsZSI6bnVsbH0sIlBhcmVudFN0eWxlIjpudWxsfSwiVGl0bGVTdHlsZSI6eyIkaWQiOiIxNjg5IiwiRm9udFNldHRpbmdzIjp7IiRpZCI6IjE2OTAiLCJGb250U2l6ZSI6MTEsIkZvbnROYW1lIjoiQ2FsaWJyaSIsIklzQm9sZCI6ZmFsc2UsIklzSXRhbGljIjpmYWxzZSwiSXNVbmRlcmxpbmVkIjpmYWxzZSwiUGFyZW50U3R5bGUiOm51bGx9LCJBdXRvU2l6ZSI6MCwiRm9yZWdyb3VuZCI6eyIkaWQiOiIxNjkxIiwiQ29sb3IiOnsiJGlkIjoiMTY5Mi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NjkzIiwiVG9wIjowLjAsIkxlZnQiOjAuMCwiUmlnaHQiOjAuMCwiQm90dG9tIjowLjB9LCJQYWRkaW5nIjp7IiRpZCI6IjE2OTQiLCJUb3AiOjAuMCwiTGVmdCI6MC4wLCJSaWdodCI6MC4wLCJCb3R0b20iOjAuMH0sIkJhY2tncm91bmQiOnsiJGlkIjoiMTY5NSIsIkNvbG9yIjp7IiRpZCI6IjE2OTYiLCJBIjowLCJSIjoyNTUsIkciOjI1NSwiQiI6MjU1fX0sIklzVmlzaWJsZSI6dHJ1ZSwiV2lkdGgiOjAuMCwiSGVpZ2h0IjowLjAsIkJvcmRlclN0eWxlIjp7IiRpZCI6IjE2OTciLCJMaW5lQ29sb3IiOm51bGwsIkxpbmVXZWlnaHQiOjAuMCwiTGluZVR5cGUiOjAsIlBhcmVudFN0eWxlIjpudWxsfSwiUGFyZW50U3R5bGUiOm51bGx9LCJEYXRlU3R5bGUiOnsiJGlkIjoiMTY5OCIsIkZvbnRTZXR0aW5ncyI6eyIkaWQiOiIxNjk5IiwiRm9udFNpemUiOjEwLCJGb250TmFtZSI6IkNhbGlicmkiLCJJc0JvbGQiOmZhbHNlLCJJc0l0YWxpYyI6ZmFsc2UsIklzVW5kZXJsaW5lZCI6ZmFsc2UsIlBhcmVudFN0eWxlIjpudWxsfSwiQXV0b1NpemUiOjAsIkZvcmVncm91bmQiOnsiJGlkIjoiMTcwMCIsIkNvbG9yIjp7IiRpZCI6IjE3MDE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wMiIsIlRvcCI6MC4wLCJMZWZ0IjowLjAsIlJpZ2h0IjowLjAsIkJvdHRvbSI6MC4wfSwiUGFkZGluZyI6eyIkaWQiOiIxNzAzIiwiVG9wIjowLjAsIkxlZnQiOjAuMCwiUmlnaHQiOjAuMCwiQm90dG9tIjowLjB9LCJCYWNrZ3JvdW5kIjp7IiRpZCI6IjE3MDQiLCJDb2xvciI6eyIkaWQiOiIxNzA1IiwiQSI6MCwiUiI6MjU1LCJHIjoyNTUsIkIiOjI1NX19LCJJc1Zpc2libGUiOnRydWUsIldpZHRoIjowLjAsIkhlaWdodCI6MC4wLCJCb3JkZXJTdHlsZSI6eyIkaWQiOiIxNzA2IiwiTGluZUNvbG9yIjpudWxsLCJMaW5lV2VpZ2h0IjowLjAsIkxpbmVUeXBlIjowLCJQYXJlbnRTdHlsZSI6bnVsbH0sIlBhcmVudFN0eWxlIjpudWxsfSwiRGF0ZUZvcm1hdCI6eyIkaWQiOiIxNzA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MDgiLCJGb3JtYXQiOjAsIklzVmlzaWJsZSI6ZmFsc2UsIkxhc3RLbm93blZpc2liaWxpdHlTdGF0ZSI6ZmFsc2V9LCJJc1Zpc2libGUiOnRydWUsIlZhcmlhbmNlU3R5bGUiOnsiJGlkIjoiMTcwOSIsIlRleHRTdHlsZSI6eyIkaWQiOiIxNzEwIiwiRm9udFNldHRpbmdzIjp7IiRpZCI6IjE3MTEiLCJGb250U2l6ZSI6MTAsIkZvbnROYW1lIjoiQ2FsaWJyaSIsIklzQm9sZCI6ZmFsc2UsIklzSXRhbGljIjpmYWxzZSwiSXNVbmRlcmxpbmVkIjpmYWxzZSwiUGFyZW50U3R5bGUiOm51bGx9LCJBdXRvU2l6ZSI6MCwiRm9yZWdyb3VuZCI6eyIkaWQiOiIxNzEyIiwiQ29sb3IiOnsiJGlkIjoiMTcxMy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E0IiwiVG9wIjowLjAsIkxlZnQiOjAuMCwiUmlnaHQiOjAuMCwiQm90dG9tIjowLjB9LCJQYWRkaW5nIjp7IiRpZCI6IjE3MTUiLCJUb3AiOjAuMCwiTGVmdCI6MC4wLCJSaWdodCI6MC4wLCJCb3R0b20iOjAuMH0sIkJhY2tncm91bmQiOnsiJGlkIjoiMTcxNiIsIkNvbG9yIjp7IiRpZCI6IjE3MTciLCJBIjoyNTUsIlIiOjAsIkciOjAsIkIiOjB9fSwiSXNWaXNpYmxlIjp0cnVlLCJXaWR0aCI6MC4wLCJIZWlnaHQiOjAuMCwiQm9yZGVyU3R5bGUiOnsiJGlkIjoiMTcxOCIsIkxpbmVDb2xvciI6bnVsbCwiTGluZVdlaWdodCI6MC4wLCJMaW5lVHlwZSI6MCwiUGFyZW50U3R5bGUiOm51bGx9LCJQYXJlbnRTdHlsZSI6bnVsbH0sIlBhcmVudFN0eWxlIjpudWxsfSwiUGFyZW50U3R5bGUiOm51bGx9LCJJbmRleCI6MiwiU21hcnREdXJhdGlvbkFjdGl2YXRlZCI6ZmFsc2UsIkRhdGVGb3JtYXQiOnsiJHJlZiI6IjE3MDcifSwiV2Vla051bWJlcmluZyI6eyIkaWQiOiIxNzE5IiwiRm9ybWF0IjowLCJJc1Zpc2libGUiOmZhbHNlLCJMYXN0S25vd25WaXNpYmlsaXR5U3RhdGUiOmZhbHNlfSwiQmFzZWxpbmVEYXRhIjp7IiRpZCI6IjE3MjAiLCJTdGFydERhdGUiOiIyMDI2LTA4LTEzVDAwOjAwOjAwIiwiRW5kRGF0ZSI6IjIwMjYtMDgtMTRUMjM6NTk6MDArMDE6MDAifSwiSWQiOiJhN2Y3MDY0OC1jNDI0LTRmZDQtOTA1MC1hYzAyYTIxNjExN2UiLCJJbXBvcnRJZCI6bnVsbCwiVGl0bGUiOiJUcmlwb2QgVGVzdCBEYXRhIHNhbXBsZSAoRmVyICsgR2lvKSIsIk5vdGUiOm51bGwsIkh5cGVybGluayI6eyIkaWQiOiIxNzIxIiwiQWRkcmVzcyI6IiIsIlN1YkFkZHJlc3MiOiIifSwiSXNDaGFuZ2VkIjpmYWxzZSwiSXNOZXciOmZhbHNlfSx7IiRpZCI6IjE3MjIiLCJHcm91cE5hbWUiOm51bGwsIlN0YXJ0RGF0ZSI6IjIwMjYtMDgtMTJUMjM6NTk6MDAiLCJFbmREYXRlIjoiMjAyNi0wOC0xNFQwMDowMDowMCIsIlBlcmNlbnRhZ2VDb21wbGV0ZSI6bnVsbCwiU3R5bGUiOnsiJGlkIjoiMTcyMyIsIlNoYXBlIjoxLCJTaGFwZVRoaWNrbmVzcyI6MCwiRHVyYXRpb25Gb3JtYXQiOjAsIkluY2x1ZGVOb25Xb3JraW5nRGF5c0luRHVyYXRpb24iOmZhbHNlLCJQZXJjZW50YWdlQ29tcGxldGVTdHlsZSI6eyIkaWQiOiIxNzI0IiwiRm9udFNldHRpbmdzIjp7IiRpZCI6IjE3MjUiLCJGb250U2l6ZSI6MTAsIkZvbnROYW1lIjoiQ2FsaWJyaSIsIklzQm9sZCI6ZmFsc2UsIklzSXRhbGljIjpmYWxzZSwiSXNVbmRlcmxpbmVkIjpmYWxzZSwiUGFyZW50U3R5bGUiOm51bGx9LCJBdXRvU2l6ZSI6MCwiRm9yZWdyb3VuZCI6eyIkaWQiOiIxNzI2IiwiQ29sb3IiOnsiJGlkIjoiMTcy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xNzI4IiwiVG9wIjowLjAsIkxlZnQiOjAuMCwiUmlnaHQiOjAuMCwiQm90dG9tIjowLjB9LCJQYWRkaW5nIjp7IiRpZCI6IjE3MjkiLCJUb3AiOjAuMCwiTGVmdCI6MC4wLCJSaWdodCI6MC4wLCJCb3R0b20iOjAuMH0sIkJhY2tncm91bmQiOnsiJGlkIjoiMTczMCIsIkNvbG9yIjp7IiRpZCI6IjE3MzEiLCJBIjo4OSwiUiI6MCwiRyI6MCwiQiI6MH19LCJJc1Zpc2libGUiOnRydWUsIldpZHRoIjowLjAsIkhlaWdodCI6MC4wLCJCb3JkZXJTdHlsZSI6eyIkaWQiOiIxNzMyIiwiTGluZUNvbG9yIjpudWxsLCJMaW5lV2VpZ2h0IjowLjAsIkxpbmVUeXBlIjowLCJQYXJlbnRTdHlsZSI6bnVsbH0sIlBhcmVudFN0eWxlIjpudWxsfSwiRHVyYXRpb25TdHlsZSI6eyIkaWQiOiIxNzMzIiwiRm9udFNldHRpbmdzIjp7IiRpZCI6IjE3MzQiLCJGb250U2l6ZSI6MTAsIkZvbnROYW1lIjoiQ2FsaWJyaSIsIklzQm9sZCI6ZmFsc2UsIklzSXRhbGljIjpmYWxzZSwiSXNVbmRlcmxpbmVkIjpmYWxzZSwiUGFyZW50U3R5bGUiOm51bGx9LCJBdXRvU2l6ZSI6MCwiRm9yZWdyb3VuZCI6eyIkaWQiOiIxNzM1IiwiQ29sb3IiOnsiJGlkIjoiMTczNi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E3MzciLCJUb3AiOjAuMCwiTGVmdCI6MC4wLCJSaWdodCI6MC4wLCJCb3R0b20iOjAuMH0sIlBhZGRpbmciOnsiJGlkIjoiMTczOCIsIlRvcCI6MC4wLCJMZWZ0IjowLjAsIlJpZ2h0IjowLjAsIkJvdHRvbSI6MC4wfSwiQmFja2dyb3VuZCI6eyIkaWQiOiIxNzM5IiwiQ29sb3IiOnsiJGlkIjoiMTc0MCIsIkEiOjI1NSwiUiI6MjM3LCJHIjoxMjUsIkIiOjQ5fX0sIklzVmlzaWJsZSI6dHJ1ZSwiV2lkdGgiOjAuMCwiSGVpZ2h0IjowLjAsIkJvcmRlclN0eWxlIjp7IiRpZCI6IjE3NDEiLCJMaW5lQ29sb3IiOm51bGwsIkxpbmVXZWlnaHQiOjAuMCwiTGluZVR5cGUiOjAsIlBhcmVudFN0eWxlIjpudWxsfSwiUGFyZW50U3R5bGUiOm51bGx9LCJIb3Jpem9udGFsQ29ubmVjdG9yU3R5bGUiOnsiJGlkIjoiMTc0MiIsIkxpbmVDb2xvciI6eyIkaWQiOiIxNzQzIiwiJHR5cGUiOiJOTFJFLkNvbW1vbi5Eb20uU29saWRDb2xvckJydXNoLCBOTFJFLkNvbW1vbiIsIkNvbG9yIjp7IiRpZCI6IjE3NDQiLCJBIjo1MSwiUiI6MjEsIkciOjk2LCJCIjoxMzB9fSwiTGluZVdlaWdodCI6MS4wLCJMaW5lVHlwZSI6MCwiUGFyZW50U3R5bGUiOm51bGx9LCJWZXJ0aWNhbENvbm5lY3RvclN0eWxlIjp7IiRpZCI6IjE3NDUiLCJMaW5lQ29sb3IiOnsiJGlkIjoiMTc0NiIsIiR0eXBlIjoiTkxSRS5Db21tb24uRG9tLlNvbGlkQ29sb3JCcnVzaCwgTkxSRS5Db21tb24iLCJDb2xvciI6eyIkaWQiOiIxNzQ3IiwiQSI6NTEsIlIiOjIxLCJHIjo5NiwiQiI6MTMwfX0sIkxpbmVXZWlnaHQiOjAuMCwiTGluZVR5cGUiOjAsIlBhcmVudFN0eWxlIjpudWxsfSwiTWFyZ2luIjpudWxsLCJTdGFydERhdGVQb3NpdGlvbiI6NCwiRW5kRGF0ZVBvc2l0aW9uIjo0LCJEYXRlSXNWaXNpYmxlIjp0cnVlLCJUaXRsZVBvc2l0aW9uIjo1LCJEdXJhdGlvblBvc2l0aW9uIjo2LCJQZXJjZW50YWdlQ29tcGxldGVkUG9zaXRpb24iOjIsIlZhcmlhbmNlUG9zaXRpb24iOjYsIlNwYWNpbmciOjMsIklzQmVsb3dUaW1lYmFuZCI6dHJ1ZSwiUGVyY2VudGFnZUNvbXBsZXRlU2hhcGVPcGFjaXR5IjozNSwiQmFzZWxpbmVTdHlsZSI6eyIkaWQiOiIxNzQ4IiwiU2hhcGVTdHlsZSI6eyIkaWQiOiIxNzQ5IiwiTWFyZ2luIjp7IiRpZCI6IjE3NTAiLCJUb3AiOjAuMCwiTGVmdCI6MC4wLCJSaWdodCI6MC4wLCJCb3R0b20iOjAuMH0sIlBhZGRpbmciOnsiJGlkIjoiMTc1MSIsIlRvcCI6MC4wLCJMZWZ0IjowLjAsIlJpZ2h0IjowLjAsIkJvdHRvbSI6MC4wfSwiQmFja2dyb3VuZCI6eyIkaWQiOiIxNzUyIiwiQ29sb3IiOnsiJGlkIjoiMTc1MyIsIkEiOjE1MywiUiI6MCwiRyI6MCwiQiI6MH19LCJJc1Zpc2libGUiOnRydWUsIldpZHRoIjowLjAsIkhlaWdodCI6MC4wLCJCb3JkZXJTdHlsZSI6bnVsbCwiUGFyZW50U3R5bGUiOm51bGx9LCJNYXJnaW4iOnsiJGlkIjoiMTc1NCIsIlRvcCI6MC4wLCJMZWZ0IjowLjAsIlJpZ2h0IjowLjAsIkJvdHRvbSI6MC4wfSwiUGFkZGluZyI6eyIkaWQiOiIxNzU1IiwiVG9wIjowLjAsIkxlZnQiOjAuMCwiUmlnaHQiOjAuMCwiQm90dG9tIjowLjB9LCJCYWNrZ3JvdW5kIjpudWxsLCJJc1Zpc2libGUiOnRydWUsIldpZHRoIjowLjAsIkhlaWdodCI6MC4wLCJCb3JkZXJTdHlsZSI6bnVsbCwiUGFyZW50U3R5bGUiOm51bGx9LCJTaGFwZVN0eWxlIjp7IiRpZCI6IjE3NTYiLCJNYXJnaW4iOnsiJGlkIjoiMTc1NyIsIlRvcCI6MC4wLCJMZWZ0Ijo0LjAsIlJpZ2h0Ijo0LjAsIkJvdHRvbSI6MC4wfSwiUGFkZGluZyI6eyIkaWQiOiIxNzU4IiwiVG9wIjowLjAsIkxlZnQiOjAuMCwiUmlnaHQiOjAuMCwiQm90dG9tIjowLjB9LCJCYWNrZ3JvdW5kIjp7IiRpZCI6IjE3NTkiLCJDb2xvciI6eyIkaWQiOiIxNzYwIiwiQSI6MjU1LCJSIjoyNTQsIkciOjE4NiwiQiI6MTB9fSwiSXNWaXNpYmxlIjp0cnVlLCJXaWR0aCI6MC4wLCJIZWlnaHQiOjEwLjAsIkJvcmRlclN0eWxlIjp7IiRpZCI6IjE3NjEiLCJMaW5lQ29sb3IiOnsiJGlkIjoiMTc2MiIsIiR0eXBlIjoiTkxSRS5Db21tb24uRG9tLlNvbGlkQ29sb3JCcnVzaCwgTkxSRS5Db21tb24iLCJDb2xvciI6eyIkaWQiOiIxNzYzIiwiQSI6MjU1LCJSIjoyMzQsIkciOjIyLCJCIjozMH19LCJMaW5lV2VpZ2h0IjowLjAsIkxpbmVUeXBlIjowLCJQYXJlbnRTdHlsZSI6bnVsbH0sIlBhcmVudFN0eWxlIjpudWxsfSwiVGl0bGVTdHlsZSI6eyIkaWQiOiIxNzY0IiwiRm9udFNldHRpbmdzIjp7IiRpZCI6IjE3NjUiLCJGb250U2l6ZSI6MTEsIkZvbnROYW1lIjoiQ2FsaWJyaSIsIklzQm9sZCI6ZmFsc2UsIklzSXRhbGljIjpmYWxzZSwiSXNVbmRlcmxpbmVkIjpmYWxzZSwiUGFyZW50U3R5bGUiOm51bGx9LCJBdXRvU2l6ZSI6MCwiRm9yZWdyb3VuZCI6eyIkaWQiOiIxNzY2IiwiQ29sb3IiOnsiJGlkIjoiMTc2Ny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xNzY4IiwiVG9wIjowLjAsIkxlZnQiOjAuMCwiUmlnaHQiOjAuMCwiQm90dG9tIjowLjB9LCJQYWRkaW5nIjp7IiRpZCI6IjE3NjkiLCJUb3AiOjAuMCwiTGVmdCI6MC4wLCJSaWdodCI6MC4wLCJCb3R0b20iOjAuMH0sIkJhY2tncm91bmQiOnsiJGlkIjoiMTc3MCIsIkNvbG9yIjp7IiRpZCI6IjE3NzEiLCJBIjowLCJSIjoyNTUsIkciOjI1NSwiQiI6MjU1fX0sIklzVmlzaWJsZSI6dHJ1ZSwiV2lkdGgiOjAuMCwiSGVpZ2h0IjowLjAsIkJvcmRlclN0eWxlIjp7IiRpZCI6IjE3NzIiLCJMaW5lQ29sb3IiOm51bGwsIkxpbmVXZWlnaHQiOjAuMCwiTGluZVR5cGUiOjAsIlBhcmVudFN0eWxlIjpudWxsfSwiUGFyZW50U3R5bGUiOm51bGx9LCJEYXRlU3R5bGUiOnsiJGlkIjoiMTc3MyIsIkZvbnRTZXR0aW5ncyI6eyIkaWQiOiIxNzc0IiwiRm9udFNpemUiOjEwLCJGb250TmFtZSI6IkNhbGlicmkiLCJJc0JvbGQiOmZhbHNlLCJJc0l0YWxpYyI6ZmFsc2UsIklzVW5kZXJsaW5lZCI6ZmFsc2UsIlBhcmVudFN0eWxlIjpudWxsfSwiQXV0b1NpemUiOjAsIkZvcmVncm91bmQiOnsiJGlkIjoiMTc3NSIsIkNvbG9yIjp7IiRpZCI6IjE3NzY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Tc3NyIsIlRvcCI6MC4wLCJMZWZ0IjowLjAsIlJpZ2h0IjowLjAsIkJvdHRvbSI6MC4wfSwiUGFkZGluZyI6eyIkaWQiOiIxNzc4IiwiVG9wIjowLjAsIkxlZnQiOjAuMCwiUmlnaHQiOjAuMCwiQm90dG9tIjowLjB9LCJCYWNrZ3JvdW5kIjp7IiRpZCI6IjE3NzkiLCJDb2xvciI6eyIkaWQiOiIxNzgwIiwiQSI6MCwiUiI6MjU1LCJHIjoyNTUsIkIiOjI1NX19LCJJc1Zpc2libGUiOnRydWUsIldpZHRoIjowLjAsIkhlaWdodCI6MC4wLCJCb3JkZXJTdHlsZSI6eyIkaWQiOiIxNzgxIiwiTGluZUNvbG9yIjpudWxsLCJMaW5lV2VpZ2h0IjowLjAsIkxpbmVUeXBlIjowLCJQYXJlbnRTdHlsZSI6bnVsbH0sIlBhcmVudFN0eWxlIjpudWxsfSwiRGF0ZUZvcm1hdCI6eyIkaWQiOiIxNzg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ODMiLCJGb3JtYXQiOjAsIklzVmlzaWJsZSI6ZmFsc2UsIkxhc3RLbm93blZpc2liaWxpdHlTdGF0ZSI6ZmFsc2V9LCJJc1Zpc2libGUiOnRydWUsIlZhcmlhbmNlU3R5bGUiOnsiJGlkIjoiMTc4NCIsIlRleHRTdHlsZSI6eyIkaWQiOiIxNzg1IiwiRm9udFNldHRpbmdzIjp7IiRpZCI6IjE3ODYiLCJGb250U2l6ZSI6MTAsIkZvbnROYW1lIjoiQ2FsaWJyaSIsIklzQm9sZCI6ZmFsc2UsIklzSXRhbGljIjpmYWxzZSwiSXNVbmRlcmxpbmVkIjpmYWxzZSwiUGFyZW50U3R5bGUiOm51bGx9LCJBdXRvU2l6ZSI6MCwiRm9yZWdyb3VuZCI6eyIkaWQiOiIxNzg3IiwiQ29sb3IiOnsiJGlkIjoiMTc4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xNzg5IiwiVG9wIjowLjAsIkxlZnQiOjAuMCwiUmlnaHQiOjAuMCwiQm90dG9tIjowLjB9LCJQYWRkaW5nIjp7IiRpZCI6IjE3OTAiLCJUb3AiOjAuMCwiTGVmdCI6MC4wLCJSaWdodCI6MC4wLCJCb3R0b20iOjAuMH0sIkJhY2tncm91bmQiOnsiJGlkIjoiMTc5MSIsIkNvbG9yIjp7IiRpZCI6IjE3OTIiLCJBIjoyNTUsIlIiOjAsIkciOjAsIkIiOjB9fSwiSXNWaXNpYmxlIjp0cnVlLCJXaWR0aCI6MC4wLCJIZWlnaHQiOjAuMCwiQm9yZGVyU3R5bGUiOnsiJGlkIjoiMTc5MyIsIkxpbmVDb2xvciI6bnVsbCwiTGluZVdlaWdodCI6MC4wLCJMaW5lVHlwZSI6MCwiUGFyZW50U3R5bGUiOm51bGx9LCJQYXJlbnRTdHlsZSI6bnVsbH0sIlBhcmVudFN0eWxlIjpudWxsfSwiUGFyZW50U3R5bGUiOm51bGx9LCJJbmRleCI6MywiU21hcnREdXJhdGlvbkFjdGl2YXRlZCI6dHJ1ZSwiRGF0ZUZvcm1hdCI6eyIkcmVmIjoiMTc4MiJ9LCJXZWVrTnVtYmVyaW5nIjp7IiRpZCI6IjE3OTQiLCJGb3JtYXQiOjAsIklzVmlzaWJsZSI6ZmFsc2UsIkxhc3RLbm93blZpc2liaWxpdHlTdGF0ZSI6ZmFsc2V9LCJCYXNlbGluZURhdGEiOnsiJGlkIjoiMTc5NSIsIlN0YXJ0RGF0ZSI6IjIwMjYtMDgtMTJUMjM6NTk6MDAiLCJFbmREYXRlIjoiMjAyNi0wOC0xNFQwMDowMDowMCJ9LCJJZCI6IjMyM2VjOTE5LWRlMjgtNGIyZS1iNjliLWQ0OWIzY2ZiYWE3ZSIsIkltcG9ydElkIjpudWxsLCJUaXRsZSI6IlNwaWt5IFJlYWR5IChEYW5lKSIsIk5vdGUiOm51bGwsIkh5cGVybGluayI6eyIkaWQiOiIxNzk2IiwiQWRkcmVzcyI6IiIsIlN1YkFkZHJlc3MiOiIifSwiSXNDaGFuZ2VkIjpmYWxzZSwiSXNOZXciOmZhbHNlfSx7IiRpZCI6IjE3OTciLCJHcm91cE5hbWUiOm51bGwsIlN0YXJ0RGF0ZSI6IjIwMjYtMDgtMTdUMjM6NTk6MDBaIiwiRW5kRGF0ZSI6IjIwMjYtMDgtMThUMjM6NTk6MDBaIiwiUGVyY2VudGFnZUNvbXBsZXRlIjpudWxsLCJTdHlsZSI6eyIkaWQiOiIxNzk4IiwiU2hhcGUiOjEsIlNoYXBlVGhpY2tuZXNzIjowLCJEdXJhdGlvbkZvcm1hdCI6MCwiSW5jbHVkZU5vbldvcmtpbmdEYXlzSW5EdXJhdGlvbiI6ZmFsc2UsIlBlcmNlbnRhZ2VDb21wbGV0ZVN0eWxlIjp7IiRpZCI6IjE3OTkiLCJGb250U2V0dGluZ3MiOnsiJGlkIjoiMTgwMCIsIkZvbnRTaXplIjoxMCwiRm9udE5hbWUiOiJDYWxpYnJpIiwiSXNCb2xkIjpmYWxzZSwiSXNJdGFsaWMiOmZhbHNlLCJJc1VuZGVybGluZWQiOmZhbHNlLCJQYXJlbnRTdHlsZSI6bnVsbH0sIkF1dG9TaXplIjowLCJGb3JlZ3JvdW5kIjp7IiRpZCI6IjE4MDEiLCJDb2xvciI6eyIkaWQiOiIxODAy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4MDMiLCJUb3AiOjAuMCwiTGVmdCI6MC4wLCJSaWdodCI6MC4wLCJCb3R0b20iOjAuMH0sIlBhZGRpbmciOnsiJGlkIjoiMTgwNCIsIlRvcCI6MC4wLCJMZWZ0IjowLjAsIlJpZ2h0IjowLjAsIkJvdHRvbSI6MC4wfSwiQmFja2dyb3VuZCI6eyIkaWQiOiIxODA1IiwiQ29sb3IiOnsiJGlkIjoiMTgwNiIsIkEiOjg5LCJSIjowLCJHIjowLCJCIjowfX0sIklzVmlzaWJsZSI6dHJ1ZSwiV2lkdGgiOjAuMCwiSGVpZ2h0IjowLjAsIkJvcmRlclN0eWxlIjp7IiRpZCI6IjE4MDciLCJMaW5lQ29sb3IiOm51bGwsIkxpbmVXZWlnaHQiOjAuMCwiTGluZVR5cGUiOjAsIlBhcmVudFN0eWxlIjpudWxsfSwiUGFyZW50U3R5bGUiOm51bGx9LCJEdXJhdGlvblN0eWxlIjp7IiRpZCI6IjE4MDgiLCJGb250U2V0dGluZ3MiOnsiJGlkIjoiMTgwOSIsIkZvbnRTaXplIjoxMCwiRm9udE5hbWUiOiJDYWxpYnJpIiwiSXNCb2xkIjpmYWxzZSwiSXNJdGFsaWMiOmZhbHNlLCJJc1VuZGVybGluZWQiOmZhbHNlLCJQYXJlbnRTdHlsZSI6bnVsbH0sIkF1dG9TaXplIjowLCJGb3JlZ3JvdW5kIjp7IiRpZCI6IjE4MTAiLCJDb2xvciI6eyIkaWQiOiIxODEx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gxMiIsIlRvcCI6MC4wLCJMZWZ0IjowLjAsIlJpZ2h0IjowLjAsIkJvdHRvbSI6MC4wfSwiUGFkZGluZyI6eyIkaWQiOiIxODEzIiwiVG9wIjowLjAsIkxlZnQiOjAuMCwiUmlnaHQiOjAuMCwiQm90dG9tIjowLjB9LCJCYWNrZ3JvdW5kIjp7IiRpZCI6IjE4MTQiLCJDb2xvciI6eyIkaWQiOiIxODE1IiwiQSI6MjU1LCJSIjoyMzcsIkciOjEyNSwiQiI6NDl9fSwiSXNWaXNpYmxlIjp0cnVlLCJXaWR0aCI6MC4wLCJIZWlnaHQiOjAuMCwiQm9yZGVyU3R5bGUiOnsiJGlkIjoiMTgxNiIsIkxpbmVDb2xvciI6bnVsbCwiTGluZVdlaWdodCI6MC4wLCJMaW5lVHlwZSI6MCwiUGFyZW50U3R5bGUiOm51bGx9LCJQYXJlbnRTdHlsZSI6bnVsbH0sIkhvcml6b250YWxDb25uZWN0b3JTdHlsZSI6eyIkaWQiOiIxODE3IiwiTGluZUNvbG9yIjp7IiRpZCI6IjE4MTgiLCIkdHlwZSI6Ik5MUkUuQ29tbW9uLkRvbS5Tb2xpZENvbG9yQnJ1c2gsIE5MUkUuQ29tbW9uIiwiQ29sb3IiOnsiJGlkIjoiMTgxOSIsIkEiOjUxLCJSIjoyMSwiRyI6OTYsIkIiOjEzMH19LCJMaW5lV2VpZ2h0IjoxLjAsIkxpbmVUeXBlIjowLCJQYXJlbnRTdHlsZSI6bnVsbH0sIlZlcnRpY2FsQ29ubmVjdG9yU3R5bGUiOnsiJGlkIjoiMTgyMCIsIkxpbmVDb2xvciI6eyIkaWQiOiIxODIxIiwiJHR5cGUiOiJOTFJFLkNvbW1vbi5Eb20uU29saWRDb2xvckJydXNoLCBOTFJFLkNvbW1vbiIsIkNvbG9yIjp7IiRpZCI6IjE4MjIiLCJBIjo1MSwiUiI6MjEsIkciOjk2LCJCIjoxMzB9fSwiTGluZVdlaWdodCI6MC4wLCJMaW5lVHlwZSI6MCwiUGFyZW50U3R5bGUiOm51bGx9LCJNYXJnaW4iOm51bGwsIlN0YXJ0RGF0ZVBvc2l0aW9uIjo0LCJFbmREYXRlUG9zaXRpb24iOjQsIkRhdGVJc1Zpc2libGUiOnRydWUsIlRpdGxlUG9zaXRpb24iOjUsIkR1cmF0aW9uUG9zaXRpb24iOjYsIlBlcmNlbnRhZ2VDb21wbGV0ZWRQb3NpdGlvbiI6MiwiVmFyaWFuY2VQb3NpdGlvbiI6NiwiU3BhY2luZyI6MywiSXNCZWxvd1RpbWViYW5kIjp0cnVlLCJQZXJjZW50YWdlQ29tcGxldGVTaGFwZU9wYWNpdHkiOjM1LCJCYXNlbGluZVN0eWxlIjp7IiRpZCI6IjE4MjMiLCJTaGFwZVN0eWxlIjp7IiRpZCI6IjE4MjQiLCJNYXJnaW4iOnsiJGlkIjoiMTgyNSIsIlRvcCI6MC4wLCJMZWZ0IjowLjAsIlJpZ2h0IjowLjAsIkJvdHRvbSI6MC4wfSwiUGFkZGluZyI6eyIkaWQiOiIxODI2IiwiVG9wIjowLjAsIkxlZnQiOjAuMCwiUmlnaHQiOjAuMCwiQm90dG9tIjowLjB9LCJCYWNrZ3JvdW5kIjp7IiRpZCI6IjE4MjciLCJDb2xvciI6eyIkaWQiOiIxODI4IiwiQSI6MTUzLCJSIjowLCJHIjowLCJCIjowfX0sIklzVmlzaWJsZSI6dHJ1ZSwiV2lkdGgiOjAuMCwiSGVpZ2h0IjowLjAsIkJvcmRlclN0eWxlIjpudWxsLCJQYXJlbnRTdHlsZSI6bnVsbH0sIk1hcmdpbiI6eyIkaWQiOiIxODI5IiwiVG9wIjowLjAsIkxlZnQiOjAuMCwiUmlnaHQiOjAuMCwiQm90dG9tIjowLjB9LCJQYWRkaW5nIjp7IiRpZCI6IjE4MzAiLCJUb3AiOjAuMCwiTGVmdCI6MC4wLCJSaWdodCI6MC4wLCJCb3R0b20iOjAuMH0sIkJhY2tncm91bmQiOm51bGwsIklzVmlzaWJsZSI6dHJ1ZSwiV2lkdGgiOjAuMCwiSGVpZ2h0IjowLjAsIkJvcmRlclN0eWxlIjpudWxsLCJQYXJlbnRTdHlsZSI6bnVsbH0sIlNoYXBlU3R5bGUiOnsiJGlkIjoiMTgzMSIsIk1hcmdpbiI6eyIkaWQiOiIxODMyIiwiVG9wIjowLjAsIkxlZnQiOjQuMCwiUmlnaHQiOjQuMCwiQm90dG9tIjowLjB9LCJQYWRkaW5nIjp7IiRpZCI6IjE4MzMiLCJUb3AiOjAuMCwiTGVmdCI6MC4wLCJSaWdodCI6MC4wLCJCb3R0b20iOjAuMH0sIkJhY2tncm91bmQiOnsiJGlkIjoiMTgzNCIsIkNvbG9yIjp7IiRpZCI6IjE4MzUiLCJBIjoyNTUsIlIiOjI1NCwiRyI6MTg2LCJCIjoxMH19LCJJc1Zpc2libGUiOnRydWUsIldpZHRoIjowLjAsIkhlaWdodCI6MTAuMCwiQm9yZGVyU3R5bGUiOnsiJGlkIjoiMTgzNiIsIkxpbmVDb2xvciI6eyIkaWQiOiIxODM3IiwiJHR5cGUiOiJOTFJFLkNvbW1vbi5Eb20uU29saWRDb2xvckJydXNoLCBOTFJFLkNvbW1vbiIsIkNvbG9yIjp7IiRpZCI6IjE4MzgiLCJBIjoyNTUsIlIiOjIzNCwiRyI6MjIsIkIiOjMwfX0sIkxpbmVXZWlnaHQiOjAuMCwiTGluZVR5cGUiOjAsIlBhcmVudFN0eWxlIjpudWxsfSwiUGFyZW50U3R5bGUiOm51bGx9LCJUaXRsZVN0eWxlIjp7IiRpZCI6IjE4MzkiLCJGb250U2V0dGluZ3MiOnsiJGlkIjoiMTg0MCIsIkZvbnRTaXplIjoxMSwiRm9udE5hbWUiOiJDYWxpYnJpIiwiSXNCb2xkIjpmYWxzZSwiSXNJdGFsaWMiOmZhbHNlLCJJc1VuZGVybGluZWQiOmZhbHNlLCJQYXJlbnRTdHlsZSI6bnVsbH0sIkF1dG9TaXplIjowLCJGb3JlZ3JvdW5kIjp7IiRpZCI6IjE4NDEiLCJDb2xvciI6eyIkaWQiOiIxODQ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E4NDMiLCJUb3AiOjAuMCwiTGVmdCI6MC4wLCJSaWdodCI6MC4wLCJCb3R0b20iOjAuMH0sIlBhZGRpbmciOnsiJGlkIjoiMTg0NCIsIlRvcCI6MC4wLCJMZWZ0IjowLjAsIlJpZ2h0IjowLjAsIkJvdHRvbSI6MC4wfSwiQmFja2dyb3VuZCI6eyIkaWQiOiIxODQ1IiwiQ29sb3IiOnsiJGlkIjoiMTg0NiIsIkEiOjAsIlIiOjI1NSwiRyI6MjU1LCJCIjoyNTV9fSwiSXNWaXNpYmxlIjp0cnVlLCJXaWR0aCI6MC4wLCJIZWlnaHQiOjAuMCwiQm9yZGVyU3R5bGUiOnsiJGlkIjoiMTg0NyIsIkxpbmVDb2xvciI6bnVsbCwiTGluZVdlaWdodCI6MC4wLCJMaW5lVHlwZSI6MCwiUGFyZW50U3R5bGUiOm51bGx9LCJQYXJlbnRTdHlsZSI6bnVsbH0sIkRhdGVTdHlsZSI6eyIkaWQiOiIxODQ4IiwiRm9udFNldHRpbmdzIjp7IiRpZCI6IjE4NDkiLCJGb250U2l6ZSI6MTAsIkZvbnROYW1lIjoiQ2FsaWJyaSIsIklzQm9sZCI6ZmFsc2UsIklzSXRhbGljIjpmYWxzZSwiSXNVbmRlcmxpbmVkIjpmYWxzZSwiUGFyZW50U3R5bGUiOm51bGx9LCJBdXRvU2l6ZSI6MCwiRm9yZWdyb3VuZCI6eyIkaWQiOiIxODUwIiwiQ29sb3IiOnsiJGlkIjoiMTg1MS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xODUyIiwiVG9wIjowLjAsIkxlZnQiOjAuMCwiUmlnaHQiOjAuMCwiQm90dG9tIjowLjB9LCJQYWRkaW5nIjp7IiRpZCI6IjE4NTMiLCJUb3AiOjAuMCwiTGVmdCI6MC4wLCJSaWdodCI6MC4wLCJCb3R0b20iOjAuMH0sIkJhY2tncm91bmQiOnsiJGlkIjoiMTg1NCIsIkNvbG9yIjp7IiRpZCI6IjE4NTUiLCJBIjowLCJSIjoyNTUsIkciOjI1NSwiQiI6MjU1fX0sIklzVmlzaWJsZSI6dHJ1ZSwiV2lkdGgiOjAuMCwiSGVpZ2h0IjowLjAsIkJvcmRlclN0eWxlIjp7IiRpZCI6IjE4NTYiLCJMaW5lQ29sb3IiOm51bGwsIkxpbmVXZWlnaHQiOjAuMCwiTGluZVR5cGUiOjAsIlBhcmVudFN0eWxlIjpudWxsfSwiUGFyZW50U3R5bGUiOm51bGx9LCJEYXRlRm9ybWF0Ijp7IiRpZCI6IjE4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1OCIsIkZvcm1hdCI6MCwiSXNWaXNpYmxlIjpmYWxzZSwiTGFzdEtub3duVmlzaWJpbGl0eVN0YXRlIjpmYWxzZX0sIklzVmlzaWJsZSI6dHJ1ZSwiVmFyaWFuY2VTdHlsZSI6eyIkaWQiOiIxODU5IiwiVGV4dFN0eWxlIjp7IiRpZCI6IjE4NjAiLCJGb250U2V0dGluZ3MiOnsiJGlkIjoiMTg2MSIsIkZvbnRTaXplIjoxMCwiRm9udE5hbWUiOiJDYWxpYnJpIiwiSXNCb2xkIjpmYWxzZSwiSXNJdGFsaWMiOmZhbHNlLCJJc1VuZGVybGluZWQiOmZhbHNlLCJQYXJlbnRTdHlsZSI6bnVsbH0sIkF1dG9TaXplIjowLCJGb3JlZ3JvdW5kIjp7IiRpZCI6IjE4NjIiLCJDb2xvciI6eyIkaWQiOiIxOD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E4NjQiLCJUb3AiOjAuMCwiTGVmdCI6MC4wLCJSaWdodCI6MC4wLCJCb3R0b20iOjAuMH0sIlBhZGRpbmciOnsiJGlkIjoiMTg2NSIsIlRvcCI6MC4wLCJMZWZ0IjowLjAsIlJpZ2h0IjowLjAsIkJvdHRvbSI6MC4wfSwiQmFja2dyb3VuZCI6eyIkaWQiOiIxODY2IiwiQ29sb3IiOnsiJGlkIjoiMTg2NyIsIkEiOjI1NSwiUiI6MCwiRyI6MCwiQiI6MH19LCJJc1Zpc2libGUiOnRydWUsIldpZHRoIjowLjAsIkhlaWdodCI6MC4wLCJCb3JkZXJTdHlsZSI6eyIkaWQiOiIxODY4IiwiTGluZUNvbG9yIjpudWxsLCJMaW5lV2VpZ2h0IjowLjAsIkxpbmVUeXBlIjowLCJQYXJlbnRTdHlsZSI6bnVsbH0sIlBhcmVudFN0eWxlIjpudWxsfSwiUGFyZW50U3R5bGUiOm51bGx9LCJQYXJlbnRTdHlsZSI6bnVsbH0sIkluZGV4Ijo0LCJTbWFydER1cmF0aW9uQWN0aXZhdGVkIjp0cnVlLCJEYXRlRm9ybWF0Ijp7IiRyZWYiOiIxODU3In0sIldlZWtOdW1iZXJpbmciOnsiJGlkIjoiMTg2OSIsIkZvcm1hdCI6MCwiSXNWaXNpYmxlIjpmYWxzZSwiTGFzdEtub3duVmlzaWJpbGl0eVN0YXRlIjpmYWxzZX0sIkJhc2VsaW5lRGF0YSI6eyIkaWQiOiIxODcwIiwiU3RhcnREYXRlIjoiMjAyNi0wOC0xN1QyMzo1OTowMCIsIkVuZERhdGUiOiIyMDI2LTA4LTE4VDIzOjU5OjAwIn0sIklkIjoiMGM4YmQzMjktZTViZS00YzI5LThmYTYtZjU3NWYyOThkNmNkIiwiSW1wb3J0SWQiOm51bGwsIlRpdGxlIjoiU3Bpa3kgU2FtcGxpbmcgU3lzdGVtIChGZXIpIiwiTm90ZSI6bnVsbCwiSHlwZXJsaW5rIjp7IiRpZCI6IjE4NzEiLCJBZGRyZXNzIjoiIiwiU3ViQWRkcmVzcyI6IiJ9LCJJc0NoYW5nZWQiOmZhbHNlLCJJc05ldyI6ZmFsc2V9LHsiJGlkIjoiMTg3MiIsIkdyb3VwTmFtZSI6bnVsbCwiU3RhcnREYXRlIjoiMjAyNi0wOC0xOFQwMDowMDowMFoiLCJFbmREYXRlIjoiMjAyNi0wOC0xOVQyMzo1OTowMFoiLCJQZXJjZW50YWdlQ29tcGxldGUiOm51bGwsIlN0eWxlIjp7IiRpZCI6IjE4NzMiLCJTaGFwZSI6MSwiU2hhcGVUaGlja25lc3MiOjAsIkR1cmF0aW9uRm9ybWF0IjowLCJJbmNsdWRlTm9uV29ya2luZ0RheXNJbkR1cmF0aW9uIjpmYWxzZSwiUGVyY2VudGFnZUNvbXBsZXRlU3R5bGUiOnsiJGlkIjoiMTg3NCIsIkZvbnRTZXR0aW5ncyI6eyIkaWQiOiIxODc1IiwiRm9udFNpemUiOjEwLCJGb250TmFtZSI6IkNhbGlicmkiLCJJc0JvbGQiOmZhbHNlLCJJc0l0YWxpYyI6ZmFsc2UsIklzVW5kZXJsaW5lZCI6ZmFsc2UsIlBhcmVudFN0eWxlIjpudWxsfSwiQXV0b1NpemUiOjAsIkZvcmVncm91bmQiOnsiJGlkIjoiMTg3NiIsIkNvbG9yIjp7IiRpZCI6IjE4NzciLCJBIjoyNTUsIlIiOjIzMiwiRyI6MjMyLCJCIjoyMzJ9fSwiTWF4V2lkdGgiOjIwMC4wLCJNYXhIZWlnaHQiOiJJbmZpbml0eSIsIlNtYXJ0Rm9yZWdyb3VuZElzQWN0aXZlIjpmYWxzZSwiSG9yaXpvbnRhbEFsaWdubWVudCI6MSwiVmVydGljYWxBbGlnbm1lbnQiOjEsIlNtYXJ0Rm9yZWdyb3VuZCI6bnVsbCwiQmFja2dyb3VuZEZpbGxUeXBlIjowLCJNYXJnaW4iOnsiJGlkIjoiMTg3OCIsIlRvcCI6MC4wLCJMZWZ0IjowLjAsIlJpZ2h0IjowLjAsIkJvdHRvbSI6MC4wfSwiUGFkZGluZyI6eyIkaWQiOiIxODc5IiwiVG9wIjowLjAsIkxlZnQiOjAuMCwiUmlnaHQiOjAuMCwiQm90dG9tIjowLjB9LCJCYWNrZ3JvdW5kIjp7IiRpZCI6IjE4ODAiLCJDb2xvciI6eyIkaWQiOiIxODgxIiwiQSI6ODksIlIiOjAsIkciOjAsIkIiOjB9fSwiSXNWaXNpYmxlIjp0cnVlLCJXaWR0aCI6MC4wLCJIZWlnaHQiOjAuMCwiQm9yZGVyU3R5bGUiOnsiJGlkIjoiMTg4MiIsIkxpbmVDb2xvciI6bnVsbCwiTGluZVdlaWdodCI6MC4wLCJMaW5lVHlwZSI6MCwiUGFyZW50U3R5bGUiOm51bGx9LCJQYXJlbnRTdHlsZSI6bnVsbH0sIkR1cmF0aW9uU3R5bGUiOnsiJGlkIjoiMTg4MyIsIkZvbnRTZXR0aW5ncyI6eyIkaWQiOiIxODg0IiwiRm9udFNpemUiOjEwLCJGb250TmFtZSI6IkNhbGlicmkiLCJJc0JvbGQiOmZhbHNlLCJJc0l0YWxpYyI6ZmFsc2UsIklzVW5kZXJsaW5lZCI6ZmFsc2UsIlBhcmVudFN0eWxlIjpudWxsfSwiQXV0b1NpemUiOjAsIkZvcmVncm91bmQiOnsiJGlkIjoiMTg4NSIsIkNvbG9yIjp7IiRpZCI6IjE4ODYiLCJBIjoyNTUsIlIiOjIzNywiRyI6MTI1LCJCIjo0OX19LCJNYXhXaWR0aCI6MjAwLjAsIk1heEhlaWdodCI6IkluZmluaXR5IiwiU21hcnRGb3JlZ3JvdW5kSXNBY3RpdmUiOmZhbHNlLCJIb3Jpem9udGFsQWxpZ25tZW50IjowLCJWZXJ0aWNhbEFsaWdubWVudCI6MSwiU21hcnRGb3JlZ3JvdW5kIjpudWxsLCJCYWNrZ3JvdW5kRmlsbFR5cGUiOjAsIk1hcmdpbiI6eyIkaWQiOiIxODg3IiwiVG9wIjowLjAsIkxlZnQiOjAuMCwiUmlnaHQiOjAuMCwiQm90dG9tIjowLjB9LCJQYWRkaW5nIjp7IiRpZCI6IjE4ODgiLCJUb3AiOjAuMCwiTGVmdCI6MC4wLCJSaWdodCI6MC4wLCJCb3R0b20iOjAuMH0sIkJhY2tncm91bmQiOnsiJGlkIjoiMTg4OSIsIkNvbG9yIjp7IiRpZCI6IjE4OTAiLCJBIjoyNTUsIlIiOjIzNywiRyI6MTI1LCJCIjo0OX19LCJJc1Zpc2libGUiOnRydWUsIldpZHRoIjowLjAsIkhlaWdodCI6MC4wLCJCb3JkZXJTdHlsZSI6eyIkaWQiOiIxODkxIiwiTGluZUNvbG9yIjpudWxsLCJMaW5lV2VpZ2h0IjowLjAsIkxpbmVUeXBlIjowLCJQYXJlbnRTdHlsZSI6bnVsbH0sIlBhcmVudFN0eWxlIjpudWxsfSwiSG9yaXpvbnRhbENvbm5lY3RvclN0eWxlIjp7IiRpZCI6IjE4OTIiLCJMaW5lQ29sb3IiOnsiJGlkIjoiMTg5MyIsIiR0eXBlIjoiTkxSRS5Db21tb24uRG9tLlNvbGlkQ29sb3JCcnVzaCwgTkxSRS5Db21tb24iLCJDb2xvciI6eyIkaWQiOiIxODk0IiwiQSI6NTEsIlIiOjIxLCJHIjo5NiwiQiI6MTMwfX0sIkxpbmVXZWlnaHQiOjEuMCwiTGluZVR5cGUiOjAsIlBhcmVudFN0eWxlIjpudWxsfSwiVmVydGljYWxDb25uZWN0b3JTdHlsZSI6eyIkaWQiOiIxODk1IiwiTGluZUNvbG9yIjp7IiRpZCI6IjE4OTYiLCIkdHlwZSI6Ik5MUkUuQ29tbW9uLkRvbS5Tb2xpZENvbG9yQnJ1c2gsIE5MUkUuQ29tbW9uIiwiQ29sb3IiOnsiJGlkIjoiMTg5NyIsIkEiOjUxLCJSIjoyMSwiRyI6OTYsIkIiOjEzMH19LCJMaW5lV2VpZ2h0IjowLjAsIkxpbmVUeXBlIjowLCJQYXJlbnRTdHlsZSI6bnVsbH0sIk1hcmdpbiI6bnVsbCwiU3RhcnREYXRlUG9zaXRpb24iOjQsIkVuZERhdGVQb3NpdGlvbiI6NCwiRGF0ZUlzVmlzaWJsZSI6dHJ1ZSwiVGl0bGVQb3NpdGlvbiI6NSwiRHVyYXRpb25Qb3NpdGlvbiI6NiwiUGVyY2VudGFnZUNvbXBsZXRlZFBvc2l0aW9uIjo2LCJWYXJpYW5jZVBvc2l0aW9uIjo2LCJTcGFjaW5nIjozLCJJc0JlbG93VGltZWJhbmQiOnRydWUsIlBlcmNlbnRhZ2VDb21wbGV0ZVNoYXBlT3BhY2l0eSI6MzUsIkJhc2VsaW5lU3R5bGUiOnsiJGlkIjoiMTg5OCIsIlNoYXBlU3R5bGUiOnsiJGlkIjoiMTg5OSIsIk1hcmdpbiI6eyIkaWQiOiIxOTAwIiwiVG9wIjowLjAsIkxlZnQiOjAuMCwiUmlnaHQiOjAuMCwiQm90dG9tIjowLjB9LCJQYWRkaW5nIjp7IiRpZCI6IjE5MDEiLCJUb3AiOjAuMCwiTGVmdCI6MC4wLCJSaWdodCI6MC4wLCJCb3R0b20iOjAuMH0sIkJhY2tncm91bmQiOnsiJGlkIjoiMTkwMiIsIkNvbG9yIjp7IiRpZCI6IjE5MDMiLCJBIjoxNTMsIlIiOjAsIkciOjAsIkIiOjB9fSwiSXNWaXNpYmxlIjp0cnVlLCJXaWR0aCI6MC4wLCJIZWlnaHQiOjAuMCwiQm9yZGVyU3R5bGUiOm51bGwsIlBhcmVudFN0eWxlIjpudWxsfSwiTWFyZ2luIjp7IiRpZCI6IjE5MDQiLCJUb3AiOjAuMCwiTGVmdCI6MC4wLCJSaWdodCI6MC4wLCJCb3R0b20iOjAuMH0sIlBhZGRpbmciOnsiJGlkIjoiMTkwNSIsIlRvcCI6MC4wLCJMZWZ0IjowLjAsIlJpZ2h0IjowLjAsIkJvdHRvbSI6MC4wfSwiQmFja2dyb3VuZCI6bnVsbCwiSXNWaXNpYmxlIjp0cnVlLCJXaWR0aCI6MC4wLCJIZWlnaHQiOjAuMCwiQm9yZGVyU3R5bGUiOm51bGwsIlBhcmVudFN0eWxlIjpudWxsfSwiU2hhcGVTdHlsZSI6eyIkaWQiOiIxOTA2IiwiTWFyZ2luIjp7IiRpZCI6IjE5MDciLCJUb3AiOjAuMCwiTGVmdCI6NC4wLCJSaWdodCI6NC4wLCJCb3R0b20iOjAuMH0sIlBhZGRpbmciOnsiJGlkIjoiMTkwOCIsIlRvcCI6MC4wLCJMZWZ0IjowLjAsIlJpZ2h0IjowLjAsIkJvdHRvbSI6MC4wfSwiQmFja2dyb3VuZCI6eyIkaWQiOiIxOTA5IiwiQ29sb3IiOnsiJGlkIjoiMTkxMCIsIkEiOjI1NSwiUiI6MjU0LCJHIjoxODYsIkIiOjEwfX0sIklzVmlzaWJsZSI6dHJ1ZSwiV2lkdGgiOjAuMCwiSGVpZ2h0IjoxMC4wLCJCb3JkZXJTdHlsZSI6eyIkaWQiOiIxOTExIiwiTGluZUNvbG9yIjp7IiRpZCI6IjE5MTIiLCIkdHlwZSI6Ik5MUkUuQ29tbW9uLkRvbS5Tb2xpZENvbG9yQnJ1c2gsIE5MUkUuQ29tbW9uIiwiQ29sb3IiOnsiJGlkIjoiMTkxMyIsIkEiOjI1NSwiUiI6MjM0LCJHIjoyMiwiQiI6MzB9fSwiTGluZVdlaWdodCI6MC4wLCJMaW5lVHlwZSI6MCwiUGFyZW50U3R5bGUiOm51bGx9LCJQYXJlbnRTdHlsZSI6bnVsbH0sIlRpdGxlU3R5bGUiOnsiJGlkIjoiMTkxNCIsIkZvbnRTZXR0aW5ncyI6eyIkaWQiOiIxOTE1IiwiRm9udFNpemUiOjExLCJGb250TmFtZSI6IkNhbGlicmkiLCJJc0JvbGQiOmZhbHNlLCJJc0l0YWxpYyI6ZmFsc2UsIklzVW5kZXJsaW5lZCI6ZmFsc2UsIlBhcmVudFN0eWxlIjpudWxsfSwiQXV0b1NpemUiOjAsIkZvcmVncm91bmQiOnsiJGlkIjoiMTkxNiIsIkNvbG9yIjp7IiRpZCI6IjE5MTc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TkxOCIsIlRvcCI6MC4wLCJMZWZ0IjowLjAsIlJpZ2h0IjowLjAsIkJvdHRvbSI6MC4wfSwiUGFkZGluZyI6eyIkaWQiOiIxOTE5IiwiVG9wIjowLjAsIkxlZnQiOjAuMCwiUmlnaHQiOjAuMCwiQm90dG9tIjowLjB9LCJCYWNrZ3JvdW5kIjp7IiRpZCI6IjE5MjAiLCJDb2xvciI6eyIkaWQiOiIxOTIxIiwiQSI6MCwiUiI6MjU1LCJHIjoyNTUsIkIiOjI1NX19LCJJc1Zpc2libGUiOnRydWUsIldpZHRoIjowLjAsIkhlaWdodCI6MC4wLCJCb3JkZXJTdHlsZSI6eyIkaWQiOiIxOTIyIiwiTGluZUNvbG9yIjpudWxsLCJMaW5lV2VpZ2h0IjowLjAsIkxpbmVUeXBlIjowLCJQYXJlbnRTdHlsZSI6bnVsbH0sIlBhcmVudFN0eWxlIjpudWxsfSwiRGF0ZVN0eWxlIjp7IiRpZCI6IjE5MjMiLCJGb250U2V0dGluZ3MiOnsiJGlkIjoiMTkyNCIsIkZvbnRTaXplIjoxMCwiRm9udE5hbWUiOiJDYWxpYnJpIiwiSXNCb2xkIjpmYWxzZSwiSXNJdGFsaWMiOmZhbHNlLCJJc1VuZGVybGluZWQiOmZhbHNlLCJQYXJlbnRTdHlsZSI6bnVsbH0sIkF1dG9TaXplIjowLCJGb3JlZ3JvdW5kIjp7IiRpZCI6IjE5MjUiLCJDb2xvciI6eyIkaWQiOiIxOTI2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E5MjciLCJUb3AiOjAuMCwiTGVmdCI6MC4wLCJSaWdodCI6MC4wLCJCb3R0b20iOjAuMH0sIlBhZGRpbmciOnsiJGlkIjoiMTkyOCIsIlRvcCI6MC4wLCJMZWZ0IjowLjAsIlJpZ2h0IjowLjAsIkJvdHRvbSI6MC4wfSwiQmFja2dyb3VuZCI6eyIkaWQiOiIxOTI5IiwiQ29sb3IiOnsiJGlkIjoiMTkzMCIsIkEiOjAsIlIiOjI1NSwiRyI6MjU1LCJCIjoyNTV9fSwiSXNWaXNpYmxlIjp0cnVlLCJXaWR0aCI6MC4wLCJIZWlnaHQiOjAuMCwiQm9yZGVyU3R5bGUiOnsiJGlkIjoiMTkzMSIsIkxpbmVDb2xvciI6bnVsbCwiTGluZVdlaWdodCI6MC4wLCJMaW5lVHlwZSI6MCwiUGFyZW50U3R5bGUiOm51bGx9LCJQYXJlbnRTdHlsZSI6bnVsbH0sIkRhdGVGb3JtYXQiOnsiJGlkIjoiMTkz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OTMzIiwiRm9ybWF0IjowLCJJc1Zpc2libGUiOmZhbHNlLCJMYXN0S25vd25WaXNpYmlsaXR5U3RhdGUiOmZhbHNlfSwiSXNWaXNpYmxlIjp0cnVlLCJWYXJpYW5jZVN0eWxlIjp7IiRpZCI6IjE5MzQiLCJUZXh0U3R5bGUiOnsiJGlkIjoiMTkzNSIsIkZvbnRTZXR0aW5ncyI6eyIkaWQiOiIxOTM2IiwiRm9udFNpemUiOjEwLCJGb250TmFtZSI6IkNhbGlicmkiLCJJc0JvbGQiOmZhbHNlLCJJc0l0YWxpYyI6ZmFsc2UsIklzVW5kZXJsaW5lZCI6ZmFsc2UsIlBhcmVudFN0eWxlIjpudWxsfSwiQXV0b1NpemUiOjAsIkZvcmVncm91bmQiOnsiJGlkIjoiMTkzNyIsIkNvbG9yIjp7IiRpZCI6IjE5Mz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TkzOSIsIlRvcCI6MC4wLCJMZWZ0IjowLjAsIlJpZ2h0IjowLjAsIkJvdHRvbSI6MC4wfSwiUGFkZGluZyI6eyIkaWQiOiIxOTQwIiwiVG9wIjowLjAsIkxlZnQiOjAuMCwiUmlnaHQiOjAuMCwiQm90dG9tIjowLjB9LCJCYWNrZ3JvdW5kIjp7IiRpZCI6IjE5NDEiLCJDb2xvciI6eyIkaWQiOiIxOTQyIiwiQSI6MjU1LCJSIjowLCJHIjowLCJCIjowfX0sIklzVmlzaWJsZSI6dHJ1ZSwiV2lkdGgiOjAuMCwiSGVpZ2h0IjowLjAsIkJvcmRlclN0eWxlIjp7IiRpZCI6IjE5NDMiLCJMaW5lQ29sb3IiOm51bGwsIkxpbmVXZWlnaHQiOjAuMCwiTGluZVR5cGUiOjAsIlBhcmVudFN0eWxlIjpudWxsfSwiUGFyZW50U3R5bGUiOm51bGx9LCJQYXJlbnRTdHlsZSI6bnVsbH0sIlBhcmVudFN0eWxlIjpudWxsfSwiSW5kZXgiOjUsIlNtYXJ0RHVyYXRpb25BY3RpdmF0ZWQiOmZhbHNlLCJEYXRlRm9ybWF0Ijp7IiRyZWYiOiIxOTMyIn0sIldlZWtOdW1iZXJpbmciOnsiJGlkIjoiMTk0NCIsIkZvcm1hdCI6MCwiSXNWaXNpYmxlIjpmYWxzZSwiTGFzdEtub3duVmlzaWJpbGl0eVN0YXRlIjpmYWxzZX0sIkJhc2VsaW5lRGF0YSI6eyIkaWQiOiIxOTQ1IiwiU3RhcnREYXRlIjoiMjAyNi0wOC0xOFQwMDowMDowMCIsIkVuZERhdGUiOiIyMDI2LTA4LTE5VDIzOjU5OjAwIn0sIklkIjoiYTZlODhiN2ItZmZhZC00YzdlLWI2MjMtODljZjRmNmUyYmJjIiwiSW1wb3J0SWQiOm51bGwsIlRpdGxlIjoiU3Bpa3kgVGVzdCBEYXRhIFNhbXBsZSAoRmVyICsgTmljb2xhKSIsIk5vdGUiOm51bGwsIkh5cGVybGluayI6eyIkaWQiOiIxOTQ2IiwiQWRkcmVzcyI6IiIsIlN1YkFkZHJlc3MiOiIifSwiSXNDaGFuZ2VkIjpmYWxzZSwiSXNOZXciOmZhbHNlfSx7IiRpZCI6IjE5NDciLCJHcm91cE5hbWUiOm51bGwsIlN0YXJ0RGF0ZSI6IjIwMjYtMDgtMTNUMjM6NTk6MDBaIiwiRW5kRGF0ZSI6IjIwMjYtMDgtMTRUMjM6NTk6MDBaIiwiUGVyY2VudGFnZUNvbXBsZXRlIjpudWxsLCJTdHlsZSI6eyIkaWQiOiIxOTQ4IiwiU2hhcGUiOjEsIlNoYXBlVGhpY2tuZXNzIjowLCJEdXJhdGlvbkZvcm1hdCI6MCwiSW5jbHVkZU5vbldvcmtpbmdEYXlzSW5EdXJhdGlvbiI6ZmFsc2UsIlBlcmNlbnRhZ2VDb21wbGV0ZVN0eWxlIjp7IiRpZCI6IjE5NDkiLCJGb250U2V0dGluZ3MiOnsiJGlkIjoiMTk1MCIsIkZvbnRTaXplIjoxMCwiRm9udE5hbWUiOiJDYWxpYnJpIiwiSXNCb2xkIjpmYWxzZSwiSXNJdGFsaWMiOmZhbHNlLCJJc1VuZGVybGluZWQiOmZhbHNlLCJQYXJlbnRTdHlsZSI6bnVsbH0sIkF1dG9TaXplIjowLCJGb3JlZ3JvdW5kIjp7IiRpZCI6IjE5NTEiLCJDb2xvciI6eyIkaWQiOiIxOTUy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E5NTMiLCJUb3AiOjAuMCwiTGVmdCI6MC4wLCJSaWdodCI6MC4wLCJCb3R0b20iOjAuMH0sIlBhZGRpbmciOnsiJGlkIjoiMTk1NCIsIlRvcCI6MC4wLCJMZWZ0IjowLjAsIlJpZ2h0IjowLjAsIkJvdHRvbSI6MC4wfSwiQmFja2dyb3VuZCI6eyIkaWQiOiIxOTU1IiwiQ29sb3IiOnsiJGlkIjoiMTk1NiIsIkEiOjg5LCJSIjowLCJHIjowLCJCIjowfX0sIklzVmlzaWJsZSI6dHJ1ZSwiV2lkdGgiOjAuMCwiSGVpZ2h0IjowLjAsIkJvcmRlclN0eWxlIjp7IiRpZCI6IjE5NTciLCJMaW5lQ29sb3IiOm51bGwsIkxpbmVXZWlnaHQiOjAuMCwiTGluZVR5cGUiOjAsIlBhcmVudFN0eWxlIjpudWxsfSwiUGFyZW50U3R5bGUiOm51bGx9LCJEdXJhdGlvblN0eWxlIjp7IiRpZCI6IjE5NTgiLCJGb250U2V0dGluZ3MiOnsiJGlkIjoiMTk1OSIsIkZvbnRTaXplIjoxMCwiRm9udE5hbWUiOiJDYWxpYnJpIiwiSXNCb2xkIjpmYWxzZSwiSXNJdGFsaWMiOmZhbHNlLCJJc1VuZGVybGluZWQiOmZhbHNlLCJQYXJlbnRTdHlsZSI6bnVsbH0sIkF1dG9TaXplIjowLCJGb3JlZ3JvdW5kIjp7IiRpZCI6IjE5NjAiLCJDb2xvciI6eyIkaWQiOiIxOTYx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Tk2MiIsIlRvcCI6MC4wLCJMZWZ0IjowLjAsIlJpZ2h0IjowLjAsIkJvdHRvbSI6MC4wfSwiUGFkZGluZyI6eyIkaWQiOiIxOTYzIiwiVG9wIjowLjAsIkxlZnQiOjAuMCwiUmlnaHQiOjAuMCwiQm90dG9tIjowLjB9LCJCYWNrZ3JvdW5kIjp7IiRpZCI6IjE5NjQiLCJDb2xvciI6eyIkaWQiOiIxOTY1IiwiQSI6MjU1LCJSIjoyMzcsIkciOjEyNSwiQiI6NDl9fSwiSXNWaXNpYmxlIjp0cnVlLCJXaWR0aCI6MC4wLCJIZWlnaHQiOjAuMCwiQm9yZGVyU3R5bGUiOnsiJGlkIjoiMTk2NiIsIkxpbmVDb2xvciI6bnVsbCwiTGluZVdlaWdodCI6MC4wLCJMaW5lVHlwZSI6MCwiUGFyZW50U3R5bGUiOm51bGx9LCJQYXJlbnRTdHlsZSI6bnVsbH0sIkhvcml6b250YWxDb25uZWN0b3JTdHlsZSI6eyIkaWQiOiIxOTY3IiwiTGluZUNvbG9yIjp7IiRpZCI6IjE5NjgiLCIkdHlwZSI6Ik5MUkUuQ29tbW9uLkRvbS5Tb2xpZENvbG9yQnJ1c2gsIE5MUkUuQ29tbW9uIiwiQ29sb3IiOnsiJGlkIjoiMTk2OSIsIkEiOjUxLCJSIjoyMSwiRyI6OTYsIkIiOjEzMH19LCJMaW5lV2VpZ2h0IjoxLjAsIkxpbmVUeXBlIjowLCJQYXJlbnRTdHlsZSI6bnVsbH0sIlZlcnRpY2FsQ29ubmVjdG9yU3R5bGUiOnsiJGlkIjoiMTk3MCIsIkxpbmVDb2xvciI6eyIkaWQiOiIxOTcxIiwiJHR5cGUiOiJOTFJFLkNvbW1vbi5Eb20uU29saWRDb2xvckJydXNoLCBOTFJFLkNvbW1vbiIsIkNvbG9yIjp7IiRpZCI6IjE5NzIiLCJBIjo1MSwiUiI6MjEsIkciOjk2LCJCIjoxMzB9fSwiTGluZVdlaWdodCI6MC4wLCJMaW5lVHlwZSI6MCwiUGFyZW50U3R5bGUiOm51bGx9LCJNYXJnaW4iOm51bGwsIlN0YXJ0RGF0ZVBvc2l0aW9uIjo0LCJFbmREYXRlUG9zaXRpb24iOjQsIkRhdGVJc1Zpc2libGUiOnRydWUsIlRpdGxlUG9zaXRpb24iOjUsIkR1cmF0aW9uUG9zaXRpb24iOjYsIlBlcmNlbnRhZ2VDb21wbGV0ZWRQb3NpdGlvbiI6MiwiVmFyaWFuY2VQb3NpdGlvbiI6NiwiU3BhY2luZyI6MywiSXNCZWxvd1RpbWViYW5kIjp0cnVlLCJQZXJjZW50YWdlQ29tcGxldGVTaGFwZU9wYWNpdHkiOjM1LCJCYXNlbGluZVN0eWxlIjp7IiRpZCI6IjE5NzMiLCJTaGFwZVN0eWxlIjp7IiRpZCI6IjE5NzQiLCJNYXJnaW4iOnsiJGlkIjoiMTk3NSIsIlRvcCI6MC4wLCJMZWZ0IjowLjAsIlJpZ2h0IjowLjAsIkJvdHRvbSI6MC4wfSwiUGFkZGluZyI6eyIkaWQiOiIxOTc2IiwiVG9wIjowLjAsIkxlZnQiOjAuMCwiUmlnaHQiOjAuMCwiQm90dG9tIjowLjB9LCJCYWNrZ3JvdW5kIjp7IiRpZCI6IjE5NzciLCJDb2xvciI6eyIkaWQiOiIxOTc4IiwiQSI6MTUzLCJSIjowLCJHIjowLCJCIjowfX0sIklzVmlzaWJsZSI6dHJ1ZSwiV2lkdGgiOjAuMCwiSGVpZ2h0IjowLjAsIkJvcmRlclN0eWxlIjpudWxsLCJQYXJlbnRTdHlsZSI6bnVsbH0sIk1hcmdpbiI6eyIkaWQiOiIxOTc5IiwiVG9wIjowLjAsIkxlZnQiOjAuMCwiUmlnaHQiOjAuMCwiQm90dG9tIjowLjB9LCJQYWRkaW5nIjp7IiRpZCI6IjE5ODAiLCJUb3AiOjAuMCwiTGVmdCI6MC4wLCJSaWdodCI6MC4wLCJCb3R0b20iOjAuMH0sIkJhY2tncm91bmQiOm51bGwsIklzVmlzaWJsZSI6dHJ1ZSwiV2lkdGgiOjAuMCwiSGVpZ2h0IjowLjAsIkJvcmRlclN0eWxlIjpudWxsLCJQYXJlbnRTdHlsZSI6bnVsbH0sIlNoYXBlU3R5bGUiOnsiJGlkIjoiMTk4MSIsIk1hcmdpbiI6eyIkaWQiOiIxOTgyIiwiVG9wIjowLjAsIkxlZnQiOjQuMCwiUmlnaHQiOjQuMCwiQm90dG9tIjowLjB9LCJQYWRkaW5nIjp7IiRpZCI6IjE5ODMiLCJUb3AiOjAuMCwiTGVmdCI6MC4wLCJSaWdodCI6MC4wLCJCb3R0b20iOjAuMH0sIkJhY2tncm91bmQiOnsiJGlkIjoiMTk4NCIsIkNvbG9yIjp7IiRpZCI6IjE5ODUiLCJBIjoyNTUsIlIiOjIzMywiRyI6MTEzLCJCIjo1MH19LCJJc1Zpc2libGUiOnRydWUsIldpZHRoIjowLjAsIkhlaWdodCI6MTAuMCwiQm9yZGVyU3R5bGUiOnsiJGlkIjoiMTk4NiIsIkxpbmVDb2xvciI6eyIkaWQiOiIxOTg3IiwiJHR5cGUiOiJOTFJFLkNvbW1vbi5Eb20uU29saWRDb2xvckJydXNoLCBOTFJFLkNvbW1vbiIsIkNvbG9yIjp7IiRpZCI6IjE5ODgiLCJBIjoyNTUsIlIiOjIzNCwiRyI6MjIsIkIiOjMwfX0sIkxpbmVXZWlnaHQiOjAuMCwiTGluZVR5cGUiOjAsIlBhcmVudFN0eWxlIjpudWxsfSwiUGFyZW50U3R5bGUiOm51bGx9LCJUaXRsZVN0eWxlIjp7IiRpZCI6IjE5ODkiLCJGb250U2V0dGluZ3MiOnsiJGlkIjoiMTk5MCIsIkZvbnRTaXplIjoxMSwiRm9udE5hbWUiOiJDYWxpYnJpIiwiSXNCb2xkIjpmYWxzZSwiSXNJdGFsaWMiOmZhbHNlLCJJc1VuZGVybGluZWQiOmZhbHNlLCJQYXJlbnRTdHlsZSI6bnVsbH0sIkF1dG9TaXplIjowLCJGb3JlZ3JvdW5kIjp7IiRpZCI6IjE5OTEiLCJDb2xvciI6eyIkaWQiOiIxOTk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E5OTMiLCJUb3AiOjAuMCwiTGVmdCI6MC4wLCJSaWdodCI6MC4wLCJCb3R0b20iOjAuMH0sIlBhZGRpbmciOnsiJGlkIjoiMTk5NCIsIlRvcCI6MC4wLCJMZWZ0IjowLjAsIlJpZ2h0IjowLjAsIkJvdHRvbSI6MC4wfSwiQmFja2dyb3VuZCI6eyIkaWQiOiIxOTk1IiwiQ29sb3IiOnsiJGlkIjoiMTk5NiIsIkEiOjAsIlIiOjI1NSwiRyI6MjU1LCJCIjoyNTV9fSwiSXNWaXNpYmxlIjp0cnVlLCJXaWR0aCI6MC4wLCJIZWlnaHQiOjAuMCwiQm9yZGVyU3R5bGUiOnsiJGlkIjoiMTk5NyIsIkxpbmVDb2xvciI6bnVsbCwiTGluZVdlaWdodCI6MC4wLCJMaW5lVHlwZSI6MCwiUGFyZW50U3R5bGUiOm51bGx9LCJQYXJlbnRTdHlsZSI6bnVsbH0sIkRhdGVTdHlsZSI6eyIkaWQiOiIxOTk4IiwiRm9udFNldHRpbmdzIjp7IiRpZCI6IjE5OTkiLCJGb250U2l6ZSI6MTAsIkZvbnROYW1lIjoiQ2FsaWJyaSIsIklzQm9sZCI6ZmFsc2UsIklzSXRhbGljIjpmYWxzZSwiSXNVbmRlcmxpbmVkIjpmYWxzZSwiUGFyZW50U3R5bGUiOm51bGx9LCJBdXRvU2l6ZSI6MCwiRm9yZWdyb3VuZCI6eyIkaWQiOiIyMDAwIiwiQ29sb3IiOnsiJGlkIjoiMjAwMS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MDAyIiwiVG9wIjowLjAsIkxlZnQiOjAuMCwiUmlnaHQiOjAuMCwiQm90dG9tIjowLjB9LCJQYWRkaW5nIjp7IiRpZCI6IjIwMDMiLCJUb3AiOjAuMCwiTGVmdCI6MC4wLCJSaWdodCI6MC4wLCJCb3R0b20iOjAuMH0sIkJhY2tncm91bmQiOnsiJGlkIjoiMjAwNCIsIkNvbG9yIjp7IiRpZCI6IjIwMDUiLCJBIjowLCJSIjoyNTUsIkciOjI1NSwiQiI6MjU1fX0sIklzVmlzaWJsZSI6dHJ1ZSwiV2lkdGgiOjAuMCwiSGVpZ2h0IjowLjAsIkJvcmRlclN0eWxlIjp7IiRpZCI6IjIwMDYiLCJMaW5lQ29sb3IiOm51bGwsIkxpbmVXZWlnaHQiOjAuMCwiTGluZVR5cGUiOjAsIlBhcmVudFN0eWxlIjpudWxsfSwiUGFyZW50U3R5bGUiOm51bGx9LCJEYXRlRm9ybWF0Ijp7IiRpZCI6IjIwM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wOCIsIkZvcm1hdCI6MCwiSXNWaXNpYmxlIjpmYWxzZSwiTGFzdEtub3duVmlzaWJpbGl0eVN0YXRlIjpmYWxzZX0sIklzVmlzaWJsZSI6dHJ1ZSwiVmFyaWFuY2VTdHlsZSI6eyIkaWQiOiIyMDA5IiwiVGV4dFN0eWxlIjp7IiRpZCI6IjIwMTAiLCJGb250U2V0dGluZ3MiOnsiJGlkIjoiMjAxMSIsIkZvbnRTaXplIjoxMCwiRm9udE5hbWUiOiJDYWxpYnJpIiwiSXNCb2xkIjpmYWxzZSwiSXNJdGFsaWMiOmZhbHNlLCJJc1VuZGVybGluZWQiOmZhbHNlLCJQYXJlbnRTdHlsZSI6bnVsbH0sIkF1dG9TaXplIjowLCJGb3JlZ3JvdW5kIjp7IiRpZCI6IjIwMTIiLCJDb2xvciI6eyIkaWQiOiIyMDE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wMTQiLCJUb3AiOjAuMCwiTGVmdCI6MC4wLCJSaWdodCI6MC4wLCJCb3R0b20iOjAuMH0sIlBhZGRpbmciOnsiJGlkIjoiMjAxNSIsIlRvcCI6MC4wLCJMZWZ0IjowLjAsIlJpZ2h0IjowLjAsIkJvdHRvbSI6MC4wfSwiQmFja2dyb3VuZCI6eyIkaWQiOiIyMDE2IiwiQ29sb3IiOnsiJGlkIjoiMjAxNyIsIkEiOjI1NSwiUiI6MCwiRyI6MCwiQiI6MH19LCJJc1Zpc2libGUiOnRydWUsIldpZHRoIjowLjAsIkhlaWdodCI6MC4wLCJCb3JkZXJTdHlsZSI6eyIkaWQiOiIyMDE4IiwiTGluZUNvbG9yIjpudWxsLCJMaW5lV2VpZ2h0IjowLjAsIkxpbmVUeXBlIjowLCJQYXJlbnRTdHlsZSI6bnVsbH0sIlBhcmVudFN0eWxlIjpudWxsfSwiUGFyZW50U3R5bGUiOm51bGx9LCJQYXJlbnRTdHlsZSI6bnVsbH0sIkluZGV4Ijo2LCJTbWFydER1cmF0aW9uQWN0aXZhdGVkIjpmYWxzZSwiRGF0ZUZvcm1hdCI6eyIkcmVmIjoiMjAwNyJ9LCJXZWVrTnVtYmVyaW5nIjp7IiRpZCI6IjIwMTkiLCJGb3JtYXQiOjAsIklzVmlzaWJsZSI6ZmFsc2UsIkxhc3RLbm93blZpc2liaWxpdHlTdGF0ZSI6ZmFsc2V9LCJCYXNlbGluZURhdGEiOnsiJGlkIjoiMjAyMCIsIlN0YXJ0RGF0ZSI6IjIwMjYtMDgtMTNUMjM6NTk6MDAiLCJFbmREYXRlIjoiMjAyNi0wOC0xNFQyMzo1OTowMCJ9LCJJZCI6IjhkYmU5MzFjLWVkYzEtNDM5Zi1hZjZiLTBhYTZkZmM5ZjVhNiIsIkltcG9ydElkIjpudWxsLCJUaXRsZSI6IkV4dHJhY3QgQW9QIEltYWdlcyBmcm9tIElNVSB0YWdnZWQgZGF0YSAoRmVyKSIsIk5vdGUiOm51bGwsIkh5cGVybGluayI6eyIkaWQiOiIyMDIxIiwiQWRkcmVzcyI6IiIsIlN1YkFkZHJlc3MiOiIifSwiSXNDaGFuZ2VkIjpmYWxzZSwiSXNOZXciOmZhbHNlfSx7IiRpZCI6IjIwMjIiLCJHcm91cE5hbWUiOm51bGwsIlN0YXJ0RGF0ZSI6IjIwMjYtMDgtMTNUMjM6NTk6MDBaIiwiRW5kRGF0ZSI6IjIwMjYtMDgtMTRUMjM6NTk6MDBaIiwiUGVyY2VudGFnZUNvbXBsZXRlIjpudWxsLCJTdHlsZSI6eyIkaWQiOiIyMDIzIiwiU2hhcGUiOjEsIlNoYXBlVGhpY2tuZXNzIjowLCJEdXJhdGlvbkZvcm1hdCI6MCwiSW5jbHVkZU5vbldvcmtpbmdEYXlzSW5EdXJhdGlvbiI6ZmFsc2UsIlBlcmNlbnRhZ2VDb21wbGV0ZVN0eWxlIjp7IiRpZCI6IjIwMjQiLCJGb250U2V0dGluZ3MiOnsiJGlkIjoiMjAyNSIsIkZvbnRTaXplIjoxMCwiRm9udE5hbWUiOiJDYWxpYnJpIiwiSXNCb2xkIjpmYWxzZSwiSXNJdGFsaWMiOmZhbHNlLCJJc1VuZGVybGluZWQiOmZhbHNlLCJQYXJlbnRTdHlsZSI6bnVsbH0sIkF1dG9TaXplIjowLCJGb3JlZ3JvdW5kIjp7IiRpZCI6IjIwMjYiLCJDb2xvciI6eyIkaWQiOiIyMDI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wMjgiLCJUb3AiOjAuMCwiTGVmdCI6MC4wLCJSaWdodCI6MC4wLCJCb3R0b20iOjAuMH0sIlBhZGRpbmciOnsiJGlkIjoiMjAyOSIsIlRvcCI6MC4wLCJMZWZ0IjowLjAsIlJpZ2h0IjowLjAsIkJvdHRvbSI6MC4wfSwiQmFja2dyb3VuZCI6eyIkaWQiOiIyMDMwIiwiQ29sb3IiOnsiJGlkIjoiMjAzMSIsIkEiOjg5LCJSIjowLCJHIjowLCJCIjowfX0sIklzVmlzaWJsZSI6dHJ1ZSwiV2lkdGgiOjAuMCwiSGVpZ2h0IjowLjAsIkJvcmRlclN0eWxlIjp7IiRpZCI6IjIwMzIiLCJMaW5lQ29sb3IiOm51bGwsIkxpbmVXZWlnaHQiOjAuMCwiTGluZVR5cGUiOjAsIlBhcmVudFN0eWxlIjpudWxsfSwiUGFyZW50U3R5bGUiOm51bGx9LCJEdXJhdGlvblN0eWxlIjp7IiRpZCI6IjIwMzMiLCJGb250U2V0dGluZ3MiOnsiJGlkIjoiMjAzNCIsIkZvbnRTaXplIjoxMCwiRm9udE5hbWUiOiJDYWxpYnJpIiwiSXNCb2xkIjpmYWxzZSwiSXNJdGFsaWMiOmZhbHNlLCJJc1VuZGVybGluZWQiOmZhbHNlLCJQYXJlbnRTdHlsZSI6bnVsbH0sIkF1dG9TaXplIjowLCJGb3JlZ3JvdW5kIjp7IiRpZCI6IjIwMzUiLCJDb2xvciI6eyIkaWQiOiIyMDM2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jAzNyIsIlRvcCI6MC4wLCJMZWZ0IjowLjAsIlJpZ2h0IjowLjAsIkJvdHRvbSI6MC4wfSwiUGFkZGluZyI6eyIkaWQiOiIyMDM4IiwiVG9wIjowLjAsIkxlZnQiOjAuMCwiUmlnaHQiOjAuMCwiQm90dG9tIjowLjB9LCJCYWNrZ3JvdW5kIjp7IiRpZCI6IjIwMzkiLCJDb2xvciI6eyIkaWQiOiIyMDQwIiwiQSI6MjU1LCJSIjoyMzcsIkciOjEyNSwiQiI6NDl9fSwiSXNWaXNpYmxlIjp0cnVlLCJXaWR0aCI6MC4wLCJIZWlnaHQiOjAuMCwiQm9yZGVyU3R5bGUiOnsiJGlkIjoiMjA0MSIsIkxpbmVDb2xvciI6bnVsbCwiTGluZVdlaWdodCI6MC4wLCJMaW5lVHlwZSI6MCwiUGFyZW50U3R5bGUiOm51bGx9LCJQYXJlbnRTdHlsZSI6bnVsbH0sIkhvcml6b250YWxDb25uZWN0b3JTdHlsZSI6eyIkaWQiOiIyMDQyIiwiTGluZUNvbG9yIjp7IiRpZCI6IjIwNDMiLCIkdHlwZSI6Ik5MUkUuQ29tbW9uLkRvbS5Tb2xpZENvbG9yQnJ1c2gsIE5MUkUuQ29tbW9uIiwiQ29sb3IiOnsiJGlkIjoiMjA0NCIsIkEiOjUxLCJSIjoyMSwiRyI6OTYsIkIiOjEzMH19LCJMaW5lV2VpZ2h0IjoxLjAsIkxpbmVUeXBlIjowLCJQYXJlbnRTdHlsZSI6bnVsbH0sIlZlcnRpY2FsQ29ubmVjdG9yU3R5bGUiOnsiJGlkIjoiMjA0NSIsIkxpbmVDb2xvciI6eyIkaWQiOiIyMDQ2IiwiJHR5cGUiOiJOTFJFLkNvbW1vbi5Eb20uU29saWRDb2xvckJydXNoLCBOTFJFLkNvbW1vbiIsIkNvbG9yIjp7IiRpZCI6IjIwNDciLCJBIjo1MSwiUiI6MjEsIkciOjk2LCJCIjoxMzB9fSwiTGluZVdlaWdodCI6MC4wLCJMaW5lVHlwZSI6MCwiUGFyZW50U3R5bGUiOm51bGx9LCJNYXJnaW4iOm51bGwsIlN0YXJ0RGF0ZVBvc2l0aW9uIjo0LCJFbmREYXRlUG9zaXRpb24iOjQsIkRhdGVJc1Zpc2libGUiOnRydWUsIlRpdGxlUG9zaXRpb24iOjUsIkR1cmF0aW9uUG9zaXRpb24iOjYsIlBlcmNlbnRhZ2VDb21wbGV0ZWRQb3NpdGlvbiI6NiwiVmFyaWFuY2VQb3NpdGlvbiI6NiwiU3BhY2luZyI6MywiSXNCZWxvd1RpbWViYW5kIjp0cnVlLCJQZXJjZW50YWdlQ29tcGxldGVTaGFwZU9wYWNpdHkiOjM1LCJCYXNlbGluZVN0eWxlIjp7IiRpZCI6IjIwNDgiLCJTaGFwZVN0eWxlIjp7IiRpZCI6IjIwNDkiLCJNYXJnaW4iOnsiJGlkIjoiMjA1MCIsIlRvcCI6MC4wLCJMZWZ0IjowLjAsIlJpZ2h0IjowLjAsIkJvdHRvbSI6MC4wfSwiUGFkZGluZyI6eyIkaWQiOiIyMDUxIiwiVG9wIjowLjAsIkxlZnQiOjAuMCwiUmlnaHQiOjAuMCwiQm90dG9tIjowLjB9LCJCYWNrZ3JvdW5kIjp7IiRpZCI6IjIwNTIiLCJDb2xvciI6eyIkaWQiOiIyMDUzIiwiQSI6MTUzLCJSIjowLCJHIjowLCJCIjowfX0sIklzVmlzaWJsZSI6dHJ1ZSwiV2lkdGgiOjAuMCwiSGVpZ2h0IjowLjAsIkJvcmRlclN0eWxlIjpudWxsLCJQYXJlbnRTdHlsZSI6bnVsbH0sIk1hcmdpbiI6eyIkaWQiOiIyMDU0IiwiVG9wIjowLjAsIkxlZnQiOjAuMCwiUmlnaHQiOjAuMCwiQm90dG9tIjowLjB9LCJQYWRkaW5nIjp7IiRpZCI6IjIwNTUiLCJUb3AiOjAuMCwiTGVmdCI6MC4wLCJSaWdodCI6MC4wLCJCb3R0b20iOjAuMH0sIkJhY2tncm91bmQiOm51bGwsIklzVmlzaWJsZSI6dHJ1ZSwiV2lkdGgiOjAuMCwiSGVpZ2h0IjowLjAsIkJvcmRlclN0eWxlIjpudWxsLCJQYXJlbnRTdHlsZSI6bnVsbH0sIlNoYXBlU3R5bGUiOnsiJGlkIjoiMjA1NiIsIk1hcmdpbiI6eyIkaWQiOiIyMDU3IiwiVG9wIjowLjAsIkxlZnQiOjQuMCwiUmlnaHQiOjQuMCwiQm90dG9tIjowLjB9LCJQYWRkaW5nIjp7IiRpZCI6IjIwNTgiLCJUb3AiOjAuMCwiTGVmdCI6MC4wLCJSaWdodCI6MC4wLCJCb3R0b20iOjAuMH0sIkJhY2tncm91bmQiOnsiJGlkIjoiMjA1OSIsIkNvbG9yIjp7IiRpZCI6IjIwNjAiLCJBIjoyNTUsIlIiOjIzMywiRyI6MTEzLCJCIjo1MH19LCJJc1Zpc2libGUiOnRydWUsIldpZHRoIjowLjAsIkhlaWdodCI6MTAuMCwiQm9yZGVyU3R5bGUiOnsiJGlkIjoiMjA2MSIsIkxpbmVDb2xvciI6eyIkaWQiOiIyMDYyIiwiJHR5cGUiOiJOTFJFLkNvbW1vbi5Eb20uU29saWRDb2xvckJydXNoLCBOTFJFLkNvbW1vbiIsIkNvbG9yIjp7IiRpZCI6IjIwNjMiLCJBIjoyNTUsIlIiOjIzNCwiRyI6MjIsIkIiOjMwfX0sIkxpbmVXZWlnaHQiOjAuMCwiTGluZVR5cGUiOjAsIlBhcmVudFN0eWxlIjpudWxsfSwiUGFyZW50U3R5bGUiOm51bGx9LCJUaXRsZVN0eWxlIjp7IiRpZCI6IjIwNjQiLCJGb250U2V0dGluZ3MiOnsiJGlkIjoiMjA2NSIsIkZvbnRTaXplIjoxMSwiRm9udE5hbWUiOiJDYWxpYnJpIiwiSXNCb2xkIjpmYWxzZSwiSXNJdGFsaWMiOmZhbHNlLCJJc1VuZGVybGluZWQiOmZhbHNlLCJQYXJlbnRTdHlsZSI6bnVsbH0sIkF1dG9TaXplIjowLCJGb3JlZ3JvdW5kIjp7IiRpZCI6IjIwNjYiLCJDb2xvciI6eyIkaWQiOiIyMDY3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wNjgiLCJUb3AiOjAuMCwiTGVmdCI6MC4wLCJSaWdodCI6MC4wLCJCb3R0b20iOjAuMH0sIlBhZGRpbmciOnsiJGlkIjoiMjA2OSIsIlRvcCI6MC4wLCJMZWZ0IjowLjAsIlJpZ2h0IjowLjAsIkJvdHRvbSI6MC4wfSwiQmFja2dyb3VuZCI6eyIkaWQiOiIyMDcwIiwiQ29sb3IiOnsiJGlkIjoiMjA3MSIsIkEiOjAsIlIiOjI1NSwiRyI6MjU1LCJCIjoyNTV9fSwiSXNWaXNpYmxlIjp0cnVlLCJXaWR0aCI6MC4wLCJIZWlnaHQiOjAuMCwiQm9yZGVyU3R5bGUiOnsiJGlkIjoiMjA3MiIsIkxpbmVDb2xvciI6bnVsbCwiTGluZVdlaWdodCI6MC4wLCJMaW5lVHlwZSI6MCwiUGFyZW50U3R5bGUiOm51bGx9LCJQYXJlbnRTdHlsZSI6bnVsbH0sIkRhdGVTdHlsZSI6eyIkaWQiOiIyMDczIiwiRm9udFNldHRpbmdzIjp7IiRpZCI6IjIwNzQiLCJGb250U2l6ZSI6MTAsIkZvbnROYW1lIjoiQ2FsaWJyaSIsIklzQm9sZCI6ZmFsc2UsIklzSXRhbGljIjpmYWxzZSwiSXNVbmRlcmxpbmVkIjpmYWxzZSwiUGFyZW50U3R5bGUiOm51bGx9LCJBdXRvU2l6ZSI6MCwiRm9yZWdyb3VuZCI6eyIkaWQiOiIyMDc1IiwiQ29sb3IiOnsiJGlkIjoiMjA3Ni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MDc3IiwiVG9wIjowLjAsIkxlZnQiOjAuMCwiUmlnaHQiOjAuMCwiQm90dG9tIjowLjB9LCJQYWRkaW5nIjp7IiRpZCI6IjIwNzgiLCJUb3AiOjAuMCwiTGVmdCI6MC4wLCJSaWdodCI6MC4wLCJCb3R0b20iOjAuMH0sIkJhY2tncm91bmQiOnsiJGlkIjoiMjA3OSIsIkNvbG9yIjp7IiRpZCI6IjIwODAiLCJBIjowLCJSIjoyNTUsIkciOjI1NSwiQiI6MjU1fX0sIklzVmlzaWJsZSI6dHJ1ZSwiV2lkdGgiOjAuMCwiSGVpZ2h0IjowLjAsIkJvcmRlclN0eWxlIjp7IiRpZCI6IjIwODEiLCJMaW5lQ29sb3IiOm51bGwsIkxpbmVXZWlnaHQiOjAuMCwiTGluZVR5cGUiOjAsIlBhcmVudFN0eWxlIjpudWxsfSwiUGFyZW50U3R5bGUiOm51bGx9LCJEYXRlRm9ybWF0Ijp7IiRpZCI6IjIwOD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4MyIsIkZvcm1hdCI6MCwiSXNWaXNpYmxlIjpmYWxzZSwiTGFzdEtub3duVmlzaWJpbGl0eVN0YXRlIjpmYWxzZX0sIklzVmlzaWJsZSI6dHJ1ZSwiVmFyaWFuY2VTdHlsZSI6eyIkaWQiOiIyMDg0IiwiVGV4dFN0eWxlIjp7IiRpZCI6IjIwODUiLCJGb250U2V0dGluZ3MiOnsiJGlkIjoiMjA4NiIsIkZvbnRTaXplIjoxMCwiRm9udE5hbWUiOiJDYWxpYnJpIiwiSXNCb2xkIjpmYWxzZSwiSXNJdGFsaWMiOmZhbHNlLCJJc1VuZGVybGluZWQiOmZhbHNlLCJQYXJlbnRTdHlsZSI6bnVsbH0sIkF1dG9TaXplIjowLCJGb3JlZ3JvdW5kIjp7IiRpZCI6IjIwODciLCJDb2xvciI6eyIkaWQiOiIyMDg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wODkiLCJUb3AiOjAuMCwiTGVmdCI6MC4wLCJSaWdodCI6MC4wLCJCb3R0b20iOjAuMH0sIlBhZGRpbmciOnsiJGlkIjoiMjA5MCIsIlRvcCI6MC4wLCJMZWZ0IjowLjAsIlJpZ2h0IjowLjAsIkJvdHRvbSI6MC4wfSwiQmFja2dyb3VuZCI6eyIkaWQiOiIyMDkxIiwiQ29sb3IiOnsiJGlkIjoiMjA5MiIsIkEiOjI1NSwiUiI6MCwiRyI6MCwiQiI6MH19LCJJc1Zpc2libGUiOnRydWUsIldpZHRoIjowLjAsIkhlaWdodCI6MC4wLCJCb3JkZXJTdHlsZSI6eyIkaWQiOiIyMDkzIiwiTGluZUNvbG9yIjpudWxsLCJMaW5lV2VpZ2h0IjowLjAsIkxpbmVUeXBlIjowLCJQYXJlbnRTdHlsZSI6bnVsbH0sIlBhcmVudFN0eWxlIjpudWxsfSwiUGFyZW50U3R5bGUiOm51bGx9LCJQYXJlbnRTdHlsZSI6bnVsbH0sIkluZGV4Ijo3LCJTbWFydER1cmF0aW9uQWN0aXZhdGVkIjpmYWxzZSwiRGF0ZUZvcm1hdCI6eyIkcmVmIjoiMjA4MiJ9LCJXZWVrTnVtYmVyaW5nIjp7IiRpZCI6IjIwOTQiLCJGb3JtYXQiOjAsIklzVmlzaWJsZSI6ZmFsc2UsIkxhc3RLbm93blZpc2liaWxpdHlTdGF0ZSI6ZmFsc2V9LCJCYXNlbGluZURhdGEiOnsiJGlkIjoiMjA5NSIsIlN0YXJ0RGF0ZSI6IjIwMjYtMDgtMTNUMjM6NTk6MDAiLCJFbmREYXRlIjoiMjAyNi0wOC0xNFQyMzo1OTowMCJ9LCJJZCI6IjZjYjkxMzVhLTNiYmQtNDI4Ny05YTFiLTRjZWQxODcwYTJlNSIsIkltcG9ydElkIjpudWxsLCJUaXRsZSI6IkFuYWx5c2UgSU1VIHRhZ2dlZCBkYXRhIChHaW8pIiwiTm90ZSI6bnVsbCwiSHlwZXJsaW5rIjp7IiRpZCI6IjIwOTYiLCJBZGRyZXNzIjoiIiwiU3ViQWRkcmVzcyI6IiJ9LCJJc0NoYW5nZWQiOmZhbHNlLCJJc05ldyI6ZmFsc2V9LHsiJGlkIjoiMjA5NyIsIkdyb3VwTmFtZSI6bnVsbCwiU3RhcnREYXRlIjoiMjAyNi0wOC0yMFQwMDowMDowMCIsIkVuZERhdGUiOiIyMDI2LTA4LTIxVDIzOjU5OjAwWiIsIlBlcmNlbnRhZ2VDb21wbGV0ZSI6bnVsbCwiU3R5bGUiOnsiJGlkIjoiMjA5OCIsIlNoYXBlIjoxLCJTaGFwZVRoaWNrbmVzcyI6MCwiRHVyYXRpb25Gb3JtYXQiOjAsIkluY2x1ZGVOb25Xb3JraW5nRGF5c0luRHVyYXRpb24iOmZhbHNlLCJQZXJjZW50YWdlQ29tcGxldGVTdHlsZSI6eyIkaWQiOiIyMDk5IiwiRm9udFNldHRpbmdzIjp7IiRpZCI6IjIxMDAiLCJGb250U2l6ZSI6MTAsIkZvbnROYW1lIjoiQ2FsaWJyaSIsIklzQm9sZCI6ZmFsc2UsIklzSXRhbGljIjpmYWxzZSwiSXNVbmRlcmxpbmVkIjpmYWxzZSwiUGFyZW50U3R5bGUiOm51bGx9LCJBdXRvU2l6ZSI6MCwiRm9yZWdyb3VuZCI6eyIkaWQiOiIyMTAxIiwiQ29sb3IiOnsiJGlkIjoiMjEwM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MTAzIiwiVG9wIjowLjAsIkxlZnQiOjAuMCwiUmlnaHQiOjAuMCwiQm90dG9tIjowLjB9LCJQYWRkaW5nIjp7IiRpZCI6IjIxMDQiLCJUb3AiOjAuMCwiTGVmdCI6MC4wLCJSaWdodCI6MC4wLCJCb3R0b20iOjAuMH0sIkJhY2tncm91bmQiOnsiJGlkIjoiMjEwNSIsIkNvbG9yIjp7IiRpZCI6IjIxMDYiLCJBIjo4OSwiUiI6MCwiRyI6MCwiQiI6MH19LCJJc1Zpc2libGUiOnRydWUsIldpZHRoIjowLjAsIkhlaWdodCI6MC4wLCJCb3JkZXJTdHlsZSI6eyIkaWQiOiIyMTA3IiwiTGluZUNvbG9yIjpudWxsLCJMaW5lV2VpZ2h0IjowLjAsIkxpbmVUeXBlIjowLCJQYXJlbnRTdHlsZSI6bnVsbH0sIlBhcmVudFN0eWxlIjpudWxsfSwiRHVyYXRpb25TdHlsZSI6eyIkaWQiOiIyMTA4IiwiRm9udFNldHRpbmdzIjp7IiRpZCI6IjIxMDkiLCJGb250U2l6ZSI6MTAsIkZvbnROYW1lIjoiQ2FsaWJyaSIsIklzQm9sZCI6ZmFsc2UsIklzSXRhbGljIjpmYWxzZSwiSXNVbmRlcmxpbmVkIjpmYWxzZSwiUGFyZW50U3R5bGUiOm51bGx9LCJBdXRvU2l6ZSI6MCwiRm9yZWdyb3VuZCI6eyIkaWQiOiIyMTEwIiwiQ29sb3IiOnsiJGlkIjoiMjExM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IxMTIiLCJUb3AiOjAuMCwiTGVmdCI6MC4wLCJSaWdodCI6MC4wLCJCb3R0b20iOjAuMH0sIlBhZGRpbmciOnsiJGlkIjoiMjExMyIsIlRvcCI6MC4wLCJMZWZ0IjowLjAsIlJpZ2h0IjowLjAsIkJvdHRvbSI6MC4wfSwiQmFja2dyb3VuZCI6eyIkaWQiOiIyMTE0IiwiQ29sb3IiOnsiJGlkIjoiMjExNSIsIkEiOjI1NSwiUiI6MjM3LCJHIjoxMjUsIkIiOjQ5fX0sIklzVmlzaWJsZSI6dHJ1ZSwiV2lkdGgiOjAuMCwiSGVpZ2h0IjowLjAsIkJvcmRlclN0eWxlIjp7IiRpZCI6IjIxMTYiLCJMaW5lQ29sb3IiOm51bGwsIkxpbmVXZWlnaHQiOjAuMCwiTGluZVR5cGUiOjAsIlBhcmVudFN0eWxlIjpudWxsfSwiUGFyZW50U3R5bGUiOm51bGx9LCJIb3Jpem9udGFsQ29ubmVjdG9yU3R5bGUiOnsiJGlkIjoiMjExNyIsIkxpbmVDb2xvciI6eyIkaWQiOiIyMTE4IiwiJHR5cGUiOiJOTFJFLkNvbW1vbi5Eb20uU29saWRDb2xvckJydXNoLCBOTFJFLkNvbW1vbiIsIkNvbG9yIjp7IiRpZCI6IjIxMTkiLCJBIjo1MSwiUiI6MjEsIkciOjk2LCJCIjoxMzB9fSwiTGluZVdlaWdodCI6MS4wLCJMaW5lVHlwZSI6MCwiUGFyZW50U3R5bGUiOm51bGx9LCJWZXJ0aWNhbENvbm5lY3RvclN0eWxlIjp7IiRpZCI6IjIxMjAiLCJMaW5lQ29sb3IiOnsiJGlkIjoiMjEyMSIsIiR0eXBlIjoiTkxSRS5Db21tb24uRG9tLlNvbGlkQ29sb3JCcnVzaCwgTkxSRS5Db21tb24iLCJDb2xvciI6eyIkaWQiOiIyMTIyIiwiQSI6NTEsIlIiOjIxLCJHIjo5NiwiQiI6MTMwfX0sIkxpbmVXZWlnaHQiOjAuMCwiTGluZVR5cGUiOjAsIlBhcmVudFN0eWxlIjpudWxsfSwiTWFyZ2luIjpudWxsLCJTdGFydERhdGVQb3NpdGlvbiI6NCwiRW5kRGF0ZVBvc2l0aW9uIjo0LCJEYXRlSXNWaXNpYmxlIjp0cnVlLCJUaXRsZVBvc2l0aW9uIjo1LCJEdXJhdGlvblBvc2l0aW9uIjo2LCJQZXJjZW50YWdlQ29tcGxldGVkUG9zaXRpb24iOjYsIlZhcmlhbmNlUG9zaXRpb24iOjYsIlNwYWNpbmciOjMsIklzQmVsb3dUaW1lYmFuZCI6dHJ1ZSwiUGVyY2VudGFnZUNvbXBsZXRlU2hhcGVPcGFjaXR5IjozNSwiQmFzZWxpbmVTdHlsZSI6eyIkaWQiOiIyMTIzIiwiU2hhcGVTdHlsZSI6eyIkaWQiOiIyMTI0IiwiTWFyZ2luIjp7IiRpZCI6IjIxMjUiLCJUb3AiOjAuMCwiTGVmdCI6MC4wLCJSaWdodCI6MC4wLCJCb3R0b20iOjAuMH0sIlBhZGRpbmciOnsiJGlkIjoiMjEyNiIsIlRvcCI6MC4wLCJMZWZ0IjowLjAsIlJpZ2h0IjowLjAsIkJvdHRvbSI6MC4wfSwiQmFja2dyb3VuZCI6eyIkaWQiOiIyMTI3IiwiQ29sb3IiOnsiJGlkIjoiMjEyOCIsIkEiOjE1MywiUiI6MCwiRyI6MCwiQiI6MH19LCJJc1Zpc2libGUiOnRydWUsIldpZHRoIjowLjAsIkhlaWdodCI6MC4wLCJCb3JkZXJTdHlsZSI6bnVsbCwiUGFyZW50U3R5bGUiOm51bGx9LCJNYXJnaW4iOnsiJGlkIjoiMjEyOSIsIlRvcCI6MC4wLCJMZWZ0IjowLjAsIlJpZ2h0IjowLjAsIkJvdHRvbSI6MC4wfSwiUGFkZGluZyI6eyIkaWQiOiIyMTMwIiwiVG9wIjowLjAsIkxlZnQiOjAuMCwiUmlnaHQiOjAuMCwiQm90dG9tIjowLjB9LCJCYWNrZ3JvdW5kIjpudWxsLCJJc1Zpc2libGUiOnRydWUsIldpZHRoIjowLjAsIkhlaWdodCI6MC4wLCJCb3JkZXJTdHlsZSI6bnVsbCwiUGFyZW50U3R5bGUiOm51bGx9LCJTaGFwZVN0eWxlIjp7IiRpZCI6IjIxMzEiLCJNYXJnaW4iOnsiJGlkIjoiMjEzMiIsIlRvcCI6MC4wLCJMZWZ0Ijo0LjAsIlJpZ2h0Ijo0LjAsIkJvdHRvbSI6MC4wfSwiUGFkZGluZyI6eyIkaWQiOiIyMTMzIiwiVG9wIjowLjAsIkxlZnQiOjAuMCwiUmlnaHQiOjAuMCwiQm90dG9tIjowLjB9LCJCYWNrZ3JvdW5kIjp7IiRpZCI6IjIxMzQiLCJDb2xvciI6eyIkaWQiOiIyMTM1IiwiQSI6MjU1LCJSIjoyNiwiRyI6MTcwLCJCIjo2Nn19LCJJc1Zpc2libGUiOnRydWUsIldpZHRoIjowLjAsIkhlaWdodCI6MTAuMCwiQm9yZGVyU3R5bGUiOnsiJGlkIjoiMjEzNiIsIkxpbmVDb2xvciI6eyIkaWQiOiIyMTM3IiwiJHR5cGUiOiJOTFJFLkNvbW1vbi5Eb20uU29saWRDb2xvckJydXNoLCBOTFJFLkNvbW1vbiIsIkNvbG9yIjp7IiRpZCI6IjIxMzgiLCJBIjoyNTUsIlIiOjIzNCwiRyI6MjIsIkIiOjMwfX0sIkxpbmVXZWlnaHQiOjAuMCwiTGluZVR5cGUiOjAsIlBhcmVudFN0eWxlIjpudWxsfSwiUGFyZW50U3R5bGUiOm51bGx9LCJUaXRsZVN0eWxlIjp7IiRpZCI6IjIxMzkiLCJGb250U2V0dGluZ3MiOnsiJGlkIjoiMjE0MCIsIkZvbnRTaXplIjoxMSwiRm9udE5hbWUiOiJDYWxpYnJpIiwiSXNCb2xkIjpmYWxzZSwiSXNJdGFsaWMiOmZhbHNlLCJJc1VuZGVybGluZWQiOmZhbHNlLCJQYXJlbnRTdHlsZSI6bnVsbH0sIkF1dG9TaXplIjowLCJGb3JlZ3JvdW5kIjp7IiRpZCI6IjIxNDEiLCJDb2xvciI6eyIkaWQiOiIyMTQ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xNDMiLCJUb3AiOjAuMCwiTGVmdCI6MC4wLCJSaWdodCI6MC4wLCJCb3R0b20iOjAuMH0sIlBhZGRpbmciOnsiJGlkIjoiMjE0NCIsIlRvcCI6MC4wLCJMZWZ0IjowLjAsIlJpZ2h0IjowLjAsIkJvdHRvbSI6MC4wfSwiQmFja2dyb3VuZCI6eyIkaWQiOiIyMTQ1IiwiQ29sb3IiOnsiJGlkIjoiMjE0NiIsIkEiOjAsIlIiOjI1NSwiRyI6MjU1LCJCIjoyNTV9fSwiSXNWaXNpYmxlIjp0cnVlLCJXaWR0aCI6MC4wLCJIZWlnaHQiOjAuMCwiQm9yZGVyU3R5bGUiOnsiJGlkIjoiMjE0NyIsIkxpbmVDb2xvciI6bnVsbCwiTGluZVdlaWdodCI6MC4wLCJMaW5lVHlwZSI6MCwiUGFyZW50U3R5bGUiOm51bGx9LCJQYXJlbnRTdHlsZSI6bnVsbH0sIkRhdGVTdHlsZSI6eyIkaWQiOiIyMTQ4IiwiRm9udFNldHRpbmdzIjp7IiRpZCI6IjIxNDkiLCJGb250U2l6ZSI6MTAsIkZvbnROYW1lIjoiQ2FsaWJyaSIsIklzQm9sZCI6ZmFsc2UsIklzSXRhbGljIjpmYWxzZSwiSXNVbmRlcmxpbmVkIjpmYWxzZSwiUGFyZW50U3R5bGUiOm51bGx9LCJBdXRvU2l6ZSI6MCwiRm9yZWdyb3VuZCI6eyIkaWQiOiIyMTUwIiwiQ29sb3IiOnsiJGlkIjoiMjE1MS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MTUyIiwiVG9wIjowLjAsIkxlZnQiOjAuMCwiUmlnaHQiOjAuMCwiQm90dG9tIjowLjB9LCJQYWRkaW5nIjp7IiRpZCI6IjIxNTMiLCJUb3AiOjAuMCwiTGVmdCI6MC4wLCJSaWdodCI6MC4wLCJCb3R0b20iOjAuMH0sIkJhY2tncm91bmQiOnsiJGlkIjoiMjE1NCIsIkNvbG9yIjp7IiRpZCI6IjIxNTUiLCJBIjowLCJSIjoyNTUsIkciOjI1NSwiQiI6MjU1fX0sIklzVmlzaWJsZSI6dHJ1ZSwiV2lkdGgiOjAuMCwiSGVpZ2h0IjowLjAsIkJvcmRlclN0eWxlIjp7IiRpZCI6IjIxNTYiLCJMaW5lQ29sb3IiOm51bGwsIkxpbmVXZWlnaHQiOjAuMCwiTGluZVR5cGUiOjAsIlBhcmVudFN0eWxlIjpudWxsfSwiUGFyZW50U3R5bGUiOm51bGx9LCJEYXRlRm9ybWF0Ijp7IiRpZCI6IjIx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E1OCIsIkZvcm1hdCI6MCwiSXNWaXNpYmxlIjpmYWxzZSwiTGFzdEtub3duVmlzaWJpbGl0eVN0YXRlIjpmYWxzZX0sIklzVmlzaWJsZSI6dHJ1ZSwiVmFyaWFuY2VTdHlsZSI6eyIkaWQiOiIyMTU5IiwiVGV4dFN0eWxlIjp7IiRpZCI6IjIxNjAiLCJGb250U2V0dGluZ3MiOnsiJGlkIjoiMjE2MSIsIkZvbnRTaXplIjoxMCwiRm9udE5hbWUiOiJDYWxpYnJpIiwiSXNCb2xkIjpmYWxzZSwiSXNJdGFsaWMiOmZhbHNlLCJJc1VuZGVybGluZWQiOmZhbHNlLCJQYXJlbnRTdHlsZSI6bnVsbH0sIkF1dG9TaXplIjowLCJGb3JlZ3JvdW5kIjp7IiRpZCI6IjIxNjIiLCJDb2xvciI6eyIkaWQiOiIyMT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xNjQiLCJUb3AiOjAuMCwiTGVmdCI6MC4wLCJSaWdodCI6MC4wLCJCb3R0b20iOjAuMH0sIlBhZGRpbmciOnsiJGlkIjoiMjE2NSIsIlRvcCI6MC4wLCJMZWZ0IjowLjAsIlJpZ2h0IjowLjAsIkJvdHRvbSI6MC4wfSwiQmFja2dyb3VuZCI6eyIkaWQiOiIyMTY2IiwiQ29sb3IiOnsiJGlkIjoiMjE2NyIsIkEiOjI1NSwiUiI6MCwiRyI6MCwiQiI6MH19LCJJc1Zpc2libGUiOnRydWUsIldpZHRoIjowLjAsIkhlaWdodCI6MC4wLCJCb3JkZXJTdHlsZSI6eyIkaWQiOiIyMTY4IiwiTGluZUNvbG9yIjpudWxsLCJMaW5lV2VpZ2h0IjowLjAsIkxpbmVUeXBlIjowLCJQYXJlbnRTdHlsZSI6bnVsbH0sIlBhcmVudFN0eWxlIjpudWxsfSwiUGFyZW50U3R5bGUiOm51bGx9LCJQYXJlbnRTdHlsZSI6bnVsbH0sIkluZGV4Ijo4LCJTbWFydER1cmF0aW9uQWN0aXZhdGVkIjpmYWxzZSwiRGF0ZUZvcm1hdCI6eyIkcmVmIjoiMjE1NyJ9LCJXZWVrTnVtYmVyaW5nIjp7IiRpZCI6IjIxNjkiLCJGb3JtYXQiOjAsIklzVmlzaWJsZSI6ZmFsc2UsIkxhc3RLbm93blZpc2liaWxpdHlTdGF0ZSI6ZmFsc2V9LCJCYXNlbGluZURhdGEiOnsiJGlkIjoiMjE3MCIsIlN0YXJ0RGF0ZSI6IjIwMjYtMDgtMjBUMDA6MDA6MDAiLCJFbmREYXRlIjoiMjAyNi0wOC0yMVQyMzo1OTowMCJ9LCJJZCI6IjE0OTg4ZjMzLWFiYzQtNDM3NS04MDdjLWVjNTA3NjdkODYwOCIsIkltcG9ydElkIjpudWxsLCJUaXRsZSI6IkRhdGEgQW5hbHlzaXMgKEFuYSkiLCJOb3RlIjpudWxsLCJIeXBlcmxpbmsiOnsiJGlkIjoiMjE3MSIsIkFkZHJlc3MiOiIiLCJTdWJBZGRyZXNzIjoiIn0sIklzQ2hhbmdlZCI6ZmFsc2UsIklzTmV3IjpmYWxzZX0seyIkaWQiOiIyMTcyIiwiR3JvdXBOYW1lIjpudWxsLCJTdGFydERhdGUiOiIyMDI2LTA4LTI0VDAwOjAwOjAwWiIsIkVuZERhdGUiOiIyMDI2LTA4LTI4VDIzOjU5OjAwWiIsIlBlcmNlbnRhZ2VDb21wbGV0ZSI6bnVsbCwiU3R5bGUiOnsiJGlkIjoiMjE3MyIsIlNoYXBlIjoxLCJTaGFwZVRoaWNrbmVzcyI6MCwiRHVyYXRpb25Gb3JtYXQiOjAsIkluY2x1ZGVOb25Xb3JraW5nRGF5c0luRHVyYXRpb24iOmZhbHNlLCJQZXJjZW50YWdlQ29tcGxldGVTdHlsZSI6eyIkaWQiOiIyMTc0IiwiRm9udFNldHRpbmdzIjp7IiRpZCI6IjIxNzUiLCJGb250U2l6ZSI6MTAsIkZvbnROYW1lIjoiQ2FsaWJyaSIsIklzQm9sZCI6ZmFsc2UsIklzSXRhbGljIjpmYWxzZSwiSXNVbmRlcmxpbmVkIjpmYWxzZSwiUGFyZW50U3R5bGUiOm51bGx9LCJBdXRvU2l6ZSI6MCwiRm9yZWdyb3VuZCI6eyIkaWQiOiIyMTc2IiwiQ29sb3IiOnsiJGlkIjoiMjE3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MTc4IiwiVG9wIjowLjAsIkxlZnQiOjAuMCwiUmlnaHQiOjAuMCwiQm90dG9tIjowLjB9LCJQYWRkaW5nIjp7IiRpZCI6IjIxNzkiLCJUb3AiOjAuMCwiTGVmdCI6MC4wLCJSaWdodCI6MC4wLCJCb3R0b20iOjAuMH0sIkJhY2tncm91bmQiOnsiJGlkIjoiMjE4MCIsIkNvbG9yIjp7IiRpZCI6IjIxODEiLCJBIjo4OSwiUiI6MCwiRyI6MCwiQiI6MH19LCJJc1Zpc2libGUiOnRydWUsIldpZHRoIjowLjAsIkhlaWdodCI6MC4wLCJCb3JkZXJTdHlsZSI6eyIkaWQiOiIyMTgyIiwiTGluZUNvbG9yIjpudWxsLCJMaW5lV2VpZ2h0IjowLjAsIkxpbmVUeXBlIjowLCJQYXJlbnRTdHlsZSI6bnVsbH0sIlBhcmVudFN0eWxlIjpudWxsfSwiRHVyYXRpb25TdHlsZSI6eyIkaWQiOiIyMTgzIiwiRm9udFNldHRpbmdzIjp7IiRpZCI6IjIxODQiLCJGb250U2l6ZSI6MTAsIkZvbnROYW1lIjoiQ2FsaWJyaSIsIklzQm9sZCI6ZmFsc2UsIklzSXRhbGljIjpmYWxzZSwiSXNVbmRlcmxpbmVkIjpmYWxzZSwiUGFyZW50U3R5bGUiOm51bGx9LCJBdXRvU2l6ZSI6MCwiRm9yZWdyb3VuZCI6eyIkaWQiOiIyMTg1IiwiQ29sb3IiOnsiJGlkIjoiMjE4Ni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IxODciLCJUb3AiOjAuMCwiTGVmdCI6MC4wLCJSaWdodCI6MC4wLCJCb3R0b20iOjAuMH0sIlBhZGRpbmciOnsiJGlkIjoiMjE4OCIsIlRvcCI6MC4wLCJMZWZ0IjowLjAsIlJpZ2h0IjowLjAsIkJvdHRvbSI6MC4wfSwiQmFja2dyb3VuZCI6eyIkaWQiOiIyMTg5IiwiQ29sb3IiOnsiJGlkIjoiMjE5MCIsIkEiOjI1NSwiUiI6MjM3LCJHIjoxMjUsIkIiOjQ5fX0sIklzVmlzaWJsZSI6dHJ1ZSwiV2lkdGgiOjAuMCwiSGVpZ2h0IjowLjAsIkJvcmRlclN0eWxlIjp7IiRpZCI6IjIxOTEiLCJMaW5lQ29sb3IiOm51bGwsIkxpbmVXZWlnaHQiOjAuMCwiTGluZVR5cGUiOjAsIlBhcmVudFN0eWxlIjpudWxsfSwiUGFyZW50U3R5bGUiOm51bGx9LCJIb3Jpem9udGFsQ29ubmVjdG9yU3R5bGUiOnsiJGlkIjoiMjE5MiIsIkxpbmVDb2xvciI6eyIkaWQiOiIyMTkzIiwiJHR5cGUiOiJOTFJFLkNvbW1vbi5Eb20uU29saWRDb2xvckJydXNoLCBOTFJFLkNvbW1vbiIsIkNvbG9yIjp7IiRpZCI6IjIxOTQiLCJBIjo1MSwiUiI6MjEsIkciOjk2LCJCIjoxMzB9fSwiTGluZVdlaWdodCI6MS4wLCJMaW5lVHlwZSI6MCwiUGFyZW50U3R5bGUiOm51bGx9LCJWZXJ0aWNhbENvbm5lY3RvclN0eWxlIjp7IiRpZCI6IjIxOTUiLCJMaW5lQ29sb3IiOnsiJGlkIjoiMjE5NiIsIiR0eXBlIjoiTkxSRS5Db21tb24uRG9tLlNvbGlkQ29sb3JCcnVzaCwgTkxSRS5Db21tb24iLCJDb2xvciI6eyIkaWQiOiIyMTk3IiwiQSI6NTEsIlIiOjIxLCJHIjo5NiwiQiI6MTMwfX0sIkxpbmVXZWlnaHQiOjAuMCwiTGluZVR5cGUiOjAsIlBhcmVudFN0eWxlIjpudWxsfSwiTWFyZ2luIjpudWxsLCJTdGFydERhdGVQb3NpdGlvbiI6NCwiRW5kRGF0ZVBvc2l0aW9uIjo0LCJEYXRlSXNWaXNpYmxlIjp0cnVlLCJUaXRsZVBvc2l0aW9uIjo1LCJEdXJhdGlvblBvc2l0aW9uIjo2LCJQZXJjZW50YWdlQ29tcGxldGVkUG9zaXRpb24iOjIsIlZhcmlhbmNlUG9zaXRpb24iOjYsIlNwYWNpbmciOjMsIklzQmVsb3dUaW1lYmFuZCI6dHJ1ZSwiUGVyY2VudGFnZUNvbXBsZXRlU2hhcGVPcGFjaXR5IjozNSwiQmFzZWxpbmVTdHlsZSI6eyIkaWQiOiIyMTk4IiwiU2hhcGVTdHlsZSI6eyIkaWQiOiIyMTk5IiwiTWFyZ2luIjp7IiRpZCI6IjIyMDAiLCJUb3AiOjAuMCwiTGVmdCI6MC4wLCJSaWdodCI6MC4wLCJCb3R0b20iOjAuMH0sIlBhZGRpbmciOnsiJGlkIjoiMjIwMSIsIlRvcCI6MC4wLCJMZWZ0IjowLjAsIlJpZ2h0IjowLjAsIkJvdHRvbSI6MC4wfSwiQmFja2dyb3VuZCI6eyIkaWQiOiIyMjAyIiwiQ29sb3IiOnsiJGlkIjoiMjIwMyIsIkEiOjE1MywiUiI6MCwiRyI6MCwiQiI6MH19LCJJc1Zpc2libGUiOnRydWUsIldpZHRoIjowLjAsIkhlaWdodCI6MC4wLCJCb3JkZXJTdHlsZSI6bnVsbCwiUGFyZW50U3R5bGUiOm51bGx9LCJNYXJnaW4iOnsiJGlkIjoiMjIwNCIsIlRvcCI6MC4wLCJMZWZ0IjowLjAsIlJpZ2h0IjowLjAsIkJvdHRvbSI6MC4wfSwiUGFkZGluZyI6eyIkaWQiOiIyMjA1IiwiVG9wIjowLjAsIkxlZnQiOjAuMCwiUmlnaHQiOjAuMCwiQm90dG9tIjowLjB9LCJCYWNrZ3JvdW5kIjpudWxsLCJJc1Zpc2libGUiOnRydWUsIldpZHRoIjowLjAsIkhlaWdodCI6MC4wLCJCb3JkZXJTdHlsZSI6bnVsbCwiUGFyZW50U3R5bGUiOm51bGx9LCJTaGFwZVN0eWxlIjp7IiRpZCI6IjIyMDYiLCJNYXJnaW4iOnsiJGlkIjoiMjIwNyIsIlRvcCI6MC4wLCJMZWZ0Ijo0LjAsIlJpZ2h0Ijo0LjAsIkJvdHRvbSI6MC4wfSwiUGFkZGluZyI6eyIkaWQiOiIyMjA4IiwiVG9wIjowLjAsIkxlZnQiOjAuMCwiUmlnaHQiOjAuMCwiQm90dG9tIjowLjB9LCJCYWNrZ3JvdW5kIjp7IiRpZCI6IjIyMDkiLCJDb2xvciI6eyIkaWQiOiIyMjEwIiwiQSI6MjU1LCJSIjoyMzMsIkciOjExMywiQiI6NTB9fSwiSXNWaXNpYmxlIjp0cnVlLCJXaWR0aCI6MC4wLCJIZWlnaHQiOjEwLjAsIkJvcmRlclN0eWxlIjp7IiRpZCI6IjIyMTEiLCJMaW5lQ29sb3IiOnsiJGlkIjoiMjIxMiIsIiR0eXBlIjoiTkxSRS5Db21tb24uRG9tLlNvbGlkQ29sb3JCcnVzaCwgTkxSRS5Db21tb24iLCJDb2xvciI6eyIkaWQiOiIyMjEzIiwiQSI6MjU1LCJSIjoyMzQsIkciOjIyLCJCIjozMH19LCJMaW5lV2VpZ2h0IjowLjAsIkxpbmVUeXBlIjowLCJQYXJlbnRTdHlsZSI6bnVsbH0sIlBhcmVudFN0eWxlIjpudWxsfSwiVGl0bGVTdHlsZSI6eyIkaWQiOiIyMjE0IiwiRm9udFNldHRpbmdzIjp7IiRpZCI6IjIyMTUiLCJGb250U2l6ZSI6MTEsIkZvbnROYW1lIjoiQ2FsaWJyaSIsIklzQm9sZCI6ZmFsc2UsIklzSXRhbGljIjpmYWxzZSwiSXNVbmRlcmxpbmVkIjpmYWxzZSwiUGFyZW50U3R5bGUiOm51bGx9LCJBdXRvU2l6ZSI6MCwiRm9yZWdyb3VuZCI6eyIkaWQiOiIyMjE2IiwiQ29sb3IiOnsiJGlkIjoiMjIxNyIsIkEiOjI1NSwiUiI6MCwiRyI6MCwiQiI6MH19LCJNYXhXaWR0aCI6NzIwLjAsIk1heEhlaWdodCI6IkluZmluaXR5IiwiU21hcnRGb3JlZ3JvdW5kSXNBY3RpdmUiOmZhbHNlLCJIb3Jpem9udGFsQWxpZ25tZW50IjowLCJWZXJ0aWNhbEFsaWdubWVudCI6MSwiU21hcnRGb3JlZ3JvdW5kIjpudWxsLCJCYWNrZ3JvdW5kRmlsbFR5cGUiOjAsIk1hcmdpbiI6eyIkaWQiOiIyMjE4IiwiVG9wIjowLjAsIkxlZnQiOjAuMCwiUmlnaHQiOjAuMCwiQm90dG9tIjowLjB9LCJQYWRkaW5nIjp7IiRpZCI6IjIyMTkiLCJUb3AiOjAuMCwiTGVmdCI6MC4wLCJSaWdodCI6MC4wLCJCb3R0b20iOjAuMH0sIkJhY2tncm91bmQiOnsiJGlkIjoiMjIyMCIsIkNvbG9yIjp7IiRpZCI6IjIyMjEiLCJBIjowLCJSIjoyNTUsIkciOjI1NSwiQiI6MjU1fX0sIklzVmlzaWJsZSI6dHJ1ZSwiV2lkdGgiOjAuMCwiSGVpZ2h0IjowLjAsIkJvcmRlclN0eWxlIjp7IiRpZCI6IjIyMjIiLCJMaW5lQ29sb3IiOm51bGwsIkxpbmVXZWlnaHQiOjAuMCwiTGluZVR5cGUiOjAsIlBhcmVudFN0eWxlIjpudWxsfSwiUGFyZW50U3R5bGUiOm51bGx9LCJEYXRlU3R5bGUiOnsiJGlkIjoiMjIyMyIsIkZvbnRTZXR0aW5ncyI6eyIkaWQiOiIyMjI0IiwiRm9udFNpemUiOjEwLCJGb250TmFtZSI6IkNhbGlicmkiLCJJc0JvbGQiOmZhbHNlLCJJc0l0YWxpYyI6ZmFsc2UsIklzVW5kZXJsaW5lZCI6ZmFsc2UsIlBhcmVudFN0eWxlIjpudWxsfSwiQXV0b1NpemUiOjAsIkZvcmVncm91bmQiOnsiJGlkIjoiMjIyNSIsIkNvbG9yIjp7IiRpZCI6IjIyMjYiLCJBIjoyNTUsIlIiOjE0LCJHIjo0MCwiQiI6NjV9fSwiTWF4V2lkdGgiOjIwMC4wLCJNYXhIZWlnaHQiOiJJbmZpbml0eSIsIlNtYXJ0Rm9yZWdyb3VuZElzQWN0aXZlIjpmYWxzZSwiSG9yaXpvbnRhbEFsaWdubWVudCI6MCwiVmVydGljYWxBbGlnbm1lbnQiOjEsIlNtYXJ0Rm9yZWdyb3VuZCI6bnVsbCwiQmFja2dyb3VuZEZpbGxUeXBlIjowLCJNYXJnaW4iOnsiJGlkIjoiMjIyNyIsIlRvcCI6MC4wLCJMZWZ0IjowLjAsIlJpZ2h0IjowLjAsIkJvdHRvbSI6MC4wfSwiUGFkZGluZyI6eyIkaWQiOiIyMjI4IiwiVG9wIjowLjAsIkxlZnQiOjAuMCwiUmlnaHQiOjAuMCwiQm90dG9tIjowLjB9LCJCYWNrZ3JvdW5kIjp7IiRpZCI6IjIyMjkiLCJDb2xvciI6eyIkaWQiOiIyMjMwIiwiQSI6MCwiUiI6MjU1LCJHIjoyNTUsIkIiOjI1NX19LCJJc1Zpc2libGUiOnRydWUsIldpZHRoIjowLjAsIkhlaWdodCI6MC4wLCJCb3JkZXJTdHlsZSI6eyIkaWQiOiIyMjMxIiwiTGluZUNvbG9yIjpudWxsLCJMaW5lV2VpZ2h0IjowLjAsIkxpbmVUeXBlIjowLCJQYXJlbnRTdHlsZSI6bnVsbH0sIlBhcmVudFN0eWxlIjpudWxsfSwiRGF0ZUZvcm1hdCI6eyIkaWQiOiIyMjM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MzMiLCJGb3JtYXQiOjAsIklzVmlzaWJsZSI6ZmFsc2UsIkxhc3RLbm93blZpc2liaWxpdHlTdGF0ZSI6ZmFsc2V9LCJJc1Zpc2libGUiOnRydWUsIlZhcmlhbmNlU3R5bGUiOnsiJGlkIjoiMjIzNCIsIlRleHRTdHlsZSI6eyIkaWQiOiIyMjM1IiwiRm9udFNldHRpbmdzIjp7IiRpZCI6IjIyMzYiLCJGb250U2l6ZSI6MTAsIkZvbnROYW1lIjoiQ2FsaWJyaSIsIklzQm9sZCI6ZmFsc2UsIklzSXRhbGljIjpmYWxzZSwiSXNVbmRlcmxpbmVkIjpmYWxzZSwiUGFyZW50U3R5bGUiOm51bGx9LCJBdXRvU2l6ZSI6MCwiRm9yZWdyb3VuZCI6eyIkaWQiOiIyMjM3IiwiQ29sb3IiOnsiJGlkIjoiMjIzOCIsIkEiOjI1NSwiUiI6MCwiRyI6MCwiQiI6MH19LCJNYXhXaWR0aCI6MjAwLjAsIk1heEhlaWdodCI6IkluZmluaXR5IiwiU21hcnRGb3JlZ3JvdW5kSXNBY3RpdmUiOmZhbHNlLCJIb3Jpem9udGFsQWxpZ25tZW50IjowLCJWZXJ0aWNhbEFsaWdubWVudCI6MSwiU21hcnRGb3JlZ3JvdW5kIjpudWxsLCJCYWNrZ3JvdW5kRmlsbFR5cGUiOjAsIk1hcmdpbiI6eyIkaWQiOiIyMjM5IiwiVG9wIjowLjAsIkxlZnQiOjAuMCwiUmlnaHQiOjAuMCwiQm90dG9tIjowLjB9LCJQYWRkaW5nIjp7IiRpZCI6IjIyNDAiLCJUb3AiOjAuMCwiTGVmdCI6MC4wLCJSaWdodCI6MC4wLCJCb3R0b20iOjAuMH0sIkJhY2tncm91bmQiOnsiJGlkIjoiMjI0MSIsIkNvbG9yIjp7IiRpZCI6IjIyNDIiLCJBIjoyNTUsIlIiOjAsIkciOjAsIkIiOjB9fSwiSXNWaXNpYmxlIjp0cnVlLCJXaWR0aCI6MC4wLCJIZWlnaHQiOjAuMCwiQm9yZGVyU3R5bGUiOnsiJGlkIjoiMjI0MyIsIkxpbmVDb2xvciI6bnVsbCwiTGluZVdlaWdodCI6MC4wLCJMaW5lVHlwZSI6MCwiUGFyZW50U3R5bGUiOm51bGx9LCJQYXJlbnRTdHlsZSI6bnVsbH0sIlBhcmVudFN0eWxlIjpudWxsfSwiUGFyZW50U3R5bGUiOm51bGx9LCJJbmRleCI6OSwiU21hcnREdXJhdGlvbkFjdGl2YXRlZCI6ZmFsc2UsIkRhdGVGb3JtYXQiOnsiJHJlZiI6IjIyMzIifSwiV2Vla051bWJlcmluZyI6eyIkaWQiOiIyMjQ0IiwiRm9ybWF0IjowLCJJc1Zpc2libGUiOmZhbHNlLCJMYXN0S25vd25WaXNpYmlsaXR5U3RhdGUiOmZhbHNlfSwiQmFzZWxpbmVEYXRhIjp7IiRpZCI6IjIyNDUiLCJTdGFydERhdGUiOiIyMDI2LTA4LTI0VDAwOjAwOjAwIiwiRW5kRGF0ZSI6IjIwMjYtMDgtMjhUMjM6NTk6MDAifSwiSWQiOiJmMTBiOWNiNi0wZjA1LTRjYTUtYTUxMi0wMjdhODRmNzlkNmIiLCJJbXBvcnRJZCI6bnVsbCwiVGl0bGUiOiJUdW5uaW5nIChIw6lsZGVyICsgRmVyKSIsIk5vdGUiOm51bGwsIkh5cGVybGluayI6eyIkaWQiOiIyMjQ2IiwiQWRkcmVzcyI6IiIsIlN1YkFkZHJlc3MiOiIifSwiSXNDaGFuZ2VkIjpmYWxzZSwiSXNOZXciOmZhbHNlfSx7IiRpZCI6IjIyNDciLCJHcm91cE5hbWUiOm51bGwsIlN0YXJ0RGF0ZSI6IjIwMjYtMDgtMjRUMDA6MDA6MDAiLCJFbmREYXRlIjoiMjAyNi0wOC0yOFQyMzo1OTowMCIsIlBlcmNlbnRhZ2VDb21wbGV0ZSI6bnVsbCwiU3R5bGUiOnsiJGlkIjoiMjI0OCIsIlNoYXBlIjoxLCJTaGFwZVRoaWNrbmVzcyI6MCwiRHVyYXRpb25Gb3JtYXQiOjAsIkluY2x1ZGVOb25Xb3JraW5nRGF5c0luRHVyYXRpb24iOmZhbHNlLCJQZXJjZW50YWdlQ29tcGxldGVTdHlsZSI6eyIkaWQiOiIyMjQ5IiwiRm9udFNldHRpbmdzIjp7IiRpZCI6IjIyNTAiLCJGb250U2l6ZSI6MTAsIkZvbnROYW1lIjoiQ2FsaWJyaSIsIklzQm9sZCI6ZmFsc2UsIklzSXRhbGljIjpmYWxzZSwiSXNVbmRlcmxpbmVkIjpmYWxzZSwiUGFyZW50U3R5bGUiOm51bGx9LCJBdXRvU2l6ZSI6MCwiRm9yZWdyb3VuZCI6eyIkaWQiOiIyMjUxIiwiQ29sb3IiOnsiJGlkIjoiMjI1M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MjUzIiwiVG9wIjowLjAsIkxlZnQiOjAuMCwiUmlnaHQiOjAuMCwiQm90dG9tIjowLjB9LCJQYWRkaW5nIjp7IiRpZCI6IjIyNTQiLCJUb3AiOjAuMCwiTGVmdCI6MC4wLCJSaWdodCI6MC4wLCJCb3R0b20iOjAuMH0sIkJhY2tncm91bmQiOnsiJGlkIjoiMjI1NSIsIkNvbG9yIjp7IiRpZCI6IjIyNTYiLCJBIjo4OSwiUiI6MCwiRyI6MCwiQiI6MH19LCJJc1Zpc2libGUiOnRydWUsIldpZHRoIjowLjAsIkhlaWdodCI6MC4wLCJCb3JkZXJTdHlsZSI6eyIkaWQiOiIyMjU3IiwiTGluZUNvbG9yIjpudWxsLCJMaW5lV2VpZ2h0IjowLjAsIkxpbmVUeXBlIjowLCJQYXJlbnRTdHlsZSI6bnVsbH0sIlBhcmVudFN0eWxlIjpudWxsfSwiRHVyYXRpb25TdHlsZSI6eyIkaWQiOiIyMjU4IiwiRm9udFNldHRpbmdzIjp7IiRpZCI6IjIyNTkiLCJGb250U2l6ZSI6MTAsIkZvbnROYW1lIjoiQ2FsaWJyaSIsIklzQm9sZCI6ZmFsc2UsIklzSXRhbGljIjpmYWxzZSwiSXNVbmRlcmxpbmVkIjpmYWxzZSwiUGFyZW50U3R5bGUiOm51bGx9LCJBdXRvU2l6ZSI6MCwiRm9yZWdyb3VuZCI6eyIkaWQiOiIyMjYwIiwiQ29sb3IiOnsiJGlkIjoiMjI2M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IyNjIiLCJUb3AiOjAuMCwiTGVmdCI6MC4wLCJSaWdodCI6MC4wLCJCb3R0b20iOjAuMH0sIlBhZGRpbmciOnsiJGlkIjoiMjI2MyIsIlRvcCI6MC4wLCJMZWZ0IjowLjAsIlJpZ2h0IjowLjAsIkJvdHRvbSI6MC4wfSwiQmFja2dyb3VuZCI6eyIkaWQiOiIyMjY0IiwiQ29sb3IiOnsiJGlkIjoiMjI2NSIsIkEiOjI1NSwiUiI6MjM3LCJHIjoxMjUsIkIiOjQ5fX0sIklzVmlzaWJsZSI6dHJ1ZSwiV2lkdGgiOjAuMCwiSGVpZ2h0IjowLjAsIkJvcmRlclN0eWxlIjp7IiRpZCI6IjIyNjYiLCJMaW5lQ29sb3IiOm51bGwsIkxpbmVXZWlnaHQiOjAuMCwiTGluZVR5cGUiOjAsIlBhcmVudFN0eWxlIjpudWxsfSwiUGFyZW50U3R5bGUiOm51bGx9LCJIb3Jpem9udGFsQ29ubmVjdG9yU3R5bGUiOnsiJGlkIjoiMjI2NyIsIkxpbmVDb2xvciI6eyIkaWQiOiIyMjY4IiwiJHR5cGUiOiJOTFJFLkNvbW1vbi5Eb20uU29saWRDb2xvckJydXNoLCBOTFJFLkNvbW1vbiIsIkNvbG9yIjp7IiRpZCI6IjIyNjkiLCJBIjo1MSwiUiI6MjEsIkciOjk2LCJCIjoxMzB9fSwiTGluZVdlaWdodCI6MS4wLCJMaW5lVHlwZSI6MCwiUGFyZW50U3R5bGUiOm51bGx9LCJWZXJ0aWNhbENvbm5lY3RvclN0eWxlIjp7IiRpZCI6IjIyNzAiLCJMaW5lQ29sb3IiOnsiJGlkIjoiMjI3MSIsIiR0eXBlIjoiTkxSRS5Db21tb24uRG9tLlNvbGlkQ29sb3JCcnVzaCwgTkxSRS5Db21tb24iLCJDb2xvciI6eyIkaWQiOiIyMjcyIiwiQSI6NTEsIlIiOjIxLCJHIjo5NiwiQiI6MTMwfX0sIkxpbmVXZWlnaHQiOjAuMCwiTGluZVR5cGUiOjAsIlBhcmVudFN0eWxlIjpudWxsfSwiTWFyZ2luIjpudWxsLCJTdGFydERhdGVQb3NpdGlvbiI6NCwiRW5kRGF0ZVBvc2l0aW9uIjo0LCJEYXRlSXNWaXNpYmxlIjp0cnVlLCJUaXRsZVBvc2l0aW9uIjo1LCJEdXJhdGlvblBvc2l0aW9uIjo2LCJQZXJjZW50YWdlQ29tcGxldGVkUG9zaXRpb24iOjIsIlZhcmlhbmNlUG9zaXRpb24iOjYsIlNwYWNpbmciOjMsIklzQmVsb3dUaW1lYmFuZCI6dHJ1ZSwiUGVyY2VudGFnZUNvbXBsZXRlU2hhcGVPcGFjaXR5IjozNSwiQmFzZWxpbmVTdHlsZSI6eyIkaWQiOiIyMjczIiwiU2hhcGVTdHlsZSI6eyIkaWQiOiIyMjc0IiwiTWFyZ2luIjp7IiRpZCI6IjIyNzUiLCJUb3AiOjAuMCwiTGVmdCI6MC4wLCJSaWdodCI6MC4wLCJCb3R0b20iOjAuMH0sIlBhZGRpbmciOnsiJGlkIjoiMjI3NiIsIlRvcCI6MC4wLCJMZWZ0IjowLjAsIlJpZ2h0IjowLjAsIkJvdHRvbSI6MC4wfSwiQmFja2dyb3VuZCI6eyIkaWQiOiIyMjc3IiwiQ29sb3IiOnsiJGlkIjoiMjI3OCIsIkEiOjE1MywiUiI6MCwiRyI6MCwiQiI6MH19LCJJc1Zpc2libGUiOnRydWUsIldpZHRoIjowLjAsIkhlaWdodCI6MC4wLCJCb3JkZXJTdHlsZSI6bnVsbCwiUGFyZW50U3R5bGUiOm51bGx9LCJNYXJnaW4iOnsiJGlkIjoiMjI3OSIsIlRvcCI6MC4wLCJMZWZ0IjowLjAsIlJpZ2h0IjowLjAsIkJvdHRvbSI6MC4wfSwiUGFkZGluZyI6eyIkaWQiOiIyMjgwIiwiVG9wIjowLjAsIkxlZnQiOjAuMCwiUmlnaHQiOjAuMCwiQm90dG9tIjowLjB9LCJCYWNrZ3JvdW5kIjpudWxsLCJJc1Zpc2libGUiOnRydWUsIldpZHRoIjowLjAsIkhlaWdodCI6MC4wLCJCb3JkZXJTdHlsZSI6bnVsbCwiUGFyZW50U3R5bGUiOm51bGx9LCJTaGFwZVN0eWxlIjp7IiRpZCI6IjIyODEiLCJNYXJnaW4iOnsiJGlkIjoiMjI4MiIsIlRvcCI6MC4wLCJMZWZ0Ijo0LjAsIlJpZ2h0Ijo0LjAsIkJvdHRvbSI6MC4wfSwiUGFkZGluZyI6eyIkaWQiOiIyMjgzIiwiVG9wIjowLjAsIkxlZnQiOjAuMCwiUmlnaHQiOjAuMCwiQm90dG9tIjowLjB9LCJCYWNrZ3JvdW5kIjp7IiRpZCI6IjIyODQiLCJDb2xvciI6eyIkaWQiOiIyMjg1IiwiQSI6MjU1LCJSIjoyLCJHIjoxNzgsIkIiOjIzOH19LCJJc1Zpc2libGUiOnRydWUsIldpZHRoIjowLjAsIkhlaWdodCI6MTAuMCwiQm9yZGVyU3R5bGUiOnsiJGlkIjoiMjI4NiIsIkxpbmVDb2xvciI6eyIkaWQiOiIyMjg3IiwiJHR5cGUiOiJOTFJFLkNvbW1vbi5Eb20uU29saWRDb2xvckJydXNoLCBOTFJFLkNvbW1vbiIsIkNvbG9yIjp7IiRpZCI6IjIyODgiLCJBIjoyNTUsIlIiOjIzNCwiRyI6MjIsIkIiOjMwfX0sIkxpbmVXZWlnaHQiOjAuMCwiTGluZVR5cGUiOjAsIlBhcmVudFN0eWxlIjpudWxsfSwiUGFyZW50U3R5bGUiOm51bGx9LCJUaXRsZVN0eWxlIjp7IiRpZCI6IjIyODkiLCJGb250U2V0dGluZ3MiOnsiJGlkIjoiMjI5MCIsIkZvbnRTaXplIjoxMSwiRm9udE5hbWUiOiJDYWxpYnJpIiwiSXNCb2xkIjpmYWxzZSwiSXNJdGFsaWMiOmZhbHNlLCJJc1VuZGVybGluZWQiOmZhbHNlLCJQYXJlbnRTdHlsZSI6bnVsbH0sIkF1dG9TaXplIjowLCJGb3JlZ3JvdW5kIjp7IiRpZCI6IjIyOTEiLCJDb2xvciI6eyIkaWQiOiIyMjk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yOTMiLCJUb3AiOjAuMCwiTGVmdCI6MC4wLCJSaWdodCI6MC4wLCJCb3R0b20iOjAuMH0sIlBhZGRpbmciOnsiJGlkIjoiMjI5NCIsIlRvcCI6MC4wLCJMZWZ0IjowLjAsIlJpZ2h0IjowLjAsIkJvdHRvbSI6MC4wfSwiQmFja2dyb3VuZCI6eyIkaWQiOiIyMjk1IiwiQ29sb3IiOnsiJGlkIjoiMjI5NiIsIkEiOjAsIlIiOjI1NSwiRyI6MjU1LCJCIjoyNTV9fSwiSXNWaXNpYmxlIjp0cnVlLCJXaWR0aCI6MC4wLCJIZWlnaHQiOjAuMCwiQm9yZGVyU3R5bGUiOnsiJGlkIjoiMjI5NyIsIkxpbmVDb2xvciI6bnVsbCwiTGluZVdlaWdodCI6MC4wLCJMaW5lVHlwZSI6MCwiUGFyZW50U3R5bGUiOm51bGx9LCJQYXJlbnRTdHlsZSI6bnVsbH0sIkRhdGVTdHlsZSI6eyIkaWQiOiIyMjk4IiwiRm9udFNldHRpbmdzIjp7IiRpZCI6IjIyOTkiLCJGb250U2l6ZSI6MTAsIkZvbnROYW1lIjoiQ2FsaWJyaSIsIklzQm9sZCI6ZmFsc2UsIklzSXRhbGljIjpmYWxzZSwiSXNVbmRlcmxpbmVkIjpmYWxzZSwiUGFyZW50U3R5bGUiOm51bGx9LCJBdXRvU2l6ZSI6MCwiRm9yZWdyb3VuZCI6eyIkaWQiOiIyMzAwIiwiQ29sb3IiOnsiJGlkIjoiMjMwMS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MzAyIiwiVG9wIjowLjAsIkxlZnQiOjAuMCwiUmlnaHQiOjAuMCwiQm90dG9tIjowLjB9LCJQYWRkaW5nIjp7IiRpZCI6IjIzMDMiLCJUb3AiOjAuMCwiTGVmdCI6MC4wLCJSaWdodCI6MC4wLCJCb3R0b20iOjAuMH0sIkJhY2tncm91bmQiOnsiJGlkIjoiMjMwNCIsIkNvbG9yIjp7IiRpZCI6IjIzMDUiLCJBIjowLCJSIjoyNTUsIkciOjI1NSwiQiI6MjU1fX0sIklzVmlzaWJsZSI6dHJ1ZSwiV2lkdGgiOjAuMCwiSGVpZ2h0IjowLjAsIkJvcmRlclN0eWxlIjp7IiRpZCI6IjIzMDYiLCJMaW5lQ29sb3IiOm51bGwsIkxpbmVXZWlnaHQiOjAuMCwiTGluZVR5cGUiOjAsIlBhcmVudFN0eWxlIjpudWxsfSwiUGFyZW50U3R5bGUiOm51bGx9LCJEYXRlRm9ybWF0Ijp7IiRpZCI6IjIzMD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MwOCIsIkZvcm1hdCI6MCwiSXNWaXNpYmxlIjpmYWxzZSwiTGFzdEtub3duVmlzaWJpbGl0eVN0YXRlIjpmYWxzZX0sIklzVmlzaWJsZSI6dHJ1ZSwiVmFyaWFuY2VTdHlsZSI6eyIkaWQiOiIyMzA5IiwiVGV4dFN0eWxlIjp7IiRpZCI6IjIzMTAiLCJGb250U2V0dGluZ3MiOnsiJGlkIjoiMjMxMSIsIkZvbnRTaXplIjoxMCwiRm9udE5hbWUiOiJDYWxpYnJpIiwiSXNCb2xkIjpmYWxzZSwiSXNJdGFsaWMiOmZhbHNlLCJJc1VuZGVybGluZWQiOmZhbHNlLCJQYXJlbnRTdHlsZSI6bnVsbH0sIkF1dG9TaXplIjowLCJGb3JlZ3JvdW5kIjp7IiRpZCI6IjIzMTIiLCJDb2xvciI6eyIkaWQiOiIyMzE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zMTQiLCJUb3AiOjAuMCwiTGVmdCI6MC4wLCJSaWdodCI6MC4wLCJCb3R0b20iOjAuMH0sIlBhZGRpbmciOnsiJGlkIjoiMjMxNSIsIlRvcCI6MC4wLCJMZWZ0IjowLjAsIlJpZ2h0IjowLjAsIkJvdHRvbSI6MC4wfSwiQmFja2dyb3VuZCI6eyIkaWQiOiIyMzE2IiwiQ29sb3IiOnsiJGlkIjoiMjMxNyIsIkEiOjI1NSwiUiI6MCwiRyI6MCwiQiI6MH19LCJJc1Zpc2libGUiOnRydWUsIldpZHRoIjowLjAsIkhlaWdodCI6MC4wLCJCb3JkZXJTdHlsZSI6eyIkaWQiOiIyMzE4IiwiTGluZUNvbG9yIjpudWxsLCJMaW5lV2VpZ2h0IjowLjAsIkxpbmVUeXBlIjowLCJQYXJlbnRTdHlsZSI6bnVsbH0sIlBhcmVudFN0eWxlIjpudWxsfSwiUGFyZW50U3R5bGUiOm51bGx9LCJQYXJlbnRTdHlsZSI6bnVsbH0sIkluZGV4IjoxMCwiU21hcnREdXJhdGlvbkFjdGl2YXRlZCI6ZmFsc2UsIkRhdGVGb3JtYXQiOnsiJHJlZiI6IjIzMDcifSwiV2Vla051bWJlcmluZyI6eyIkaWQiOiIyMzE5IiwiRm9ybWF0IjowLCJJc1Zpc2libGUiOmZhbHNlLCJMYXN0S25vd25WaXNpYmlsaXR5U3RhdGUiOmZhbHNlfSwiQmFzZWxpbmVEYXRhIjp7IiRpZCI6IjIzMjAiLCJTdGFydERhdGUiOiIyMDI2LTA4LTI0VDAwOjAwOjAwIiwiRW5kRGF0ZSI6IjIwMjYtMDgtMjhUMjM6NTk6MDAifSwiSWQiOiJkNTEyNTk0NS1kMWQwLTRmZDItYTMwMS1mNmEzYTYyNGY3YjMiLCJJbXBvcnRJZCI6bnVsbCwiVGl0bGUiOiJUb2Nob2Ryb25lIFNhbXBsaW5nIFN5c3RlbSAoRmVyKSIsIk5vdGUiOm51bGwsIkh5cGVybGluayI6eyIkaWQiOiIyMzIxIiwiQWRkcmVzcyI6IiIsIlN1YkFkZHJlc3MiOiIifSwiSXNDaGFuZ2VkIjpmYWxzZSwiSXNOZXciOmZhbHNlfSx7IiRpZCI6IjIzMjIiLCJHcm91cE5hbWUiOm51bGwsIlN0YXJ0RGF0ZSI6IjIwMjYtMDgtMzFUMDA6MDA6MDBaIiwiRW5kRGF0ZSI6IjIwMjYtMDgtMzFUMjM6NTk6MDBaIiwiUGVyY2VudGFnZUNvbXBsZXRlIjpudWxsLCJTdHlsZSI6eyIkaWQiOiIyMzIzIiwiU2hhcGUiOjEsIlNoYXBlVGhpY2tuZXNzIjowLCJEdXJhdGlvbkZvcm1hdCI6MCwiSW5jbHVkZU5vbldvcmtpbmdEYXlzSW5EdXJhdGlvbiI6ZmFsc2UsIlBlcmNlbnRhZ2VDb21wbGV0ZVN0eWxlIjp7IiRpZCI6IjIzMjQiLCJGb250U2V0dGluZ3MiOnsiJGlkIjoiMjMyNSIsIkZvbnRTaXplIjoxMCwiRm9udE5hbWUiOiJDYWxpYnJpIiwiSXNCb2xkIjpmYWxzZSwiSXNJdGFsaWMiOmZhbHNlLCJJc1VuZGVybGluZWQiOmZhbHNlLCJQYXJlbnRTdHlsZSI6bnVsbH0sIkF1dG9TaXplIjowLCJGb3JlZ3JvdW5kIjp7IiRpZCI6IjIzMjYiLCJDb2xvciI6eyIkaWQiOiIyMzI3IiwiQSI6MjU1LCJSIjoyMzIsIkciOjIzMiwiQiI6MjMyfX0sIk1heFdpZHRoIjoyMDAuMCwiTWF4SGVpZ2h0IjoiSW5maW5pdHkiLCJTbWFydEZvcmVncm91bmRJc0FjdGl2ZSI6ZmFsc2UsIkhvcml6b250YWxBbGlnbm1lbnQiOjEsIlZlcnRpY2FsQWxpZ25tZW50IjoxLCJTbWFydEZvcmVncm91bmQiOm51bGwsIkJhY2tncm91bmRGaWxsVHlwZSI6MCwiTWFyZ2luIjp7IiRpZCI6IjIzMjgiLCJUb3AiOjAuMCwiTGVmdCI6MC4wLCJSaWdodCI6MC4wLCJCb3R0b20iOjAuMH0sIlBhZGRpbmciOnsiJGlkIjoiMjMyOSIsIlRvcCI6MC4wLCJMZWZ0IjowLjAsIlJpZ2h0IjowLjAsIkJvdHRvbSI6MC4wfSwiQmFja2dyb3VuZCI6eyIkaWQiOiIyMzMwIiwiQ29sb3IiOnsiJGlkIjoiMjMzMSIsIkEiOjg5LCJSIjowLCJHIjowLCJCIjowfX0sIklzVmlzaWJsZSI6dHJ1ZSwiV2lkdGgiOjAuMCwiSGVpZ2h0IjowLjAsIkJvcmRlclN0eWxlIjp7IiRpZCI6IjIzMzIiLCJMaW5lQ29sb3IiOm51bGwsIkxpbmVXZWlnaHQiOjAuMCwiTGluZVR5cGUiOjAsIlBhcmVudFN0eWxlIjpudWxsfSwiUGFyZW50U3R5bGUiOm51bGx9LCJEdXJhdGlvblN0eWxlIjp7IiRpZCI6IjIzMzMiLCJGb250U2V0dGluZ3MiOnsiJGlkIjoiMjMzNCIsIkZvbnRTaXplIjoxMCwiRm9udE5hbWUiOiJDYWxpYnJpIiwiSXNCb2xkIjpmYWxzZSwiSXNJdGFsaWMiOmZhbHNlLCJJc1VuZGVybGluZWQiOmZhbHNlLCJQYXJlbnRTdHlsZSI6bnVsbH0sIkF1dG9TaXplIjowLCJGb3JlZ3JvdW5kIjp7IiRpZCI6IjIzMzUiLCJDb2xvciI6eyIkaWQiOiIyMzM2IiwiQSI6MjU1LCJSIjoyMzcsIkciOjEyNSwiQiI6NDl9fSwiTWF4V2lkdGgiOjIwMC4wLCJNYXhIZWlnaHQiOiJJbmZpbml0eSIsIlNtYXJ0Rm9yZWdyb3VuZElzQWN0aXZlIjpmYWxzZSwiSG9yaXpvbnRhbEFsaWdubWVudCI6MCwiVmVydGljYWxBbGlnbm1lbnQiOjEsIlNtYXJ0Rm9yZWdyb3VuZCI6bnVsbCwiQmFja2dyb3VuZEZpbGxUeXBlIjowLCJNYXJnaW4iOnsiJGlkIjoiMjMzNyIsIlRvcCI6MC4wLCJMZWZ0IjowLjAsIlJpZ2h0IjowLjAsIkJvdHRvbSI6MC4wfSwiUGFkZGluZyI6eyIkaWQiOiIyMzM4IiwiVG9wIjowLjAsIkxlZnQiOjAuMCwiUmlnaHQiOjAuMCwiQm90dG9tIjowLjB9LCJCYWNrZ3JvdW5kIjp7IiRpZCI6IjIzMzkiLCJDb2xvciI6eyIkaWQiOiIyMzQwIiwiQSI6MjU1LCJSIjoyMzcsIkciOjEyNSwiQiI6NDl9fSwiSXNWaXNpYmxlIjp0cnVlLCJXaWR0aCI6MC4wLCJIZWlnaHQiOjAuMCwiQm9yZGVyU3R5bGUiOnsiJGlkIjoiMjM0MSIsIkxpbmVDb2xvciI6bnVsbCwiTGluZVdlaWdodCI6MC4wLCJMaW5lVHlwZSI6MCwiUGFyZW50U3R5bGUiOm51bGx9LCJQYXJlbnRTdHlsZSI6bnVsbH0sIkhvcml6b250YWxDb25uZWN0b3JTdHlsZSI6eyIkaWQiOiIyMzQyIiwiTGluZUNvbG9yIjp7IiRpZCI6IjIzNDMiLCIkdHlwZSI6Ik5MUkUuQ29tbW9uLkRvbS5Tb2xpZENvbG9yQnJ1c2gsIE5MUkUuQ29tbW9uIiwiQ29sb3IiOnsiJGlkIjoiMjM0NCIsIkEiOjUxLCJSIjoyMSwiRyI6OTYsIkIiOjEzMH19LCJMaW5lV2VpZ2h0IjoxLjAsIkxpbmVUeXBlIjowLCJQYXJlbnRTdHlsZSI6bnVsbH0sIlZlcnRpY2FsQ29ubmVjdG9yU3R5bGUiOnsiJGlkIjoiMjM0NSIsIkxpbmVDb2xvciI6eyIkaWQiOiIyMzQ2IiwiJHR5cGUiOiJOTFJFLkNvbW1vbi5Eb20uU29saWRDb2xvckJydXNoLCBOTFJFLkNvbW1vbiIsIkNvbG9yIjp7IiRpZCI6IjIzNDciLCJBIjo1MSwiUiI6MjEsIkciOjk2LCJCIjoxMzB9fSwiTGluZVdlaWdodCI6MC4wLCJMaW5lVHlwZSI6MCwiUGFyZW50U3R5bGUiOm51bGx9LCJNYXJnaW4iOm51bGwsIlN0YXJ0RGF0ZVBvc2l0aW9uIjo0LCJFbmREYXRlUG9zaXRpb24iOjQsIkRhdGVJc1Zpc2libGUiOnRydWUsIlRpdGxlUG9zaXRpb24iOjUsIkR1cmF0aW9uUG9zaXRpb24iOjYsIlBlcmNlbnRhZ2VDb21wbGV0ZWRQb3NpdGlvbiI6NiwiVmFyaWFuY2VQb3NpdGlvbiI6NiwiU3BhY2luZyI6MywiSXNCZWxvd1RpbWViYW5kIjp0cnVlLCJQZXJjZW50YWdlQ29tcGxldGVTaGFwZU9wYWNpdHkiOjM1LCJCYXNlbGluZVN0eWxlIjp7IiRpZCI6IjIzNDgiLCJTaGFwZVN0eWxlIjp7IiRpZCI6IjIzNDkiLCJNYXJnaW4iOnsiJGlkIjoiMjM1MCIsIlRvcCI6MC4wLCJMZWZ0IjowLjAsIlJpZ2h0IjowLjAsIkJvdHRvbSI6MC4wfSwiUGFkZGluZyI6eyIkaWQiOiIyMzUxIiwiVG9wIjowLjAsIkxlZnQiOjAuMCwiUmlnaHQiOjAuMCwiQm90dG9tIjowLjB9LCJCYWNrZ3JvdW5kIjp7IiRpZCI6IjIzNTIiLCJDb2xvciI6eyIkaWQiOiIyMzUzIiwiQSI6MTUzLCJSIjowLCJHIjowLCJCIjowfX0sIklzVmlzaWJsZSI6dHJ1ZSwiV2lkdGgiOjAuMCwiSGVpZ2h0IjowLjAsIkJvcmRlclN0eWxlIjpudWxsLCJQYXJlbnRTdHlsZSI6bnVsbH0sIk1hcmdpbiI6eyIkaWQiOiIyMzU0IiwiVG9wIjowLjAsIkxlZnQiOjAuMCwiUmlnaHQiOjAuMCwiQm90dG9tIjowLjB9LCJQYWRkaW5nIjp7IiRpZCI6IjIzNTUiLCJUb3AiOjAuMCwiTGVmdCI6MC4wLCJSaWdodCI6MC4wLCJCb3R0b20iOjAuMH0sIkJhY2tncm91bmQiOm51bGwsIklzVmlzaWJsZSI6dHJ1ZSwiV2lkdGgiOjAuMCwiSGVpZ2h0IjowLjAsIkJvcmRlclN0eWxlIjpudWxsLCJQYXJlbnRTdHlsZSI6bnVsbH0sIlNoYXBlU3R5bGUiOnsiJGlkIjoiMjM1NiIsIk1hcmdpbiI6eyIkaWQiOiIyMzU3IiwiVG9wIjowLjAsIkxlZnQiOjQuMCwiUmlnaHQiOjQuMCwiQm90dG9tIjowLjB9LCJQYWRkaW5nIjp7IiRpZCI6IjIzNTgiLCJUb3AiOjAuMCwiTGVmdCI6MC4wLCJSaWdodCI6MC4wLCJCb3R0b20iOjAuMH0sIkJhY2tncm91bmQiOnsiJGlkIjoiMjM1OSIsIkNvbG9yIjp7IiRpZCI6IjIzNjAiLCJBIjoyNTUsIlIiOjIsIkciOjE3OCwiQiI6MjM4fX0sIklzVmlzaWJsZSI6dHJ1ZSwiV2lkdGgiOjAuMCwiSGVpZ2h0IjoxMC4wLCJCb3JkZXJTdHlsZSI6eyIkaWQiOiIyMzYxIiwiTGluZUNvbG9yIjp7IiRpZCI6IjIzNjIiLCIkdHlwZSI6Ik5MUkUuQ29tbW9uLkRvbS5Tb2xpZENvbG9yQnJ1c2gsIE5MUkUuQ29tbW9uIiwiQ29sb3IiOnsiJGlkIjoiMjM2MyIsIkEiOjI1NSwiUiI6MjM0LCJHIjoyMiwiQiI6MzB9fSwiTGluZVdlaWdodCI6MC4wLCJMaW5lVHlwZSI6MCwiUGFyZW50U3R5bGUiOm51bGx9LCJQYXJlbnRTdHlsZSI6bnVsbH0sIlRpdGxlU3R5bGUiOnsiJGlkIjoiMjM2NCIsIkZvbnRTZXR0aW5ncyI6eyIkaWQiOiIyMzY1IiwiRm9udFNpemUiOjExLCJGb250TmFtZSI6IkNhbGlicmkiLCJJc0JvbGQiOmZhbHNlLCJJc0l0YWxpYyI6ZmFsc2UsIklzVW5kZXJsaW5lZCI6ZmFsc2UsIlBhcmVudFN0eWxlIjpudWxsfSwiQXV0b1NpemUiOjAsIkZvcmVncm91bmQiOnsiJGlkIjoiMjM2NiIsIkNvbG9yIjp7IiRpZCI6IjIzNjciLCJBIjoyNTUsIlIiOjAsIkciOjAsIkIiOjB9fSwiTWF4V2lkdGgiOjcyMC4wLCJNYXhIZWlnaHQiOiJJbmZpbml0eSIsIlNtYXJ0Rm9yZWdyb3VuZElzQWN0aXZlIjpmYWxzZSwiSG9yaXpvbnRhbEFsaWdubWVudCI6MCwiVmVydGljYWxBbGlnbm1lbnQiOjEsIlNtYXJ0Rm9yZWdyb3VuZCI6bnVsbCwiQmFja2dyb3VuZEZpbGxUeXBlIjowLCJNYXJnaW4iOnsiJGlkIjoiMjM2OCIsIlRvcCI6MC4wLCJMZWZ0IjowLjAsIlJpZ2h0IjowLjAsIkJvdHRvbSI6MC4wfSwiUGFkZGluZyI6eyIkaWQiOiIyMzY5IiwiVG9wIjowLjAsIkxlZnQiOjAuMCwiUmlnaHQiOjAuMCwiQm90dG9tIjowLjB9LCJCYWNrZ3JvdW5kIjp7IiRpZCI6IjIzNzAiLCJDb2xvciI6eyIkaWQiOiIyMzcxIiwiQSI6MCwiUiI6MjU1LCJHIjoyNTUsIkIiOjI1NX19LCJJc1Zpc2libGUiOnRydWUsIldpZHRoIjowLjAsIkhlaWdodCI6MC4wLCJCb3JkZXJTdHlsZSI6eyIkaWQiOiIyMzcyIiwiTGluZUNvbG9yIjpudWxsLCJMaW5lV2VpZ2h0IjowLjAsIkxpbmVUeXBlIjowLCJQYXJlbnRTdHlsZSI6bnVsbH0sIlBhcmVudFN0eWxlIjpudWxsfSwiRGF0ZVN0eWxlIjp7IiRpZCI6IjIzNzMiLCJGb250U2V0dGluZ3MiOnsiJGlkIjoiMjM3NCIsIkZvbnRTaXplIjoxMCwiRm9udE5hbWUiOiJDYWxpYnJpIiwiSXNCb2xkIjpmYWxzZSwiSXNJdGFsaWMiOmZhbHNlLCJJc1VuZGVybGluZWQiOmZhbHNlLCJQYXJlbnRTdHlsZSI6bnVsbH0sIkF1dG9TaXplIjowLCJGb3JlZ3JvdW5kIjp7IiRpZCI6IjIzNzUiLCJDb2xvciI6eyIkaWQiOiIyMzc2IiwiQSI6MjU1LCJSIjoxNCwiRyI6NDAsIkIiOjY1fX0sIk1heFdpZHRoIjoyMDAuMCwiTWF4SGVpZ2h0IjoiSW5maW5pdHkiLCJTbWFydEZvcmVncm91bmRJc0FjdGl2ZSI6ZmFsc2UsIkhvcml6b250YWxBbGlnbm1lbnQiOjAsIlZlcnRpY2FsQWxpZ25tZW50IjoxLCJTbWFydEZvcmVncm91bmQiOm51bGwsIkJhY2tncm91bmRGaWxsVHlwZSI6MCwiTWFyZ2luIjp7IiRpZCI6IjIzNzciLCJUb3AiOjAuMCwiTGVmdCI6MC4wLCJSaWdodCI6MC4wLCJCb3R0b20iOjAuMH0sIlBhZGRpbmciOnsiJGlkIjoiMjM3OCIsIlRvcCI6MC4wLCJMZWZ0IjowLjAsIlJpZ2h0IjowLjAsIkJvdHRvbSI6MC4wfSwiQmFja2dyb3VuZCI6eyIkaWQiOiIyMzc5IiwiQ29sb3IiOnsiJGlkIjoiMjM4MCIsIkEiOjAsIlIiOjI1NSwiRyI6MjU1LCJCIjoyNTV9fSwiSXNWaXNpYmxlIjp0cnVlLCJXaWR0aCI6MC4wLCJIZWlnaHQiOjAuMCwiQm9yZGVyU3R5bGUiOnsiJGlkIjoiMjM4MSIsIkxpbmVDb2xvciI6bnVsbCwiTGluZVdlaWdodCI6MC4wLCJMaW5lVHlwZSI6MCwiUGFyZW50U3R5bGUiOm51bGx9LCJQYXJlbnRTdHlsZSI6bnVsbH0sIkRhdGVGb3JtYXQiOnsiJGlkIjoiMjM4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zgzIiwiRm9ybWF0IjowLCJJc1Zpc2libGUiOmZhbHNlLCJMYXN0S25vd25WaXNpYmlsaXR5U3RhdGUiOmZhbHNlfSwiSXNWaXNpYmxlIjp0cnVlLCJWYXJpYW5jZVN0eWxlIjp7IiRpZCI6IjIzODQiLCJUZXh0U3R5bGUiOnsiJGlkIjoiMjM4NSIsIkZvbnRTZXR0aW5ncyI6eyIkaWQiOiIyMzg2IiwiRm9udFNpemUiOjEwLCJGb250TmFtZSI6IkNhbGlicmkiLCJJc0JvbGQiOmZhbHNlLCJJc0l0YWxpYyI6ZmFsc2UsIklzVW5kZXJsaW5lZCI6ZmFsc2UsIlBhcmVudFN0eWxlIjpudWxsfSwiQXV0b1NpemUiOjAsIkZvcmVncm91bmQiOnsiJGlkIjoiMjM4NyIsIkNvbG9yIjp7IiRpZCI6IjIzODgiLCJBIjoyNTUsIlIiOjAsIkciOjAsIkIiOjB9fSwiTWF4V2lkdGgiOjIwMC4wLCJNYXhIZWlnaHQiOiJJbmZpbml0eSIsIlNtYXJ0Rm9yZWdyb3VuZElzQWN0aXZlIjpmYWxzZSwiSG9yaXpvbnRhbEFsaWdubWVudCI6MCwiVmVydGljYWxBbGlnbm1lbnQiOjEsIlNtYXJ0Rm9yZWdyb3VuZCI6bnVsbCwiQmFja2dyb3VuZEZpbGxUeXBlIjowLCJNYXJnaW4iOnsiJGlkIjoiMjM4OSIsIlRvcCI6MC4wLCJMZWZ0IjowLjAsIlJpZ2h0IjowLjAsIkJvdHRvbSI6MC4wfSwiUGFkZGluZyI6eyIkaWQiOiIyMzkwIiwiVG9wIjowLjAsIkxlZnQiOjAuMCwiUmlnaHQiOjAuMCwiQm90dG9tIjowLjB9LCJCYWNrZ3JvdW5kIjp7IiRpZCI6IjIzOTEiLCJDb2xvciI6eyIkaWQiOiIyMzkyIiwiQSI6MjU1LCJSIjowLCJHIjowLCJCIjowfX0sIklzVmlzaWJsZSI6dHJ1ZSwiV2lkdGgiOjAuMCwiSGVpZ2h0IjowLjAsIkJvcmRlclN0eWxlIjp7IiRpZCI6IjIzOTMiLCJMaW5lQ29sb3IiOm51bGwsIkxpbmVXZWlnaHQiOjAuMCwiTGluZVR5cGUiOjAsIlBhcmVudFN0eWxlIjpudWxsfSwiUGFyZW50U3R5bGUiOm51bGx9LCJQYXJlbnRTdHlsZSI6bnVsbH0sIlBhcmVudFN0eWxlIjpudWxsfSwiSW5kZXgiOjExLCJTbWFydER1cmF0aW9uQWN0aXZhdGVkIjpmYWxzZSwiRGF0ZUZvcm1hdCI6eyIkcmVmIjoiMjM4MiJ9LCJXZWVrTnVtYmVyaW5nIjp7IiRpZCI6IjIzOTQiLCJGb3JtYXQiOjAsIklzVmlzaWJsZSI6ZmFsc2UsIkxhc3RLbm93blZpc2liaWxpdHlTdGF0ZSI6ZmFsc2V9LCJCYXNlbGluZURhdGEiOnsiJGlkIjoiMjM5NSIsIlN0YXJ0RGF0ZSI6IjIwMjYtMDgtMzFUMDA6MDA6MDAiLCJFbmREYXRlIjoiMjAyNi0wOC0zMVQyMzo1OTowMCJ9LCJJZCI6ImIzOTRmMjAzLWVmZTYtNDE1MC04NWI3LTkyYjY2MzFlN2I5YSIsIkltcG9ydElkIjpudWxsLCJUaXRsZSI6Ik1vdW50IFBvbGFyaW1ldHJpYyBTeXN0ZW0gb24gVG9jaG9kcm9uZSAoSMOpbGRlcikiLCJOb3RlIjpudWxsLCJIeXBlcmxpbmsiOnsiJGlkIjoiMjM5NiIsIkFkZHJlc3MiOiIiLCJTdWJBZGRyZXNzIjoiIn0sIklzQ2hhbmdlZCI6ZmFsc2UsIklzTmV3IjpmYWxzZX0seyIkaWQiOiIyMzk3IiwiR3JvdXBOYW1lIjpudWxsLCJTdGFydERhdGUiOiIyMDI2LTA5LTAxVDAwOjAwOjAwWiIsIkVuZERhdGUiOiIyMDI2LTA5LTMwVDIzOjU5OjAwWiIsIlBlcmNlbnRhZ2VDb21wbGV0ZSI6bnVsbCwiU3R5bGUiOnsiJGlkIjoiMjM5OCIsIlNoYXBlIjoxLCJTaGFwZVRoaWNrbmVzcyI6MCwiRHVyYXRpb25Gb3JtYXQiOjAsIkluY2x1ZGVOb25Xb3JraW5nRGF5c0luRHVyYXRpb24iOmZhbHNlLCJQZXJjZW50YWdlQ29tcGxldGVTdHlsZSI6eyIkaWQiOiIyMzk5IiwiRm9udFNldHRpbmdzIjp7IiRpZCI6IjI0MDAiLCJGb250U2l6ZSI6MTAsIkZvbnROYW1lIjoiQ2FsaWJyaSIsIklzQm9sZCI6ZmFsc2UsIklzSXRhbGljIjpmYWxzZSwiSXNVbmRlcmxpbmVkIjpmYWxzZSwiUGFyZW50U3R5bGUiOm51bGx9LCJBdXRvU2l6ZSI6MCwiRm9yZWdyb3VuZCI6eyIkaWQiOiIyNDAxIiwiQ29sb3IiOnsiJGlkIjoiMjQwMi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NDAzIiwiVG9wIjowLjAsIkxlZnQiOjAuMCwiUmlnaHQiOjAuMCwiQm90dG9tIjowLjB9LCJQYWRkaW5nIjp7IiRpZCI6IjI0MDQiLCJUb3AiOjAuMCwiTGVmdCI6MC4wLCJSaWdodCI6MC4wLCJCb3R0b20iOjAuMH0sIkJhY2tncm91bmQiOnsiJGlkIjoiMjQwNSIsIkNvbG9yIjp7IiRpZCI6IjI0MDYiLCJBIjo4OSwiUiI6MCwiRyI6MCwiQiI6MH19LCJJc1Zpc2libGUiOnRydWUsIldpZHRoIjowLjAsIkhlaWdodCI6MC4wLCJCb3JkZXJTdHlsZSI6eyIkaWQiOiIyNDA3IiwiTGluZUNvbG9yIjpudWxsLCJMaW5lV2VpZ2h0IjowLjAsIkxpbmVUeXBlIjowLCJQYXJlbnRTdHlsZSI6bnVsbH0sIlBhcmVudFN0eWxlIjpudWxsfSwiRHVyYXRpb25TdHlsZSI6eyIkaWQiOiIyNDA4IiwiRm9udFNldHRpbmdzIjp7IiRpZCI6IjI0MDkiLCJGb250U2l6ZSI6MTAsIkZvbnROYW1lIjoiQ2FsaWJyaSIsIklzQm9sZCI6ZmFsc2UsIklzSXRhbGljIjpmYWxzZSwiSXNVbmRlcmxpbmVkIjpmYWxzZSwiUGFyZW50U3R5bGUiOm51bGx9LCJBdXRvU2l6ZSI6MCwiRm9yZWdyb3VuZCI6eyIkaWQiOiIyNDEwIiwiQ29sb3IiOnsiJGlkIjoiMjQxMS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I0MTIiLCJUb3AiOjAuMCwiTGVmdCI6MC4wLCJSaWdodCI6MC4wLCJCb3R0b20iOjAuMH0sIlBhZGRpbmciOnsiJGlkIjoiMjQxMyIsIlRvcCI6MC4wLCJMZWZ0IjowLjAsIlJpZ2h0IjowLjAsIkJvdHRvbSI6MC4wfSwiQmFja2dyb3VuZCI6eyIkaWQiOiIyNDE0IiwiQ29sb3IiOnsiJGlkIjoiMjQxNSIsIkEiOjI1NSwiUiI6MjM3LCJHIjoxMjUsIkIiOjQ5fX0sIklzVmlzaWJsZSI6dHJ1ZSwiV2lkdGgiOjAuMCwiSGVpZ2h0IjowLjAsIkJvcmRlclN0eWxlIjp7IiRpZCI6IjI0MTYiLCJMaW5lQ29sb3IiOm51bGwsIkxpbmVXZWlnaHQiOjAuMCwiTGluZVR5cGUiOjAsIlBhcmVudFN0eWxlIjpudWxsfSwiUGFyZW50U3R5bGUiOm51bGx9LCJIb3Jpem9udGFsQ29ubmVjdG9yU3R5bGUiOnsiJGlkIjoiMjQxNyIsIkxpbmVDb2xvciI6eyIkaWQiOiIyNDE4IiwiJHR5cGUiOiJOTFJFLkNvbW1vbi5Eb20uU29saWRDb2xvckJydXNoLCBOTFJFLkNvbW1vbiIsIkNvbG9yIjp7IiRpZCI6IjI0MTkiLCJBIjo1MSwiUiI6MjEsIkciOjk2LCJCIjoxMzB9fSwiTGluZVdlaWdodCI6MS4wLCJMaW5lVHlwZSI6MCwiUGFyZW50U3R5bGUiOm51bGx9LCJWZXJ0aWNhbENvbm5lY3RvclN0eWxlIjp7IiRpZCI6IjI0MjAiLCJMaW5lQ29sb3IiOnsiJGlkIjoiMjQyMSIsIiR0eXBlIjoiTkxSRS5Db21tb24uRG9tLlNvbGlkQ29sb3JCcnVzaCwgTkxSRS5Db21tb24iLCJDb2xvciI6eyIkaWQiOiIyNDIyIiwiQSI6NTEsIlIiOjIxLCJHIjo5NiwiQiI6MTMwfX0sIkxpbmVXZWlnaHQiOjAuMCwiTGluZVR5cGUiOjAsIlBhcmVudFN0eWxlIjpudWxsfSwiTWFyZ2luIjpudWxsLCJTdGFydERhdGVQb3NpdGlvbiI6NCwiRW5kRGF0ZVBvc2l0aW9uIjo0LCJEYXRlSXNWaXNpYmxlIjp0cnVlLCJUaXRsZVBvc2l0aW9uIjo1LCJEdXJhdGlvblBvc2l0aW9uIjo2LCJQZXJjZW50YWdlQ29tcGxldGVkUG9zaXRpb24iOjIsIlZhcmlhbmNlUG9zaXRpb24iOjYsIlNwYWNpbmciOjMsIklzQmVsb3dUaW1lYmFuZCI6dHJ1ZSwiUGVyY2VudGFnZUNvbXBsZXRlU2hhcGVPcGFjaXR5IjozNSwiQmFzZWxpbmVTdHlsZSI6eyIkaWQiOiIyNDIzIiwiU2hhcGVTdHlsZSI6eyIkaWQiOiIyNDI0IiwiTWFyZ2luIjp7IiRpZCI6IjI0MjUiLCJUb3AiOjAuMCwiTGVmdCI6MC4wLCJSaWdodCI6MC4wLCJCb3R0b20iOjAuMH0sIlBhZGRpbmciOnsiJGlkIjoiMjQyNiIsIlRvcCI6MC4wLCJMZWZ0IjowLjAsIlJpZ2h0IjowLjAsIkJvdHRvbSI6MC4wfSwiQmFja2dyb3VuZCI6eyIkaWQiOiIyNDI3IiwiQ29sb3IiOnsiJGlkIjoiMjQyOCIsIkEiOjE1MywiUiI6MCwiRyI6MCwiQiI6MH19LCJJc1Zpc2libGUiOnRydWUsIldpZHRoIjowLjAsIkhlaWdodCI6MC4wLCJCb3JkZXJTdHlsZSI6bnVsbCwiUGFyZW50U3R5bGUiOm51bGx9LCJNYXJnaW4iOnsiJGlkIjoiMjQyOSIsIlRvcCI6MC4wLCJMZWZ0IjowLjAsIlJpZ2h0IjowLjAsIkJvdHRvbSI6MC4wfSwiUGFkZGluZyI6eyIkaWQiOiIyNDMwIiwiVG9wIjowLjAsIkxlZnQiOjAuMCwiUmlnaHQiOjAuMCwiQm90dG9tIjowLjB9LCJCYWNrZ3JvdW5kIjpudWxsLCJJc1Zpc2libGUiOnRydWUsIldpZHRoIjowLjAsIkhlaWdodCI6MC4wLCJCb3JkZXJTdHlsZSI6bnVsbCwiUGFyZW50U3R5bGUiOm51bGx9LCJTaGFwZVN0eWxlIjp7IiRpZCI6IjI0MzEiLCJNYXJnaW4iOnsiJGlkIjoiMjQzMiIsIlRvcCI6MC4wLCJMZWZ0Ijo0LjAsIlJpZ2h0Ijo0LjAsIkJvdHRvbSI6MC4wfSwiUGFkZGluZyI6eyIkaWQiOiIyNDMzIiwiVG9wIjowLjAsIkxlZnQiOjAuMCwiUmlnaHQiOjAuMCwiQm90dG9tIjowLjB9LCJCYWNrZ3JvdW5kIjp7IiRpZCI6IjI0MzQiLCJDb2xvciI6eyIkaWQiOiIyNDM1IiwiQSI6MjU1LCJSIjoyLCJHIjoxNzgsIkIiOjIzOH19LCJJc1Zpc2libGUiOnRydWUsIldpZHRoIjowLjAsIkhlaWdodCI6MTAuMCwiQm9yZGVyU3R5bGUiOnsiJGlkIjoiMjQzNiIsIkxpbmVDb2xvciI6eyIkaWQiOiIyNDM3IiwiJHR5cGUiOiJOTFJFLkNvbW1vbi5Eb20uU29saWRDb2xvckJydXNoLCBOTFJFLkNvbW1vbiIsIkNvbG9yIjp7IiRpZCI6IjI0MzgiLCJBIjoyNTUsIlIiOjIzNCwiRyI6MjIsIkIiOjMwfX0sIkxpbmVXZWlnaHQiOjAuMCwiTGluZVR5cGUiOjAsIlBhcmVudFN0eWxlIjpudWxsfSwiUGFyZW50U3R5bGUiOm51bGx9LCJUaXRsZVN0eWxlIjp7IiRpZCI6IjI0MzkiLCJGb250U2V0dGluZ3MiOnsiJGlkIjoiMjQ0MCIsIkZvbnRTaXplIjoxMSwiRm9udE5hbWUiOiJDYWxpYnJpIiwiSXNCb2xkIjpmYWxzZSwiSXNJdGFsaWMiOmZhbHNlLCJJc1VuZGVybGluZWQiOmZhbHNlLCJQYXJlbnRTdHlsZSI6bnVsbH0sIkF1dG9TaXplIjowLCJGb3JlZ3JvdW5kIjp7IiRpZCI6IjI0NDEiLCJDb2xvciI6eyIkaWQiOiIyNDQy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0NDMiLCJUb3AiOjAuMCwiTGVmdCI6MC4wLCJSaWdodCI6MC4wLCJCb3R0b20iOjAuMH0sIlBhZGRpbmciOnsiJGlkIjoiMjQ0NCIsIlRvcCI6MC4wLCJMZWZ0IjowLjAsIlJpZ2h0IjowLjAsIkJvdHRvbSI6MC4wfSwiQmFja2dyb3VuZCI6eyIkaWQiOiIyNDQ1IiwiQ29sb3IiOnsiJGlkIjoiMjQ0NiIsIkEiOjAsIlIiOjI1NSwiRyI6MjU1LCJCIjoyNTV9fSwiSXNWaXNpYmxlIjp0cnVlLCJXaWR0aCI6MC4wLCJIZWlnaHQiOjAuMCwiQm9yZGVyU3R5bGUiOnsiJGlkIjoiMjQ0NyIsIkxpbmVDb2xvciI6bnVsbCwiTGluZVdlaWdodCI6MC4wLCJMaW5lVHlwZSI6MCwiUGFyZW50U3R5bGUiOm51bGx9LCJQYXJlbnRTdHlsZSI6bnVsbH0sIkRhdGVTdHlsZSI6eyIkaWQiOiIyNDQ4IiwiRm9udFNldHRpbmdzIjp7IiRpZCI6IjI0NDkiLCJGb250U2l6ZSI6MTAsIkZvbnROYW1lIjoiQ2FsaWJyaSIsIklzQm9sZCI6ZmFsc2UsIklzSXRhbGljIjpmYWxzZSwiSXNVbmRlcmxpbmVkIjpmYWxzZSwiUGFyZW50U3R5bGUiOm51bGx9LCJBdXRvU2l6ZSI6MCwiRm9yZWdyb3VuZCI6eyIkaWQiOiIyNDUwIiwiQ29sb3IiOnsiJGlkIjoiMjQ1MS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DUyIiwiVG9wIjowLjAsIkxlZnQiOjAuMCwiUmlnaHQiOjAuMCwiQm90dG9tIjowLjB9LCJQYWRkaW5nIjp7IiRpZCI6IjI0NTMiLCJUb3AiOjAuMCwiTGVmdCI6MC4wLCJSaWdodCI6MC4wLCJCb3R0b20iOjAuMH0sIkJhY2tncm91bmQiOnsiJGlkIjoiMjQ1NCIsIkNvbG9yIjp7IiRpZCI6IjI0NTUiLCJBIjowLCJSIjoyNTUsIkciOjI1NSwiQiI6MjU1fX0sIklzVmlzaWJsZSI6dHJ1ZSwiV2lkdGgiOjAuMCwiSGVpZ2h0IjowLjAsIkJvcmRlclN0eWxlIjp7IiRpZCI6IjI0NTYiLCJMaW5lQ29sb3IiOm51bGwsIkxpbmVXZWlnaHQiOjAuMCwiTGluZVR5cGUiOjAsIlBhcmVudFN0eWxlIjpudWxsfSwiUGFyZW50U3R5bGUiOm51bGx9LCJEYXRlRm9ybWF0Ijp7IiRpZCI6IjI0NTc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1OCIsIkZvcm1hdCI6MCwiSXNWaXNpYmxlIjpmYWxzZSwiTGFzdEtub3duVmlzaWJpbGl0eVN0YXRlIjpmYWxzZX0sIklzVmlzaWJsZSI6dHJ1ZSwiVmFyaWFuY2VTdHlsZSI6eyIkaWQiOiIyNDU5IiwiVGV4dFN0eWxlIjp7IiRpZCI6IjI0NjAiLCJGb250U2V0dGluZ3MiOnsiJGlkIjoiMjQ2MSIsIkZvbnRTaXplIjoxMCwiRm9udE5hbWUiOiJDYWxpYnJpIiwiSXNCb2xkIjpmYWxzZSwiSXNJdGFsaWMiOmZhbHNlLCJJc1VuZGVybGluZWQiOmZhbHNlLCJQYXJlbnRTdHlsZSI6bnVsbH0sIkF1dG9TaXplIjowLCJGb3JlZ3JvdW5kIjp7IiRpZCI6IjI0NjIiLCJDb2xvciI6eyIkaWQiOiIyNDYz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0NjQiLCJUb3AiOjAuMCwiTGVmdCI6MC4wLCJSaWdodCI6MC4wLCJCb3R0b20iOjAuMH0sIlBhZGRpbmciOnsiJGlkIjoiMjQ2NSIsIlRvcCI6MC4wLCJMZWZ0IjowLjAsIlJpZ2h0IjowLjAsIkJvdHRvbSI6MC4wfSwiQmFja2dyb3VuZCI6eyIkaWQiOiIyNDY2IiwiQ29sb3IiOnsiJGlkIjoiMjQ2NyIsIkEiOjI1NSwiUiI6MCwiRyI6MCwiQiI6MH19LCJJc1Zpc2libGUiOnRydWUsIldpZHRoIjowLjAsIkhlaWdodCI6MC4wLCJCb3JkZXJTdHlsZSI6eyIkaWQiOiIyNDY4IiwiTGluZUNvbG9yIjpudWxsLCJMaW5lV2VpZ2h0IjowLjAsIkxpbmVUeXBlIjowLCJQYXJlbnRTdHlsZSI6bnVsbH0sIlBhcmVudFN0eWxlIjpudWxsfSwiUGFyZW50U3R5bGUiOm51bGx9LCJQYXJlbnRTdHlsZSI6bnVsbH0sIkluZGV4IjoxMiwiU21hcnREdXJhdGlvbkFjdGl2YXRlZCI6ZmFsc2UsIkRhdGVGb3JtYXQiOnsiJHJlZiI6IjI0NTcifSwiV2Vla051bWJlcmluZyI6eyIkaWQiOiIyNDY5IiwiRm9ybWF0IjowLCJJc1Zpc2libGUiOmZhbHNlLCJMYXN0S25vd25WaXNpYmlsaXR5U3RhdGUiOmZhbHNlfSwiQmFzZWxpbmVEYXRhIjp7IiRpZCI6IjI0NzAiLCJTdGFydERhdGUiOiIyMDI2LTA5LTAxVDAwOjAwOjAwIiwiRW5kRGF0ZSI6IjIwMjYtMDktMzBUMjM6NTk6MDAifSwiSWQiOiIxOGZjOTdlNy1mN2JhLTQ2NWQtYWJmMy01NTcxYTZkZTc3ZTMiLCJJbXBvcnRJZCI6bnVsbCwiVGl0bGUiOiJGbGlnaHRzIChIw6lsZGVyICsgIEZlcikiLCJOb3RlIjpudWxsLCJIeXBlcmxpbmsiOnsiJGlkIjoiMjQ3MSIsIkFkZHJlc3MiOiIiLCJTdWJBZGRyZXNzIjoiIn0sIklzQ2hhbmdlZCI6ZmFsc2UsIklzTmV3IjpmYWxzZX0seyIkaWQiOiIyNDcyIiwiR3JvdXBOYW1lIjpudWxsLCJTdGFydERhdGUiOiIyMDI2LTA5LTAxVDAwOjAwOjAwWiIsIkVuZERhdGUiOiIyMDI2LTA5LTMwVDIzOjU5OjAwWiIsIlBlcmNlbnRhZ2VDb21wbGV0ZSI6bnVsbCwiU3R5bGUiOnsiJGlkIjoiMjQ3MyIsIlNoYXBlIjoxLCJTaGFwZVRoaWNrbmVzcyI6MCwiRHVyYXRpb25Gb3JtYXQiOjAsIkluY2x1ZGVOb25Xb3JraW5nRGF5c0luRHVyYXRpb24iOmZhbHNlLCJQZXJjZW50YWdlQ29tcGxldGVTdHlsZSI6eyIkaWQiOiIyNDc0IiwiRm9udFNldHRpbmdzIjp7IiRpZCI6IjI0NzUiLCJGb250U2l6ZSI6MTAsIkZvbnROYW1lIjoiQ2FsaWJyaSIsIklzQm9sZCI6ZmFsc2UsIklzSXRhbGljIjpmYWxzZSwiSXNVbmRlcmxpbmVkIjpmYWxzZSwiUGFyZW50U3R5bGUiOm51bGx9LCJBdXRvU2l6ZSI6MCwiRm9yZWdyb3VuZCI6eyIkaWQiOiIyNDc2IiwiQ29sb3IiOnsiJGlkIjoiMjQ3NyIsIkEiOjI1NSwiUiI6MjMyLCJHIjoyMzIsIkIiOjIzMn19LCJNYXhXaWR0aCI6MjAwLjAsIk1heEhlaWdodCI6IkluZmluaXR5IiwiU21hcnRGb3JlZ3JvdW5kSXNBY3RpdmUiOmZhbHNlLCJIb3Jpem9udGFsQWxpZ25tZW50IjoxLCJWZXJ0aWNhbEFsaWdubWVudCI6MSwiU21hcnRGb3JlZ3JvdW5kIjpudWxsLCJCYWNrZ3JvdW5kRmlsbFR5cGUiOjAsIk1hcmdpbiI6eyIkaWQiOiIyNDc4IiwiVG9wIjowLjAsIkxlZnQiOjAuMCwiUmlnaHQiOjAuMCwiQm90dG9tIjowLjB9LCJQYWRkaW5nIjp7IiRpZCI6IjI0NzkiLCJUb3AiOjAuMCwiTGVmdCI6MC4wLCJSaWdodCI6MC4wLCJCb3R0b20iOjAuMH0sIkJhY2tncm91bmQiOnsiJGlkIjoiMjQ4MCIsIkNvbG9yIjp7IiRpZCI6IjI0ODEiLCJBIjo4OSwiUiI6MCwiRyI6MCwiQiI6MH19LCJJc1Zpc2libGUiOnRydWUsIldpZHRoIjowLjAsIkhlaWdodCI6MC4wLCJCb3JkZXJTdHlsZSI6eyIkaWQiOiIyNDgyIiwiTGluZUNvbG9yIjpudWxsLCJMaW5lV2VpZ2h0IjowLjAsIkxpbmVUeXBlIjowLCJQYXJlbnRTdHlsZSI6bnVsbH0sIlBhcmVudFN0eWxlIjpudWxsfSwiRHVyYXRpb25TdHlsZSI6eyIkaWQiOiIyNDgzIiwiRm9udFNldHRpbmdzIjp7IiRpZCI6IjI0ODQiLCJGb250U2l6ZSI6MTAsIkZvbnROYW1lIjoiQ2FsaWJyaSIsIklzQm9sZCI6ZmFsc2UsIklzSXRhbGljIjpmYWxzZSwiSXNVbmRlcmxpbmVkIjpmYWxzZSwiUGFyZW50U3R5bGUiOm51bGx9LCJBdXRvU2l6ZSI6MCwiRm9yZWdyb3VuZCI6eyIkaWQiOiIyNDg1IiwiQ29sb3IiOnsiJGlkIjoiMjQ4NiIsIkEiOjI1NSwiUiI6MjM3LCJHIjoxMjUsIkIiOjQ5fX0sIk1heFdpZHRoIjoyMDAuMCwiTWF4SGVpZ2h0IjoiSW5maW5pdHkiLCJTbWFydEZvcmVncm91bmRJc0FjdGl2ZSI6ZmFsc2UsIkhvcml6b250YWxBbGlnbm1lbnQiOjAsIlZlcnRpY2FsQWxpZ25tZW50IjoxLCJTbWFydEZvcmVncm91bmQiOm51bGwsIkJhY2tncm91bmRGaWxsVHlwZSI6MCwiTWFyZ2luIjp7IiRpZCI6IjI0ODciLCJUb3AiOjAuMCwiTGVmdCI6MC4wLCJSaWdodCI6MC4wLCJCb3R0b20iOjAuMH0sIlBhZGRpbmciOnsiJGlkIjoiMjQ4OCIsIlRvcCI6MC4wLCJMZWZ0IjowLjAsIlJpZ2h0IjowLjAsIkJvdHRvbSI6MC4wfSwiQmFja2dyb3VuZCI6eyIkaWQiOiIyNDg5IiwiQ29sb3IiOnsiJGlkIjoiMjQ5MCIsIkEiOjI1NSwiUiI6MjM3LCJHIjoxMjUsIkIiOjQ5fX0sIklzVmlzaWJsZSI6dHJ1ZSwiV2lkdGgiOjAuMCwiSGVpZ2h0IjowLjAsIkJvcmRlclN0eWxlIjp7IiRpZCI6IjI0OTEiLCJMaW5lQ29sb3IiOm51bGwsIkxpbmVXZWlnaHQiOjAuMCwiTGluZVR5cGUiOjAsIlBhcmVudFN0eWxlIjpudWxsfSwiUGFyZW50U3R5bGUiOm51bGx9LCJIb3Jpem9udGFsQ29ubmVjdG9yU3R5bGUiOnsiJGlkIjoiMjQ5MiIsIkxpbmVDb2xvciI6eyIkaWQiOiIyNDkzIiwiJHR5cGUiOiJOTFJFLkNvbW1vbi5Eb20uU29saWRDb2xvckJydXNoLCBOTFJFLkNvbW1vbiIsIkNvbG9yIjp7IiRpZCI6IjI0OTQiLCJBIjo1MSwiUiI6MjEsIkciOjk2LCJCIjoxMzB9fSwiTGluZVdlaWdodCI6MS4wLCJMaW5lVHlwZSI6MCwiUGFyZW50U3R5bGUiOm51bGx9LCJWZXJ0aWNhbENvbm5lY3RvclN0eWxlIjp7IiRpZCI6IjI0OTUiLCJMaW5lQ29sb3IiOnsiJGlkIjoiMjQ5NiIsIiR0eXBlIjoiTkxSRS5Db21tb24uRG9tLlNvbGlkQ29sb3JCcnVzaCwgTkxSRS5Db21tb24iLCJDb2xvciI6eyIkaWQiOiIyNDk3IiwiQSI6NTEsIlIiOjIxLCJHIjo5NiwiQiI6MTMwfX0sIkxpbmVXZWlnaHQiOjAuMCwiTGluZVR5cGUiOjAsIlBhcmVudFN0eWxlIjpudWxsfSwiTWFyZ2luIjpudWxsLCJTdGFydERhdGVQb3NpdGlvbiI6NCwiRW5kRGF0ZVBvc2l0aW9uIjo0LCJEYXRlSXNWaXNpYmxlIjp0cnVlLCJUaXRsZVBvc2l0aW9uIjo1LCJEdXJhdGlvblBvc2l0aW9uIjo2LCJQZXJjZW50YWdlQ29tcGxldGVkUG9zaXRpb24iOjIsIlZhcmlhbmNlUG9zaXRpb24iOjYsIlNwYWNpbmciOjMsIklzQmVsb3dUaW1lYmFuZCI6dHJ1ZSwiUGVyY2VudGFnZUNvbXBsZXRlU2hhcGVPcGFjaXR5IjozNSwiQmFzZWxpbmVTdHlsZSI6eyIkaWQiOiIyNDk4IiwiU2hhcGVTdHlsZSI6eyIkaWQiOiIyNDk5IiwiTWFyZ2luIjp7IiRpZCI6IjI1MDAiLCJUb3AiOjAuMCwiTGVmdCI6MC4wLCJSaWdodCI6MC4wLCJCb3R0b20iOjAuMH0sIlBhZGRpbmciOnsiJGlkIjoiMjUwMSIsIlRvcCI6MC4wLCJMZWZ0IjowLjAsIlJpZ2h0IjowLjAsIkJvdHRvbSI6MC4wfSwiQmFja2dyb3VuZCI6eyIkaWQiOiIyNTAyIiwiQ29sb3IiOnsiJGlkIjoiMjUwMyIsIkEiOjE1MywiUiI6MCwiRyI6MCwiQiI6MH19LCJJc1Zpc2libGUiOnRydWUsIldpZHRoIjowLjAsIkhlaWdodCI6MC4wLCJCb3JkZXJTdHlsZSI6bnVsbCwiUGFyZW50U3R5bGUiOm51bGx9LCJNYXJnaW4iOnsiJGlkIjoiMjUwNCIsIlRvcCI6MC4wLCJMZWZ0IjowLjAsIlJpZ2h0IjowLjAsIkJvdHRvbSI6MC4wfSwiUGFkZGluZyI6eyIkaWQiOiIyNTA1IiwiVG9wIjowLjAsIkxlZnQiOjAuMCwiUmlnaHQiOjAuMCwiQm90dG9tIjowLjB9LCJCYWNrZ3JvdW5kIjpudWxsLCJJc1Zpc2libGUiOnRydWUsIldpZHRoIjowLjAsIkhlaWdodCI6MC4wLCJCb3JkZXJTdHlsZSI6bnVsbCwiUGFyZW50U3R5bGUiOm51bGx9LCJTaGFwZVN0eWxlIjp7IiRpZCI6IjI1MDYiLCJNYXJnaW4iOnsiJGlkIjoiMjUwNyIsIlRvcCI6MC4wLCJMZWZ0Ijo0LjAsIlJpZ2h0Ijo0LjAsIkJvdHRvbSI6MC4wfSwiUGFkZGluZyI6eyIkaWQiOiIyNTA4IiwiVG9wIjowLjAsIkxlZnQiOjAuMCwiUmlnaHQiOjAuMCwiQm90dG9tIjowLjB9LCJCYWNrZ3JvdW5kIjp7IiRpZCI6IjI1MDkiLCJDb2xvciI6eyIkaWQiOiIyNTEwIiwiQSI6MjU1LCJSIjoyNiwiRyI6MTcwLCJCIjo2Nn19LCJJc1Zpc2libGUiOnRydWUsIldpZHRoIjowLjAsIkhlaWdodCI6MTAuMCwiQm9yZGVyU3R5bGUiOnsiJGlkIjoiMjUxMSIsIkxpbmVDb2xvciI6eyIkaWQiOiIyNTEyIiwiJHR5cGUiOiJOTFJFLkNvbW1vbi5Eb20uU29saWRDb2xvckJydXNoLCBOTFJFLkNvbW1vbiIsIkNvbG9yIjp7IiRpZCI6IjI1MTMiLCJBIjoyNTUsIlIiOjIzNCwiRyI6MjIsIkIiOjMwfX0sIkxpbmVXZWlnaHQiOjAuMCwiTGluZVR5cGUiOjAsIlBhcmVudFN0eWxlIjpudWxsfSwiUGFyZW50U3R5bGUiOm51bGx9LCJUaXRsZVN0eWxlIjp7IiRpZCI6IjI1MTQiLCJGb250U2V0dGluZ3MiOnsiJGlkIjoiMjUxNSIsIkZvbnRTaXplIjoxMSwiRm9udE5hbWUiOiJDYWxpYnJpIiwiSXNCb2xkIjpmYWxzZSwiSXNJdGFsaWMiOmZhbHNlLCJJc1VuZGVybGluZWQiOmZhbHNlLCJQYXJlbnRTdHlsZSI6bnVsbH0sIkF1dG9TaXplIjowLCJGb3JlZ3JvdW5kIjp7IiRpZCI6IjI1MTYiLCJDb2xvciI6eyIkaWQiOiIyNTE3IiwiQSI6MjU1LCJSIjowLCJHIjowLCJCIjowfX0sIk1heFdpZHRoIjo3MjAuMCwiTWF4SGVpZ2h0IjoiSW5maW5pdHkiLCJTbWFydEZvcmVncm91bmRJc0FjdGl2ZSI6ZmFsc2UsIkhvcml6b250YWxBbGlnbm1lbnQiOjAsIlZlcnRpY2FsQWxpZ25tZW50IjoxLCJTbWFydEZvcmVncm91bmQiOm51bGwsIkJhY2tncm91bmRGaWxsVHlwZSI6MCwiTWFyZ2luIjp7IiRpZCI6IjI1MTgiLCJUb3AiOjAuMCwiTGVmdCI6MC4wLCJSaWdodCI6MC4wLCJCb3R0b20iOjAuMH0sIlBhZGRpbmciOnsiJGlkIjoiMjUxOSIsIlRvcCI6MC4wLCJMZWZ0IjowLjAsIlJpZ2h0IjowLjAsIkJvdHRvbSI6MC4wfSwiQmFja2dyb3VuZCI6eyIkaWQiOiIyNTIwIiwiQ29sb3IiOnsiJGlkIjoiMjUyMSIsIkEiOjAsIlIiOjI1NSwiRyI6MjU1LCJCIjoyNTV9fSwiSXNWaXNpYmxlIjp0cnVlLCJXaWR0aCI6MC4wLCJIZWlnaHQiOjAuMCwiQm9yZGVyU3R5bGUiOnsiJGlkIjoiMjUyMiIsIkxpbmVDb2xvciI6bnVsbCwiTGluZVdlaWdodCI6MC4wLCJMaW5lVHlwZSI6MCwiUGFyZW50U3R5bGUiOm51bGx9LCJQYXJlbnRTdHlsZSI6bnVsbH0sIkRhdGVTdHlsZSI6eyIkaWQiOiIyNTIzIiwiRm9udFNldHRpbmdzIjp7IiRpZCI6IjI1MjQiLCJGb250U2l6ZSI6MTAsIkZvbnROYW1lIjoiQ2FsaWJyaSIsIklzQm9sZCI6ZmFsc2UsIklzSXRhbGljIjpmYWxzZSwiSXNVbmRlcmxpbmVkIjpmYWxzZSwiUGFyZW50U3R5bGUiOm51bGx9LCJBdXRvU2l6ZSI6MCwiRm9yZWdyb3VuZCI6eyIkaWQiOiIyNTI1IiwiQ29sb3IiOnsiJGlkIjoiMjUyNiIsIkEiOjI1NSwiUiI6MTQsIkciOjQwLCJCIjo2NX19LCJNYXhXaWR0aCI6MjAwLjAsIk1heEhlaWdodCI6IkluZmluaXR5IiwiU21hcnRGb3JlZ3JvdW5kSXNBY3RpdmUiOmZhbHNlLCJIb3Jpem9udGFsQWxpZ25tZW50IjowLCJWZXJ0aWNhbEFsaWdubWVudCI6MSwiU21hcnRGb3JlZ3JvdW5kIjpudWxsLCJCYWNrZ3JvdW5kRmlsbFR5cGUiOjAsIk1hcmdpbiI6eyIkaWQiOiIyNTI3IiwiVG9wIjowLjAsIkxlZnQiOjAuMCwiUmlnaHQiOjAuMCwiQm90dG9tIjowLjB9LCJQYWRkaW5nIjp7IiRpZCI6IjI1MjgiLCJUb3AiOjAuMCwiTGVmdCI6MC4wLCJSaWdodCI6MC4wLCJCb3R0b20iOjAuMH0sIkJhY2tncm91bmQiOnsiJGlkIjoiMjUyOSIsIkNvbG9yIjp7IiRpZCI6IjI1MzAiLCJBIjowLCJSIjoyNTUsIkciOjI1NSwiQiI6MjU1fX0sIklzVmlzaWJsZSI6dHJ1ZSwiV2lkdGgiOjAuMCwiSGVpZ2h0IjowLjAsIkJvcmRlclN0eWxlIjp7IiRpZCI6IjI1MzEiLCJMaW5lQ29sb3IiOm51bGwsIkxpbmVXZWlnaHQiOjAuMCwiTGluZVR5cGUiOjAsIlBhcmVudFN0eWxlIjpudWxsfSwiUGFyZW50U3R5bGUiOm51bGx9LCJEYXRlRm9ybWF0Ijp7IiRpZCI6IjI1Mz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UzMyIsIkZvcm1hdCI6MCwiSXNWaXNpYmxlIjpmYWxzZSwiTGFzdEtub3duVmlzaWJpbGl0eVN0YXRlIjpmYWxzZX0sIklzVmlzaWJsZSI6dHJ1ZSwiVmFyaWFuY2VTdHlsZSI6eyIkaWQiOiIyNTM0IiwiVGV4dFN0eWxlIjp7IiRpZCI6IjI1MzUiLCJGb250U2V0dGluZ3MiOnsiJGlkIjoiMjUzNiIsIkZvbnRTaXplIjoxMCwiRm9udE5hbWUiOiJDYWxpYnJpIiwiSXNCb2xkIjpmYWxzZSwiSXNJdGFsaWMiOmZhbHNlLCJJc1VuZGVybGluZWQiOmZhbHNlLCJQYXJlbnRTdHlsZSI6bnVsbH0sIkF1dG9TaXplIjowLCJGb3JlZ3JvdW5kIjp7IiRpZCI6IjI1MzciLCJDb2xvciI6eyIkaWQiOiIyNTM4IiwiQSI6MjU1LCJSIjowLCJHIjowLCJCIjowfX0sIk1heFdpZHRoIjoyMDAuMCwiTWF4SGVpZ2h0IjoiSW5maW5pdHkiLCJTbWFydEZvcmVncm91bmRJc0FjdGl2ZSI6ZmFsc2UsIkhvcml6b250YWxBbGlnbm1lbnQiOjAsIlZlcnRpY2FsQWxpZ25tZW50IjoxLCJTbWFydEZvcmVncm91bmQiOm51bGwsIkJhY2tncm91bmRGaWxsVHlwZSI6MCwiTWFyZ2luIjp7IiRpZCI6IjI1MzkiLCJUb3AiOjAuMCwiTGVmdCI6MC4wLCJSaWdodCI6MC4wLCJCb3R0b20iOjAuMH0sIlBhZGRpbmciOnsiJGlkIjoiMjU0MCIsIlRvcCI6MC4wLCJMZWZ0IjowLjAsIlJpZ2h0IjowLjAsIkJvdHRvbSI6MC4wfSwiQmFja2dyb3VuZCI6eyIkaWQiOiIyNTQxIiwiQ29sb3IiOnsiJGlkIjoiMjU0MiIsIkEiOjI1NSwiUiI6MCwiRyI6MCwiQiI6MH19LCJJc1Zpc2libGUiOnRydWUsIldpZHRoIjowLjAsIkhlaWdodCI6MC4wLCJCb3JkZXJTdHlsZSI6eyIkaWQiOiIyNTQzIiwiTGluZUNvbG9yIjpudWxsLCJMaW5lV2VpZ2h0IjowLjAsIkxpbmVUeXBlIjowLCJQYXJlbnRTdHlsZSI6bnVsbH0sIlBhcmVudFN0eWxlIjpudWxsfSwiUGFyZW50U3R5bGUiOm51bGx9LCJQYXJlbnRTdHlsZSI6bnVsbH0sIkluZGV4IjoxMywiU21hcnREdXJhdGlvbkFjdGl2YXRlZCI6ZmFsc2UsIkRhdGVGb3JtYXQiOnsiJHJlZiI6IjI1MzIifSwiV2Vla051bWJlcmluZyI6eyIkaWQiOiIyNTQ0IiwiRm9ybWF0IjowLCJJc1Zpc2libGUiOmZhbHNlLCJMYXN0S25vd25WaXNpYmlsaXR5U3RhdGUiOmZhbHNlfSwiQmFzZWxpbmVEYXRhIjp7IiRpZCI6IjI1NDUiLCJTdGFydERhdGUiOiIyMDI2LTA5LTAxVDAwOjAwOjAwIiwiRW5kRGF0ZSI6IjIwMjYtMDktMzBUMjM6NTk6MDAifSwiSWQiOiI2NWZiMjJlNy1kMGZiLTQ5ZDAtYjgyNy1iM2NjYjQ3MmNkYjEiLCJJbXBvcnRJZCI6bnVsbCwiVGl0bGUiOiJEYXRhIEFuYWx5c2lzIChBbmEpIiwiTm90ZSI6bnVsbCwiSHlwZXJsaW5rIjp7IiRpZCI6IjI1NDYiLCJBZGRyZXNzIjoiIiwiU3ViQWRkcmVzcyI6IiJ9LCJJc0NoYW5nZWQiOmZhbHNlLCJJc05ldyI6ZmFsc2V9XSwiU3dpbWxhbmVzIjpbXSwiTXNQcm9qZWN0SXRlbXNUcmVlIjp7IiRpZCI6IjI1NDciLCJSb290Ijp7IkltcG9ydElkIjpudWxsLCJJc0ltcG9ydGVkIjpmYWxzZSwiQ2hpbGRyZW4iOltdfX0sIk1ldGFkYXRhIjp7IiRpZCI6IjI1NDgiLCJTb3VyY2VUaGVtZSI6IntcIiRpZFwiOlwiMVwiLFwiSWRcIjpcIjMwYWM5MmViLTI0NDEtNGUzZC04NDViLTQ1YTdjYWUwNTY4MFwiLFwiQ2F0ZWdvcnlcIjoxLFwiQ3VsdHVyZUluZm9OYW1lXCI6XCJlbi1VU1wiLFwiVmVyc2lvblwiOntcIiRpZFwiOlwiMlwiLFwiVGhlbWVEb21WZXJzaW9uXCI6XCIyLjEuMFwifSxcIlN0eWxlXCI6e1wiJGlkXCI6XCIzXCIsXCJUaW1lYmFuZFN0eWxlXCI6e1wiJGlkXCI6XCI0XCIsXCJSaWdodEVuZENhcHNTdHlsZVwiOntcIiRpZFwiOlwiNVwiLFwiRm9udFNldHRpbmdzXCI6e1wiJGlkXCI6XCI2XCIsXCJGb250U2l6ZVwiOjE4LFwiRm9udE5hbWVcIjpcIkNhbGlicmlcIixcIklzQm9sZFwiOnRydWUsXCJJc0l0YWxpY1wiOmZhbHNlLFwiSXNVbmRlcmxpbmVkXCI6ZmFsc2V9LFwiRm9yZWdyb3VuZFwiOntcIiRpZFwiOlwiN1wiLFwiQ29sb3JcIjp7XCIkaWRcIjpcIjhcIixcIkFcIjoyNTUsXCJSXCI6MjMzLFwiR1wiOjExMyxcIkJcIjo1MH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zNyxcIkdcIjoxMjUsXCJCXCI6ND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AsXCJHXCI6MCxcIkJcIjowfX0sXCJIb3Jpem9udGFsQWxpZ25tZW50XCI6MCxcIklzVmlzaWJsZVwiOnRydWV9LFwiVG9kYXlNYXJrZXJTaGFwZVN0eWxlXCI6e1wiJGlkXCI6XCIxOFwiLFwiTWFyZ2luXCI6e1wiJGlkXCI6XCIxOVwiLFwiVG9wXCI6MC4wLFwiTGVmdFwiOjAuMCxcIlJpZ2h0XCI6MC4wLFwiQm90dG9tXCI6MC4wfSxcIlBhZGRpbmdcIjp7XCIkaWRcIjpcIjIwXCIsXCJUb3BcIjowLjAsXCJMZWZ0XCI6MC4wLFwiUmlnaHRcIjowLjAsXCJCb3R0b21cIjowLjB9LFwiQmFja2dyb3VuZFwiOntcIiRpZFwiOlwiMjFcIixcIkNvbG9yXCI6e1wiJGlkXCI6XCIyMlwiLFwiQVwiOjI1NSxcIlJcIjoyNTUsXCJHXCI6MCxcIkJcIjowfX0sXCJJc1Zpc2libGVcIjp0cnVlLFwiV2lkdGhcIjowLjAsXCJIZWlnaHRcIjowLjAsXCJCb3JkZXJTdHlsZVwiOm51bGx9LFwiVG9kYXlNYXJrZXJQb3NpdGlvblwiOjMsXCJJc1Zpc2libGVcIjp0cnVlfSxcIlNjYWxlU3R5bGVcIjp7XCIkaWRcIjpcIjIzXCIsXCJTaG93U2VnbWVudFNlcGFyYXRvcnNcIjp0cnVlLFwiU2VnbWVudFNlcGFyYXRvck9wYWNpdHlcIjozMCxcIlNoYXBlXCI6MyxcIlNlZ21lbnRUZXh0U3R5bGVcIjp7XCIkaWRcIjpcIjI0XCIsXCJGb250U2V0dGluZ3NcIjp7XCIkaWRcIjpcIjI1XCIsXCJGb250U2l6ZVwiOjEyLFwiRm9udE5hbWVcIjpcIkNhbGlicmlcIixcIklzQm9sZFwiOmZhbHNlLFwiSXNJdGFsaWNcIjpmYWxzZSxcIklzVW5kZXJsaW5lZFwiOmZhbHNlfSxcIkZvcmVncm91bmRcIjp7XCIkaWRcIjpcIjI2XCIsXCJDb2xvclwiOntcIiRpZFwiOlwiMjdcIixcIkFcIjoyNTUsXCJSXCI6MjMyLFwiR1wiOjIzMixcIkJcIjoyMzJ9fSxcIkhvcml6b250YWxBbGlnbm1lbnRcIjowLFwiSXNWaXNpYmxlXCI6dHJ1ZX0sXCJTaGFwZVN0eWxlXCI6e1wiJGlkXCI6XCIyOFwiLFwiTWFyZ2luXCI6e1wiJGlkXCI6XCIyOVwiLFwiVG9wXCI6MC4wLFwiTGVmdFwiOjEwLjAsXCJSaWdodFwiOjEwLjAsXCJCb3R0b21cIjowLjB9LFwiUGFkZGluZ1wiOntcIiRpZFwiOlwiMzBcIixcIlRvcFwiOjAuMCxcIkxlZnRcIjowLjAsXCJSaWdodFwiOjAuMCxcIkJvdHRvbVwiOjAuMH0sXCJCYWNrZ3JvdW5kXCI6e1wiJGlkXCI6XCIzMVwiLFwiQ29sb3JcIjp7XCIkaWRcIjpcIjMyXCIsXCJBXCI6MjU1LFwiUlwiOjE0LFwiR1wiOjQwLFwiQlwiOjY1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EsXCJJc1Zpc2libGVcIjp0cnVlfSxcIk1hcmdpblwiOntcIiRpZFwiOlwiNDBcIixcIlRvcFwiOjAuMCxcIkxlZnRcIjoxMC4wLFwiUmlnaHRcIjoxMC4wLFwiQm90dG9tXCI6MC4wfSxcIlBhZGRpbmdcIjp7XCIkaWRcIjpcIjQxXCIsXCJUb3BcIjowLjAsXCJMZWZ0XCI6MC4wLFwiUmlnaHRcIjowLjAsXCJCb3R0b21cIjowLjB9LFwiQmFja2dyb3VuZFwiOntcIiRpZFwiOlwiNDJcIixcIkNvbG9yXCI6e1wiJGlkXCI6XCI0M1wiLFwiQVwiOjI1NSxcIlJcIjo0NyxcIkdcIjo1NCxcIkJcIjoxNTN9fSxcIklzVmlzaWJsZVwiOmZhbHNlLFwiV2lkdGhcIjowLjAsXCJIZWlnaHRcIjowLjAsXCJCb3JkZXJTdHlsZVwiOm51bGx9LFwiVGFza1N0eWxlXCI6e1wiJGlkXCI6XCI0NFwiLFwiU2hhcGVcIjozLFwiU2hhcGVUaGlja25lc3NcIjowLFwiRHVyYXRpb25Gb3JtYXRcIjowLFwiUGVyY2VudGFnZUNvbXBsZXRlVGV4dFN0eWxlXCI6e1wiJGlkXCI6XCI0NVwiLFwiRm9udFNldHRpbmdzXCI6e1wiJGlkXCI6XCI0NlwiLFwiRm9udFNpemVcIjoxMCxcIkZvbnROYW1lXCI6XCJDYWxpYnJpXCIsXCJJc0JvbGRcIjpmYWxzZSxcIklzSXRhbGljXCI6ZmFsc2UsXCJJc1VuZGVybGluZWRcIjpmYWxzZX0sXCJGb3JlZ3JvdW5kXCI6e1wiJGlkXCI6XCI0N1wiLFwiQ29sb3JcIjp7XCIkaWRcIjpcIjQ4XCIsXCJBXCI6MjU1LFwiUlwiOjIzMixcIkdcIjoyMzIsXCJCXCI6MjMyfX0sXCJIb3Jpem9udGFsQWxpZ25tZW50XCI6MSxcIklzVmlzaWJsZVwiOnRydW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NTEsXCJSXCI6MjEsXCJHXCI6OTYsXCJCXCI6MTMwfX0sXCJMaW5lV2VpZ2h0XCI6MS4wLFwiTGluZVR5cGVcIjowfSxcIklzVmlzaWJsZVwiOnRydWV9LFwiVmVydGljYWxDb25uZWN0b3JTdHlsZVwiOntcIiRpZFwiOlwiNjBcIixcIkxpbmVTdHlsZVwiOntcIiRpZFwiOlwiNjFcIixcIkxpbmVDb2xvclwiOntcIiRpZFwiOlwiNjJcIixcIkNvbG9yXCI6e1wiJGlkXCI6XCI2M1wiLFwiQVwiOjUxLFwiUlwiOjIxLFwiR1wiOjk2LFwiQlwiOjEzMH19LFwiTGluZVdlaWdodFwiOjEuMCxcIkxpbmVUeXBlXCI6MH0sXCJJc1Zpc2libGVcIjpmYWxzZX0sXCJNYXJnaW5cIjp7XCIkaWRcIjpcIjY0XCIsXCJUb3BcIjowLjAsXCJMZWZ0XCI6MC4wLFwiUmlnaHRcIjowLjAsXCJCb3R0b21cIjowLjB9LFwiU3RhcnREYXRlUG9zaXRpb25cIjo0LFwiRW5kRGF0ZVBvc2l0aW9uXCI6NCxcIlRpdGxlUG9zaXRpb25cIjozLFwiRHVyYXRpb25Qb3NpdGlvblwiOjAsXCJQZXJjZW50YWdlQ29tcGxldGVkUG9zaXRpb25cIjoyLFwiVmFyaWFuY2VQb3NpdGlvblwiOjIsXCJTcGFjaW5nXCI6MyxcIklzQmVsb3dUaW1lYmFuZFwiOmZhbHNlLFwiQmFzZWxpbmVTdHlsZVwiOntcIiRpZFwiOlwiNjVcIixcIkJhc2VsaW5lU2hhcGVTdHlsZVwiOntcIiRpZFwiOlwiNjZcIixcIk1hcmdpblwiOntcIiRpZFwiOlwiNjdcIixcIlRvcFwiOjAuMCxcIkxlZnRcIjowLjAsXCJSaWdodFwiOjAuMCxcIkJvdHRvbVwiOjAuMH0sXCJQYWRkaW5nXCI6e1wiJGlkXCI6XCI2OFwiLFwiVG9wXCI6MC4wLFwiTGVmdFwiOjAuMCxcIlJpZ2h0XCI6MC4wLFwiQm90dG9tXCI6MC4wfSxcIkJhY2tncm91bmRcIjp7XCIkaWRcIjpcIjY5XCIsXCJDb2xvclwiOntcIiRpZFwiOlwiNzBcIixcIkFcIjoxNTMsXCJSXCI6MCxcIkdcIjowLFwiQlwiOjB9fSxcIklzVmlzaWJsZVwiOmZhbHNlLFwiV2lkdGhcIjowLjAsXCJIZWlnaHRcIjowLjAsXCJCb3JkZXJTdHlsZVwiOntcIiRpZFwiOlwiNzFcIixcIkxpbmVTdHlsZVwiOntcIiRpZFwiOlwiNzJcIixcIkxpbmVDb2xvclwiOntcIiRpZFwiOlwiNzNcIixcIkNvbG9yXCI6e1wiJGlkXCI6XCI3NFwiLFwiQVwiOjI1NSxcIlJcIjoyNTUsXCJHXCI6MCxcIkJcIjowfX0sXCJMaW5lV2VpZ2h0XCI6Mi4wLFwiTGluZVR5cGVcIjowfSxcIklzVmlzaWJsZVwiOmZhbHNlfX19LFwiU2hhcGVTdHlsZVwiOntcIiRpZFwiOlwiNzVcIixcIk1hcmdpblwiOntcIiRpZFwiOlwiNzZcIixcIlRvcFwiOjAuMCxcIkxlZnRcIjo0LjAsXCJSaWdodFwiOjQuMCxcIkJvdHRvbVwiOjAuMH0sXCJQYWRkaW5nXCI6e1wiJGlkXCI6XCI3N1wiLFwiVG9wXCI6MC4wLFwiTGVmdFwiOjAuMCxcIlJpZ2h0XCI6MC4wLFwiQm90dG9tXCI6MC4wfSxcIkJhY2tncm91bmRcIjp7XCIkaWRcIjpcIjc4XCIsXCJDb2xvclwiOntcIiRpZFwiOlwiNzlcIixcIkFcIjoyNTUsXCJSXCI6MjEsXCJHXCI6OTYsXCJCXCI6MTMwfX0sXCJJc1Zpc2libGVcIjp0cnVlLFwiV2lkdGhcIjowLjAsXCJIZWlnaHRcIjoxMC4wLFwiQm9yZGVyU3R5bGVcIjp7XCIkaWRcIjpcIjgwXCIsXCJMaW5lU3R5bGVcIjp7XCIkaWRcIjpcIjgxXCIsXCJMaW5lQ29sb3JcIjp7XCIkaWRcIjpcIjgyXCIsXCJDb2xvclwiOntcIiRpZFwiOlwiODNcIixcIkFcIjoyNTUsXCJSXCI6MjM0LFwiR1wiOjIyLFwiQlwiOjMwfX0sXCJMaW5lV2VpZ2h0XCI6Mi4wLFwiTGluZVR5cGVcIjowfSxcIklzVmlzaWJsZVwiOmZhbHNlfX0sXCJUaXRsZVN0eWxlXCI6e1wiJGlkXCI6XCI4NFwiLFwiRm9udFNldHRpbmdzXCI6e1wiJGlkXCI6XCI4NVwiLFwiRm9udFNpemVcIjoxMSxcIkZvbnROYW1lXCI6XCJDYWxpYnJpXCIsXCJJc0JvbGRcIjpmYWxzZSxcIklzSXRhbGljXCI6ZmFsc2UsXCJJc1VuZGVybGluZWRcIjpmYWxzZX0sXCJGb3JlZ3JvdW5kXCI6e1wiJGlkXCI6XCI4NlwiLFwiQ29sb3JcIjp7XCIkaWRcIjpcIjg3XCIsXCJBXCI6MjU1LFwiUlwiOjAsXCJHXCI6MCxcIkJcIjowfX0sXCJIb3Jpem9udGFsQWxpZ25tZW50XCI6MixcIklzVmlzaWJsZVwiOnRydWV9LFwiRGF0ZVN0eWxlXCI6e1wiJGlkXCI6XCI4OFwiLFwiRm9udFNldHRpbmdzXCI6e1wiJGlkXCI6XCI4OVwiLFwiRm9udFNpemVcIjoxMCxcIkZvbnROYW1lXCI6XCJDYWxpYnJpXCIsXCJJc0JvbGRcIjpmYWxzZSxcIklzSXRhbGljXCI6ZmFsc2UsXCJJc1VuZGVybGluZWRcIjpmYWxzZX0sXCJGb3JlZ3JvdW5kXCI6e1wiJGlkXCI6XCI5MFwiLFwiQ29sb3JcIjp7XCIkaWRcIjpcIjkxXCIsXCJBXCI6MjU1LFwiUlwiOjE0LFwiR1wiOjQwLFwiQlwiOjY1fX0sXCJIb3Jpem9udGFsQWxpZ25tZW50XCI6MCxcIklzVmlzaWJsZVwiOnRydWV9LFwiRGF0ZUZvcm1hdFwiOntcIiRpZFwiOlwiOT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OTNcIixcIkZvcm1hdFwiOjAsXCJJc1Zpc2libGVcIjpmYWxzZSxcIkxhc3RLbm93blZpc2liaWxpdHlTdGF0ZVwiOmZhbHNlfSxcIlZhcmlhbmNlU3R5bGVcIjp7XCIkaWRcIjpcIjk0XCIsXCJWYXJpYW5jZVRleHRTdHlsZVwiOntcIiRpZFwiOlwiOTVcIixcIkZvbnRTZXR0aW5nc1wiOntcIiRpZFwiOlwiOTZcIixcIkZvbnRTaXplXCI6MTAsXCJGb250TmFtZVwiOlwiQ2FsaWJyaVwiLFwiSXNCb2xkXCI6ZmFsc2UsXCJJc0l0YWxpY1wiOmZhbHNlLFwiSXNVbmRlcmxpbmVkXCI6ZmFsc2V9LFwiRm9yZWdyb3VuZFwiOntcIiRpZFwiOlwiOTdcIixcIkNvbG9yXCI6e1wiJGlkXCI6XCI5OFwiLFwiQVwiOjI1NSxcIlJcIjowLFwiR1wiOjAsXCJCXCI6MH19LFwiSG9yaXpvbnRhbEFsaWdubWVudFwiOjAsXCJJc1Zpc2libGVcIjp0cnVlfX19LFwiTWlsZXN0b25lU3R5bGVcIjp7XCIkaWRcIjpcIjk5XCIsXCJTaGFwZVwiOjIsXCJJc0JlbG93VGltZWJhbmRcIjpmYWxzZSxcIlNoYXBlU2l6ZVwiOjEsXCJQYWRkaW5nXCI6e1wiJGlkXCI6XCIxMDBcIixcIlRvcFwiOjUuMCxcIkxlZnRcIjozLjAsXCJSaWdodFwiOjAuMCxcIkJvdHRvbVwiOjIuMH0sXCJTaGFwZVN0eWxlXCI6e1wiJGlkXCI6XCIxMDFcIixcIk1hcmdpblwiOntcIiRpZFwiOlwiMTAyXCIsXCJUb3BcIjowLjAsXCJMZWZ0XCI6MC4wLFwiUmlnaHRcIjowLjAsXCJCb3R0b21cIjowLjB9LFwiUGFkZGluZ1wiOntcIiRpZFwiOlwiMTAzXCIsXCJUb3BcIjowLjAsXCJMZWZ0XCI6MC4wLFwiUmlnaHRcIjowLjAsXCJCb3R0b21cIjowLjB9LFwiQmFja2dyb3VuZFwiOntcIiRpZFwiOlwiMTA0XCIsXCJDb2xvclwiOntcIiRpZFwiOlwiMTA1XCIsXCJBXCI6MjU1LFwiUlwiOjIzMyxcIkdcIjoxMTMsXCJCXCI6NTB9fSxcIklzVmlzaWJsZVwiOnRydWUsXCJXaWR0aFwiOjE4LjAsXCJIZWlnaHRcIjoyMC4wLFwiQm9yZGVyU3R5bGVcIjp7XCIkaWRcIjpcIjEwNlwiLFwiTGluZVN0eWxlXCI6e1wiJGlkXCI6XCIxMDdcIixcIkxpbmVDb2xvclwiOntcIiRpZFwiOlwiMTA4XCIsXCJDb2xvclwiOntcIiRpZFwiOlwiMTA5XCIsXCJBXCI6MjU1LFwiUlwiOjIzNCxcIkdcIjoyMixcIkJcIjozMH19LFwiTGluZVdlaWdodFwiOjIuMCxcIkxpbmVUeXBlXCI6MH0sXCJJc1Zpc2libGVcIjpmYWxzZX19LFwiVGl0bGVTdHlsZVwiOntcIiRpZFwiOlwiMTEwXCIsXCJGb250U2V0dGluZ3NcIjp7XCIkaWRcIjpcIjExMVwiLFwiRm9udFNpemVcIjoxMSxcIkZvbnROYW1lXCI6XCJDYWxpYnJpXCIsXCJJc0JvbGRcIjp0cnVlLFwiSXNJdGFsaWNcIjpmYWxzZSxcIklzVW5kZXJsaW5lZFwiOmZhbHNlfSxcIkZvcmVncm91bmRcIjp7XCIkaWRcIjpcIjExMlwiLFwiQ29sb3JcIjp7XCIkaWRcIjpcIjExM1wiLFwiQVwiOjI1NSxcIlJcIjowLFwiR1wiOjAsXCJCXCI6MH19LFwiSG9yaXpvbnRhbEFsaWdubWVudFwiOjAsXCJJc1Zpc2libGVcIjp0cnVlfSxcIkRhdGVTdHlsZVwiOntcIiRpZFwiOlwiMTE0XCIsXCJGb250U2V0dGluZ3NcIjp7XCIkaWRcIjpcIjExNVwiLFwiRm9udFNpemVcIjoxMCxcIkZvbnROYW1lXCI6XCJDYWxpYnJpXCIsXCJJc0JvbGRcIjpmYWxzZSxcIklzSXRhbGljXCI6ZmFsc2UsXCJJc1VuZGVybGluZWRcIjpmYWxzZX0sXCJGb3JlZ3JvdW5kXCI6e1wiJGlkXCI6XCIxMTZcIixcIkNvbG9yXCI6e1wiJGlkXCI6XCIxMTdcIixcIkFcIjoyNTUsXCJSXCI6MTQsXCJHXCI6NDAsXCJCXCI6NjV9fSxcIkhvcml6b250YWxBbGlnbm1lbnRcIjowLFwiSXNWaXNpYmxlXCI6dHJ1ZX0sXCJEYXRlRm9ybWF0XCI6e1wiJGlkXCI6XCIxMThcIixcIkZvcm1hdFN0cmluZ1wiOlwiTU1NIGQsIHl5eXlcIixcIlNlcGFyYXRvclwiOlwiL1wiLFwiVXNlSW50ZXJuYXRpb25hbERhdGVGb3JtYXRcIjpmYWxzZSxcIkRhdGVJc1Zpc2libGVcIjp0cnVlLFwiVGltZUlzVmlzaWJsZVwiOmZhbHNlLFwiSG91ckRpZ2l0c1wiOjEsXCJBbVBtRGVzaWduYXRvclwiOjIsXCJUcmltMDBNaW51dGVzXCI6ZmFsc2V9LFwiV2Vla051bWJlcmluZ1wiOntcIiRpZFwiOlwiMTE5XCIsXCJGb3JtYXRcIjowLFwiSXNWaXNpYmxlXCI6ZmFsc2UsXCJMYXN0S25vd25WaXNpYmlsaXR5U3RhdGVcIjpmYWxzZX0sXCJWYXJpYW5jZVN0eWxlXCI6e1wiJGlkXCI6XCIxMjBcIixcIlZhcmlhbmNlVGV4dFN0eWxlXCI6e1wiJGlkXCI6XCIxMjFcIixcIkZvbnRTZXR0aW5nc1wiOntcIiRpZFwiOlwiMTIyXCIsXCJGb250U2l6ZVwiOjEwLFwiRm9udE5hbWVcIjpcIkNhbGlicmlcIixcIklzQm9sZFwiOmZhbHNlLFwiSXNJdGFsaWNcIjpmYWxzZSxcIklzVW5kZXJsaW5lZFwiOmZhbHNlfSxcIkZvcmVncm91bmRcIjp7XCIkaWRcIjpcIjEyM1wiLFwiQ29sb3JcIjp7XCIkaWRcIjpcIjEyNFwiLFwiQVwiOjI1NSxcIlJcIjowLFwiR1wiOjAsXCJCXCI6MH19LFwiSG9yaXpvbnRhbEFsaWdubWVudFwiOjAsXCJJc1Zpc2libGVcIjp0cnVlfX19LFwiTW90U3R5bGVcIjp7XCIkaWRcIjpcIjEyNVwiLFwiU2hhcGVcIjoyLFwiU2hhcGVTaXplXCI6MSxcIkRldGFpbHNTcGFjaW5nXCI6MC4wLFwiUGFkZGluZ1wiOntcIiRpZFwiOlwiMTI2XCIsXCJUb3BcIjo1LjAsXCJMZWZ0XCI6My4wLFwiUmlnaHRcIjowLjAsXCJCb3R0b21cIjoyLjB9LFwiUG9zaXRpb25PblRhc2tcIjoxLFwiU2hhcGVTdHlsZVwiOntcIiRpZFwiOlwiMTI3XCIsXCJNYXJnaW5cIjp7XCIkaWRcIjpcIjEyOFwiLFwiVG9wXCI6MC4wLFwiTGVmdFwiOjAuMCxcIlJpZ2h0XCI6MC4wLFwiQm90dG9tXCI6MC4wfSxcIlBhZGRpbmdcIjp7XCIkaWRcIjpcIjEyOVwiLFwiVG9wXCI6MC4wLFwiTGVmdFwiOjAuMCxcIlJpZ2h0XCI6MC4wLFwiQm90dG9tXCI6MC4wfSxcIkJhY2tncm91bmRcIjp7XCIkaWRcIjpcIjEzMFwiLFwiQ29sb3JcIjp7XCIkaWRcIjpcIjEzMVwiLFwiQVwiOjI1NSxcIlJcIjoyMzMsXCJHXCI6MTEzLFwiQlwiOjUwfX0sXCJJc1Zpc2libGVcIjp0cnVlLFwiV2lkdGhcIjoxMy4wLFwiSGVpZ2h0XCI6MTMuMCxcIkJvcmRlclN0eWxlXCI6e1wiJGlkXCI6XCIxMzJcIixcIkxpbmVTdHlsZVwiOntcIiRpZFwiOlwiMTMzXCIsXCJMaW5lQ29sb3JcIjp7XCIkaWRcIjpcIjEzNFwiLFwiQ29sb3JcIjp7XCIkaWRcIjpcIjEzNVwiLFwiQVwiOjI1NSxcIlJcIjoyMzQsXCJHXCI6MjIsXCJCXCI6MzB9fSxcIkxpbmVXZWlnaHRcIjoyLjAsXCJMaW5lVHlwZVwiOjB9LFwiSXNWaXNpYmxlXCI6ZmFsc2V9fSxcIlRpdGxlU3R5bGVcIjp7XCIkaWRcIjpcIjEzNlwiLFwiRm9udFNldHRpbmdzXCI6e1wiJGlkXCI6XCIxMzdcIixcIkZvbnRTaXplXCI6MTEsXCJGb250TmFtZVwiOlwiQ2FsaWJyaVwiLFwiSXNCb2xkXCI6dHJ1ZSxcIklzSXRhbGljXCI6ZmFsc2UsXCJJc1VuZGVybGluZWRcIjpmYWxzZX0sXCJGb3JlZ3JvdW5kXCI6e1wiJGlkXCI6XCIxMzhcIixcIkNvbG9yXCI6e1wiJGlkXCI6XCIxMzlcIixcIkFcIjoyNTUsXCJSXCI6MCxcIkdcIjowLFwiQlwiOjB9fSxcIkhvcml6b250YWxBbGlnbm1lbnRcIjowLFwiSXNWaXNpYmxlXCI6dHJ1ZX0sXCJEYXRlU3R5bGVcIjp7XCIkaWRcIjpcIjE0MFwiLFwiRm9udFNldHRpbmdzXCI6e1wiJGlkXCI6XCIxNDFcIixcIkZvbnRTaXplXCI6MTAsXCJGb250TmFtZVwiOlwiQ2FsaWJyaVwiLFwiSXNCb2xkXCI6ZmFsc2UsXCJJc0l0YWxpY1wiOmZhbHNlLFwiSXNVbmRlcmxpbmVkXCI6ZmFsc2V9LFwiRm9yZWdyb3VuZFwiOntcIiRpZFwiOlwiMTQyXCIsXCJDb2xvclwiOntcIiRpZFwiOlwiMTQzXCIsXCJBXCI6MjU1LFwiUlwiOjE0LFwiR1wiOjQwLFwiQlwiOjY1fX0sXCJIb3Jpem9udGFsQWxpZ25tZW50XCI6MCxcIklzVmlzaWJsZVwiOnRydWV9LFwiRGF0ZUZvcm1hdFwiOntcIiRpZFwiOlwiMTQ0XCIsXCJGb3JtYXRTdHJpbmdcIjpcIk1NTSBkLCB5eXl5XCIsXCJTZXBhcmF0b3JcIjpcIi9cIixcIlVzZUludGVybmF0aW9uYWxEYXRlRm9ybWF0XCI6ZmFsc2UsXCJEYXRlSXNWaXNpYmxlXCI6dHJ1ZSxcIlRpbWVJc1Zpc2libGVcIjpmYWxzZSxcIkhvdXJEaWdpdHNcIjoxLFwiQW1QbURlc2lnbmF0b3JcIjoyLFwiVHJpbTAwTWludXRlc1wiOmZhbHNlfSxcIldlZWtOdW1iZXJpbmdcIjp7XCIkaWRcIjpcIjE0NVwiLFwiRm9ybWF0XCI6MCxcIklzVmlzaWJsZVwiOmZhbHNlLFwiTGFzdEtub3duVmlzaWJpbGl0eVN0YXRlXCI6ZmFsc2V9LFwiVmFyaWFuY2VTdHlsZVwiOntcIiRpZFwiOlwiMTQ2XCIsXCJWYXJpYW5jZVRleHRTdHlsZVwiOntcIiRpZFwiOlwiMTQ3XCIsXCJGb250U2V0dGluZ3NcIjp7XCIkaWRcIjpcIjE0OFwiLFwiRm9udFNpemVcIjoxMCxcIkZvbnROYW1lXCI6XCJDYWxpYnJpXCIsXCJJc0JvbGRcIjpmYWxzZSxcIklzSXRhbGljXCI6ZmFsc2UsXCJJc1VuZGVybGluZWRcIjpmYWxzZX0sXCJGb3JlZ3JvdW5kXCI6e1wiJGlkXCI6XCIxNDlcIixcIkNvbG9yXCI6e1wiJGlkXCI6XCIxNTBcIixcIkFcIjoyNTUsXCJSXCI6MCxcIkdcIjowLFwiQlwiOjB9fSxcIkhvcml6b250YWxBbGlnbm1lbnRcIjowLFwiSXNWaXNpYmxlXCI6dHJ1ZX19fSxcIlN3aW1sYW5lVjJTdHlsZVwiOntcIiRpZFwiOlwiMTUxXCIsXCJTdHlsZUlkXCI6XCIzMzJjZmIxMy1iNDAxLTRlYzMtYjY1NS03Mzk2OGQwNGQ3NDlcIixcIk5hbWVcIjpcIlN3aW1sYW5lIFN0eWxlIDFcIixcIkhlYWRlclN0eWxlXCI6e1wiJGlkXCI6XCIxNTJcIixcIlRleHRTdHlsZVwiOntcIiRpZFwiOlwiMTUzXCIsXCJGb250U2V0dGluZ3NcIjp7XCIkaWRcIjpcIjE1NFwiLFwiRm9udFNpemVcIjoxMSxcIkZvbnROYW1lXCI6XCJDYWxpYnJpXCIsXCJJc0JvbGRcIjpmYWxzZSxcIklzSXRhbGljXCI6ZmFsc2UsXCJJc1VuZGVybGluZWRcIjpmYWxzZX0sXCJGb3JlZ3JvdW5kXCI6e1wiJGlkXCI6XCIxNTVcIixcIkNvbG9yXCI6e1wiJGlkXCI6XCIxNTZcIixcIkFcIjoyNTUsXCJSXCI6MjU1LFwiR1wiOjI1NSxcIkJcIjoyNTV9fSxcIkhvcml6b250YWxBbGlnbm1lbnRcIjowLFwiSXNWaXNpYmxlXCI6dHJ1ZX0sXCJSZWN0YW5nbGVTdHlsZVwiOntcIiRpZFwiOlwiMTU3XCIsXCJNYXJnaW5cIjp7XCIkaWRcIjpcIjE1OFwiLFwiVG9wXCI6MC4wLFwiTGVmdFwiOjAuMCxcIlJpZ2h0XCI6MC4wLFwiQm90dG9tXCI6MC4wfSxcIlBhZGRpbmdcIjp7XCIkaWRcIjpcIjE1OVwiLFwiVG9wXCI6MC4wLFwiTGVmdFwiOjAuMCxcIlJpZ2h0XCI6MC4wLFwiQm90dG9tXCI6MC4wfSxcIkJhY2tncm91bmRcIjp7XCIkaWRcIjpcIjE2MFwiLFwiQ29sb3JcIjp7XCIkaWRcIjpcIjE2MVwiLFwiQVwiOjI1NSxcIlJcIjoyMSxcIkdcIjo5NixcIkJcIjoxMzB9fSxcIklzVmlzaWJsZVwiOnRydWUsXCJXaWR0aFwiOjAuMCxcIkhlaWdodFwiOjAuMCxcIkJvcmRlclN0eWxlXCI6e1wiJGlkXCI6XCIxNjJcIixcIkxpbmVTdHlsZVwiOntcIiRpZFwiOlwiMTYzXCIsXCJMaW5lQ29sb3JcIjp7XCIkaWRcIjpcIjE2NFwiLFwiQ29sb3JcIjp7XCIkaWRcIjpcIjE2NVwiLFwiQVwiOjI1NSxcIlJcIjoyNTUsXCJHXCI6MjU1LFwiQlwiOjI1NX19LFwiTGluZVdlaWdodFwiOjAuMCxcIkxpbmVUeXBlXCI6MH0sXCJJc1Zpc2libGVcIjpmYWxzZX19fSxcIkJhY2tncm91bmR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UxLFwiUlwiOjIwMCxcIkdcIjoyMDAsXCJCXCI6MjAwfX0sXCJJc1Zpc2libGVcIjp0cnVlLFwiV2lkdGhcIjowLjAsXCJIZWlnaHRcIjowLjAsXCJCb3JkZXJTdHlsZVwiOntcIiRpZFwiOlwiMTcxXCIsXCJMaW5lU3R5bGVcIjp7XCIkaWRcIjpcIjE3MlwiLFwiTGluZUNvbG9yXCI6e1wiJGlkXCI6XCIxNzNcIixcIkNvbG9yXCI6e1wiJGlkXCI6XCIxNzRcIixcIkFcIjoyNTUsXCJSXCI6MjM0LFwiR1wiOjIyLFwiQlwiOjMwfX0sXCJMaW5lV2VpZ2h0XCI6Mi4wLFwiTGluZVR5cGVcIjowfSxcIklzVmlzaWJsZVwiOmZhbHNlfX0sXCJJc0Fib3ZlVGltZWJhbmRcIjpmYWxzZSxcIlNwYWNpbmdcIjozLFwiRGVmYXVsdFN3aW1sYW5lQWN0aXZpdHlTdHlsZVwiOntcIiRpZFwiOlwiMTc1XCIsXCJIZWFkZXJTdHlsZVwiOntcIiRpZFwiOlwiMTc2XCIsXCJUZXh0U3R5bGVcIjp7XCIkaWRcIjpcIjE3N1wiLFwiRm9udFNldHRpbmdzXCI6e1wiJGlkXCI6XCIxNzhcIixcIkZvbnRTaXplXCI6MTEsXCJGb250TmFtZVwiOlwiQ2FsaWJyaVwiLFwiSXNCb2xkXCI6ZmFsc2UsXCJJc0l0YWxpY1wiOmZhbHNlLFwiSXNVbmRlcmxpbmVkXCI6ZmFsc2V9LFwiRm9yZWdyb3VuZFwiOntcIiRpZFwiOlwiMTc5XCIsXCJDb2xvclwiOntcIiRpZFwiOlwiMTgwXCIsXCJBXCI6MjU1LFwiUlwiOjAsXCJHXCI6MCxcIkJcIjowfX0sXCJIb3Jpem9udGFsQWxpZ25tZW50XCI6MCxcIklzVmlzaWJsZVwiOnRydWV9LFwiUmVjdGFuZ2xlU3R5bGVcIjp7XCIkaWRcIjpcIjE4MVwiLFwiTWFyZ2luXCI6e1wiJGlkXCI6XCIxODJcIixcIlRvcFwiOjAuMCxcIkxlZnRcIjowLjAsXCJSaWdodFwiOjAuMCxcIkJvdHRvbVwiOjAuMH0sXCJQYWRkaW5nXCI6e1wiJGlkXCI6XCIxODNcIixcIlRvcFwiOjAuMCxcIkxlZnRcIjowLjAsXCJSaWdodFwiOjAuMCxcIkJvdHRvbVwiOjAuMH0sXCJCYWNrZ3JvdW5kXCI6e1wiJGlkXCI6XCIxODRcIixcIkNvbG9yXCI6e1wiJGlkXCI6XCIxODVcIixcIkFcIjo2MyxcIlJcIjoyMSxcIkdcIjo5NixcIkJcIjoxMzB9fSxcIklzVmlzaWJsZVwiOnRydWUsXCJXaWR0aFwiOjAuMCxcIkhlaWdodFwiOjAuMCxcIkJvcmRlclN0eWxlXCI6e1wiJGlkXCI6XCIxODZcIixcIkxpbmVTdHlsZVwiOntcIiRpZFwiOlwiMTg3XCIsXCJMaW5lQ29sb3JcIjp7XCIkaWRcIjpcIjE4OFwiLFwiQ29sb3JcIjp7XCIkaWRcIjpcIjE4OVwiLFwiQVwiOjI1NSxcIlJcIjoyNTUsXCJHXCI6MCxcIkJcIjowfX0sXCJMaW5lV2VpZ2h0XCI6MC4wLFwiTGluZVR5cGVcIjowfSxcIklzVmlzaWJsZVwiOmZhbHNlfX19LFwiQmFja2dyb3VuZFN0eWxlXCI6e1wiJGlkXCI6XCIxOTBcIixcIk1hcmdpblwiOntcIiRpZFwiOlwiMTkxXCIsXCJUb3BcIjowLjAsXCJMZWZ0XCI6MC4wLFwiUmlnaHRcIjowLjAsXCJCb3R0b21cIjowLjB9LFwiUGFkZGluZ1wiOntcIiRpZFwiOlwiMTkyXCIsXCJUb3BcIjowLjAsXCJMZWZ0XCI6MC4wLFwiUmlnaHRcIjowLjAsXCJCb3R0b21cIjowLjB9LFwiQmFja2dyb3VuZFwiOntcIiRpZFwiOlwiMTkzXCIsXCJDb2xvclwiOntcIiRpZFwiOlwiMTk0XCIsXCJBXCI6NTEsXCJSXCI6MjAwLFwiR1wiOjIwMCxcIkJcIjoyMDB9fSxcIklzVmlzaWJsZVwiOnRydWUsXCJXaWR0aFwiOjAuMCxcIkhlaWdodFwiOjAuMCxcIkJvcmRlclN0eWxlXCI6e1wiJGlkXCI6XCIxOTVcIixcIkxpbmVTdHlsZVwiOntcIiRpZFwiOlwiMTk2XCIsXCJMaW5lQ29sb3JcIjp7XCIkaWRcIjpcIjE5N1wiLFwiQ29sb3JcIjp7XCIkaWRcIjpcIjE5OFwiLFwiQVwiOjI1NSxcIlJcIjoyMzQsXCJHXCI6MjIsXCJCXCI6MzB9fSxcIkxpbmVXZWlnaHRcIjoyLjAsXCJMaW5lVHlwZVwiOjB9LFwiSXNWaXNpYmxlXCI6ZmFsc2V9fX0sXCJEZWZhdWx0U3dpbWxhbmVNaWxlc3RvbmVTdHlsZVwiOntcIiRpZFwiOlwiMTk5XCIsXCJUaXRsZVBvc2l0aW9uXCI6MCxcIkRhdGVQb3NpdGlvblwiOjIsXCJWYXJpYW5jZVBvc2l0aW9uXCI6MixcIlNoYXBlVHlwZVwiOjEsXCJTaGFwZVNpemVcIjowLFwiU3BhY2luZ1wiOjUsXCJTaGFwZVN0eWxlXCI6e1wiJGlkXCI6XCIyMDBcIixcIk1hcmdpblwiOntcIiRpZFwiOlwiMjAxXCIsXCJUb3BcIjowLjAsXCJMZWZ0XCI6MC4wLFwiUmlnaHRcIjowLjAsXCJCb3R0b21cIjowLjB9LFwiUGFkZGluZ1wiOntcIiRpZFwiOlwiMjAyXCIsXCJUb3BcIjowLjAsXCJMZWZ0XCI6MC4wLFwiUmlnaHRcIjowLjAsXCJCb3R0b21cIjowLjB9LFwiQmFja2dyb3VuZFwiOntcIiRpZFwiOlwiMjAzXCIsXCJDb2xvclwiOntcIiRpZFwiOlwiMjA0XCIsXCJBXCI6MjU1LFwiUlwiOjIxLFwiR1wiOjk2LFwiQlwiOjEzMH19LFwiSXNWaXNpYmxlXCI6dHJ1ZSxcIldpZHRoXCI6MTIuMCxcIkhlaWdodFwiOjE0LjAsXCJCb3JkZXJTdHlsZVwiOntcIiRpZFwiOlwiMjA1XCIsXCJMaW5lU3R5bGVcIjp7XCIkaWRcIjpcIjIwNlwiLFwiTGluZUNvbG9yXCI6e1wiJGlkXCI6XCIyMDdcIixcIkNvbG9yXCI6e1wiJGlkXCI6XCIyMDhcIixcIkFcIjoyNTUsXCJSXCI6MjM0LFwiR1wiOjIyLFwiQlwiOjMwfX0sXCJMaW5lV2VpZ2h0XCI6Mi4wLFwiTGluZVR5cGVcIjowfSxcIklzVmlzaWJsZVwiOmZhbHNlfX0sXCJUaXRsZVN0eWxlXCI6e1wiJGlkXCI6XCIyMDlcIixcIkZvbnRTZXR0aW5nc1wiOntcIiRpZFwiOlwiMjEwXCIsXCJGb250U2l6ZVwiOjExLFwiRm9udE5hbWVcIjpcIkNhbGlicmlcIixcIklzQm9sZFwiOmZhbHNlLFwiSXNJdGFsaWNcIjpmYWxzZSxcIklzVW5kZXJsaW5lZFwiOmZhbHNlfSxcIkZvcmVncm91bmRcIjp7XCIkaWRcIjpcIjIxMVwiLFwiQ29sb3JcIjp7XCIkaWRcIjpcIjIxMlwiLFwiQVwiOjI1NSxcIlJcIjowLFwiR1wiOjAsXCJCXCI6MH19LFwiSG9yaXpvbnRhbEFsaWdubWVudFwiOjIsXCJJc1Zpc2libGVcIjp0cnVlfSxcIkRhdGVTdHlsZVwiOntcIiRpZFwiOlwiMjEzXCIsXCJGb250U2V0dGluZ3NcIjp7XCIkaWRcIjpcIjIxNFwiLFwiRm9udFNpemVcIjoxMCxcIkZvbnROYW1lXCI6XCJDYWxpYnJpXCIsXCJJc0JvbGRcIjpmYWxzZSxcIklzSXRhbGljXCI6ZmFsc2UsXCJJc1VuZGVybGluZWRcIjpmYWxzZX0sXCJGb3JlZ3JvdW5kXCI6e1wiJGlkXCI6XCIyMTVcIixcIkNvbG9yXCI6e1wiJGlkXCI6XCIyMTZcIixcIkFcIjoyNTUsXCJSXCI6MTQsXCJHXCI6NDAsXCJCXCI6NjV9fSxcIkhvcml6b250YWxBbGlnbm1lbnRcIjowLFwiSXNWaXNpYmxlXCI6dHJ1ZX0sXCJEYXRlRm9ybWF0XCI6e1wiJGlkXCI6XCIyMTd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E4XCIsXCJGb3JtYXRcIjowLFwiSXNWaXNpYmxlXCI6ZmFsc2UsXCJMYXN0S25vd25WaXNpYmlsaXR5U3RhdGVcIjpmYWxzZX0sXCJWYXJpYW5jZVN0eWxlXCI6e1wiJGlkXCI6XCIyMTlcIixcIlZhcmlhbmNlVGV4dFN0eWxlXCI6e1wiJGlkXCI6XCIyMjBcIixcIkZvbnRTZXR0aW5nc1wiOntcIiRpZFwiOlwiMjIxXCIsXCJGb250U2l6ZVwiOjEwLFwiRm9udE5hbWVcIjpcIkNhbGlicmlcIixcIklzQm9sZFwiOmZhbHNlLFwiSXNJdGFsaWNcIjpmYWxzZSxcIklzVW5kZXJsaW5lZFwiOmZhbHNlfSxcIkZvcmVncm91bmRcIjp7XCIkaWRcIjpcIjIyMlwiLFwiQ29sb3JcIjp7XCIkaWRcIjpcIjIyM1wiLFwiQVwiOjI1NSxcIlJcIjowLFwiR1wiOjAsXCJCXCI6MH19LFwiSG9yaXpvbnRhbEFsaWdubWVudFwiOjAsXCJJc1Zpc2libGVcIjp0cnVlfX19LFwiRGVmYXVsdFN3aW1sYW5lVGFza1N0eWxlXCI6e1wiJGlkXCI6XCIyMjRcIixcIlNoYXBlXCI6MSxcIlNoYXBlVGhpY2tuZXNzXCI6MCxcIkR1cmF0aW9uRm9ybWF0XCI6MCxcIlBlcmNlbnRhZ2VDb21wbGV0ZVRleHRTdHlsZVwiOntcIiRpZFwiOlwiMjI1XCIsXCJGb250U2V0dGluZ3NcIjp7XCIkaWRcIjpcIjIyNlwiLFwiRm9udFNpemVcIjoxMCxcIkZvbnROYW1lXCI6XCJDYWxpYnJpXCIsXCJJc0JvbGRcIjpmYWxzZSxcIklzSXRhbGljXCI6ZmFsc2UsXCJJc1VuZGVybGluZWRcIjpmYWxzZX0sXCJGb3JlZ3JvdW5kXCI6e1wiJGlkXCI6XCIyMjdcIixcIkNvbG9yXCI6e1wiJGlkXCI6XCIyMjhcIixcIkFcIjoyNTUsXCJSXCI6MjMyLFwiR1wiOjIzMixcIkJcIjoyMzJ9fSxcIkhvcml6b250YWxBbGlnbm1lbnRcIjoxLFwiSXNWaXNpYmxlXCI6dHJ1ZX0sXCJQZXJjZW50YWdlQ29tcGxldGVIaWdobGlnaHRTdHlsZVwiOntcIiRpZFwiOlwiMjI5XCIsXCJCYWNrZ3JvdW5kXCI6e1wiJGlkXCI6XCIyMzBcIixcIkNvbG9yXCI6e1wiJGlkXCI6XCIyMzFcIixcIkFcIjo4OSxcIlJcIjowLFwiR1wiOjAsXCJCXCI6MH19fSxcIkR1cmF0aW9uU3R5bGVcIjp7XCIkaWRcIjpcIjIzMlwiLFwiRm9udFNldHRpbmdzXCI6e1wiJGlkXCI6XCIyMzNcIixcIkZvbnRTaXplXCI6MTAsXCJGb250TmFtZVwiOlwiQ2FsaWJyaVwiLFwiSXNCb2xkXCI6ZmFsc2UsXCJJc0l0YWxpY1wiOmZhbHNlLFwiSXNVbmRlcmxpbmVkXCI6ZmFsc2V9LFwiRm9yZWdyb3VuZFwiOntcIiRpZFwiOlwiMjM0XCIsXCJDb2xvclwiOntcIiRpZFwiOlwiMjM1XCIsXCJBXCI6MjU1LFwiUlwiOjIzNyxcIkdcIjoxMjUsXCJCXCI6NDl9fSxcIkhvcml6b250YWxBbGlnbm1lbnRcIjowLFwiSXNWaXNpYmxlXCI6ZmFsc2V9LFwiTWFyZ2luXCI6e1wiJGlkXCI6XCIyMzZcIixcIlRvcFwiOjAuMCxcIkxlZnRcIjowLjAsXCJSaWdodFwiOjAuMCxcIkJvdHRvbVwiOjAuMH0sXCJTdGFydERhdGVQb3NpdGlvblwiOjMsXCJFbmREYXRlUG9zaXRpb25cIjozLFwiVGl0bGVQb3NpdGlvblwiOjQsXCJEdXJhdGlvblBvc2l0aW9uXCI6MCxcIlBlcmNlbnRhZ2VDb21wbGV0ZWRQb3NpdGlvblwiOjIsXCJWYXJpYW5jZVBvc2l0aW9uXCI6MixcIlNwYWNpbmdcIjozLFwiQmFzZWxpbmVTdHlsZVwiOntcIiRpZFwiOlwiMjM3XCIsXCJCYXNlbGluZVNoYXBlU3R5bGVcIjp7XCIkaWRcIjpcIjIzOFwiLFwiTWFyZ2luXCI6e1wiJGlkXCI6XCIyMzlcIixcIlRvcFwiOjAuMCxcIkxlZnRcIjowLjAsXCJSaWdodFwiOjAuMCxcIkJvdHRvbVwiOjAuMH0sXCJQYWRkaW5nXCI6e1wiJGlkXCI6XCIyNDBcIixcIlRvcFwiOjAuMCxcIkxlZnRcIjowLjAsXCJSaWdodFwiOjAuMCxcIkJvdHRvbVwiOjAuMH0sXCJCYWNrZ3JvdW5kXCI6e1wiJGlkXCI6XCIyNDFcIixcIkNvbG9yXCI6e1wiJGlkXCI6XCIyNDJcIixcIkFcIjoxNTMsXCJSXCI6MCxcIkdcIjowLFwiQlwiOjB9fSxcIklzVmlzaWJsZVwiOmZhbHNlLFwiV2lkdGhcIjowLjAsXCJIZWlnaHRcIjowLjAsXCJCb3JkZXJTdHlsZVwiOntcIiRpZFwiOlwiMjQzXCIsXCJMaW5lU3R5bGVcIjp7XCIkaWRcIjpcIjI0NFwiLFwiTGluZUNvbG9yXCI6e1wiJGlkXCI6XCIyNDVcIixcIkNvbG9yXCI6e1wiJGlkXCI6XCIyNDZcIixcIkFcIjoyNTUsXCJSXCI6MjU1LFwiR1wiOjAsXCJCXCI6MH19LFwiTGluZVdlaWdodFwiOjIuMCxcIkxpbmVUeXBlXCI6MH0sXCJJc1Zpc2libGVcIjpmYWxzZX19fSxcIlNoYXBlU3R5bGVcIjp7XCIkaWRcIjpcIjI0N1wiLFwiTWFyZ2luXCI6e1wiJGlkXCI6XCIyNDhcIixcIlRvcFwiOjAuMCxcIkxlZnRcIjo0LjAsXCJSaWdodFwiOjQuMCxcIkJvdHRvbVwiOjAuMH0sXCJQYWRkaW5nXCI6e1wiJGlkXCI6XCIyNDlcIixcIlRvcFwiOjAuMCxcIkxlZnRcIjowLjAsXCJSaWdodFwiOjAuMCxcIkJvdHRvbVwiOjAuMH0sXCJCYWNrZ3JvdW5kXCI6e1wiJGlkXCI6XCIyNTBcIixcIkNvbG9yXCI6e1wiJGlkXCI6XCIyNTFcIixcIkFcIjoyNTUsXCJSXCI6MjEsXCJHXCI6OTYsXCJCXCI6MTMwfX0sXCJJc1Zpc2libGVcIjp0cnVlLFwiV2lkdGhcIjowLjAsXCJIZWlnaHRcIjoxMC4wLFwiQm9yZGVyU3R5bGVcIjp7XCIkaWRcIjpcIjI1MlwiLFwiTGluZVN0eWxlXCI6e1wiJGlkXCI6XCIyNTNcIixcIkxpbmVDb2xvclwiOntcIiRpZFwiOlwiMjU0XCIsXCJDb2xvclwiOntcIiRpZFwiOlwiMjU1XCIsXCJBXCI6MjU1LFwiUlwiOjIzNCxcIkdcIjoyMixcIkJcIjozMH19LFwiTGluZVdlaWdodFwiOjIuMCxcIkxpbmVUeXBlXCI6MH0sXCJJc1Zpc2libGVcIjpmYWxzZX19LFwiVGl0bGVTdHlsZVwiOntcIiRpZFwiOlwiMjU2XCIsXCJGb250U2V0dGluZ3NcIjp7XCIkaWRcIjpcIjI1N1wiLFwiRm9udFNpemVcIjoxMSxcIkZvbnROYW1lXCI6XCJDYWxpYnJpXCIsXCJJc0JvbGRcIjpmYWxzZSxcIklzSXRhbGljXCI6ZmFsc2UsXCJJc1VuZGVybGluZWRcIjpmYWxzZX0sXCJGb3JlZ3JvdW5kXCI6e1wiJGlkXCI6XCIyNThcIixcIkNvbG9yXCI6e1wiJGlkXCI6XCIyNTlcIixcIkFcIjoyNTUsXCJSXCI6MCxcIkdcIjowLFwiQlwiOjB9fSxcIkhvcml6b250YWxBbGlnbm1lbnRcIjowLFwiSXNWaXNpYmxlXCI6dHJ1ZX0sXCJEYXRlU3R5bGVcIjp7XCIkaWRcIjpcIjI2MFwiLFwiRm9udFNldHRpbmdzXCI6e1wiJGlkXCI6XCIyNjFcIixcIkZvbnRTaXplXCI6MTAsXCJGb250TmFtZVwiOlwiQ2FsaWJyaVwiLFwiSXNCb2xkXCI6ZmFsc2UsXCJJc0l0YWxpY1wiOmZhbHNlLFwiSXNVbmRlcmxpbmVkXCI6ZmFsc2V9LFwiRm9yZWdyb3VuZFwiOntcIiRpZFwiOlwiMjYyXCIsXCJDb2xvclwiOntcIiRpZFwiOlwiMjYzXCIsXCJBXCI6MjU1LFwiUlwiOjE0LFwiR1wiOjQwLFwiQlwiOjY1fX0sXCJIb3Jpem9udGFsQWxpZ25tZW50XCI6MixcIklzVmlzaWJsZVwiOnRydWV9LFwiRGF0ZUZvcm1hdFwiOntcIiRpZFwiOlwiMjY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I2NVwiLFwiRm9ybWF0XCI6MCxcIklzVmlzaWJsZVwiOmZhbHNlLFwiTGFzdEtub3duVmlzaWJpbGl0eVN0YXRlXCI6ZmFsc2V9LFwiVmFyaWFuY2VTdHlsZVwiOntcIiRpZFwiOlwiMjY2XCIsXCJWYXJpYW5jZVRleHRTdHlsZVwiOntcIiRpZFwiOlwiMjY3XCIsXCJGb250U2V0dGluZ3NcIjp7XCIkaWRcIjpcIjI2OFwiLFwiRm9udFNpemVcIjoxMCxcIkZvbnROYW1lXCI6XCJDYWxpYnJpXCIsXCJJc0JvbGRcIjpmYWxzZSxcIklzSXRhbGljXCI6ZmFsc2UsXCJJc1VuZGVybGluZWRcIjpmYWxzZX0sXCJGb3JlZ3JvdW5kXCI6e1wiJGlkXCI6XCIyNjlcIixcIkNvbG9yXCI6e1wiJGlkXCI6XCIyNzBcIixcIkFcIjoyNTUsXCJSXCI6MCxcIkdcIjowLFwiQlwiOjB9fSxcIkhvcml6b250YWxBbGlnbm1lbnRcIjowLFwiSXNWaXNpYmxlXCI6dHJ1ZX19fSxcIkRlZmF1bHRTd2ltbGFuZU1vdFN0eWxlXCI6e1wiJGlkXCI6XCIyNzFcIixcIlNoYXBlXCI6MSxcIlNoYXBlU2l6ZVwiOjAsXCJEZXRhaWxzU3BhY2luZ1wiOjAuMCxcIlBhZGRpbmdcIjp7XCIkaWRcIjpcIjI3MlwiLFwiVG9wXCI6NS4wLFwiTGVmdFwiOjMuMCxcIlJpZ2h0XCI6MC4wLFwiQm90dG9tXCI6Mi4wfSxcIlBvc2l0aW9uT25UYXNrXCI6MSxcIlNoYXBlU3R5bGVcIjp7XCIkaWRcIjpcIjI3M1wiLFwiTWFyZ2luXCI6e1wiJGlkXCI6XCIyNzRcIixcIlRvcFwiOjAuMCxcIkxlZnRcIjowLjAsXCJSaWdodFwiOjAuMCxcIkJvdHRvbVwiOjAuMH0sXCJQYWRkaW5nXCI6e1wiJGlkXCI6XCIyNzVcIixcIlRvcFwiOjAuMCxcIkxlZnRcIjowLjAsXCJSaWdodFwiOjAuMCxcIkJvdHRvbVwiOjAuMH0sXCJCYWNrZ3JvdW5kXCI6e1wiJGlkXCI6XCIyNzZcIixcIkNvbG9yXCI6e1wiJGlkXCI6XCIyNzdcIixcIkFcIjoyNTUsXCJSXCI6MTEsXCJHXCI6NDgsXCJCXCI6NjV9fSxcIklzVmlzaWJsZVwiOnRydWUsXCJXaWR0aFwiOjEyLjAsXCJIZWlnaHRcIjoxNC4wLFwiQm9yZGVyU3R5bGVcIjp7XCIkaWRcIjpcIjI3OFwiLFwiTGluZVN0eWxlXCI6e1wiJGlkXCI6XCIyNzlcIixcIkxpbmVDb2xvclwiOntcIiRpZFwiOlwiMjgwXCIsXCJDb2xvclwiOntcIiRpZFwiOlwiMjgxXCIsXCJBXCI6MjU1LFwiUlwiOjI1NSxcIkdcIjowLFwiQlwiOjB9fSxcIkxpbmVXZWlnaHRcIjowLjAsXCJMaW5lVHlwZVwiOjB9LFwiSXNWaXNpYmxlXCI6ZmFsc2V9fSxcIlRpdGxlU3R5bGVcIjp7XCIkaWRcIjpcIjI4MlwiLFwiRm9udFNldHRpbmdzXCI6e1wiJGlkXCI6XCIyODNcIixcIkZvbnRTaXplXCI6MTEsXCJGb250TmFtZVwiOlwiQ2FsaWJyaVwiLFwiSXNCb2xkXCI6ZmFsc2UsXCJJc0l0YWxpY1wiOmZhbHNlLFwiSXNVbmRlcmxpbmVkXCI6ZmFsc2V9LFwiRm9yZWdyb3VuZFwiOntcIiRpZFwiOlwiMjg0XCIsXCJDb2xvclwiOntcIiRpZFwiOlwiMjg1XCIsXCJBXCI6MjU1LFwiUlwiOjAsXCJHXCI6MCxcIkJcIjowfX0sXCJIb3Jpem9udGFsQWxpZ25tZW50XCI6MSxcIklzVmlzaWJsZVwiOnRydWV9LFwiRGF0ZVN0eWxlXCI6e1wiJGlkXCI6XCIyODZcIixcIkZvbnRTZXR0aW5nc1wiOntcIiRpZFwiOlwiMjg3XCIsXCJGb250U2l6ZVwiOjEwLFwiRm9udE5hbWVcIjpcIkNhbGlicmlcIixcIklzQm9sZFwiOmZhbHNlLFwiSXNJdGFsaWNcIjpmYWxzZSxcIklzVW5kZXJsaW5lZFwiOmZhbHNlfSxcIkZvcmVncm91bmRcIjp7XCIkaWRcIjpcIjI4OFwiLFwiQ29sb3JcIjp7XCIkaWRcIjpcIjI4OVwiLFwiQVwiOjI1NSxcIlJcIjoxNCxcIkdcIjo0MCxcIkJcIjo2NX19LFwiSG9yaXpvbnRhbEFsaWdubWVudFwiOjEsXCJJc1Zpc2libGVcIjp0cnVlfSxcIkRhdGVGb3JtYXRcIjp7XCIkaWRcIjpcIjI5M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OTFcIixcIkZvcm1hdFwiOjAsXCJJc1Zpc2libGVcIjpmYWxzZSxcIkxhc3RLbm93blZpc2liaWxpdHlTdGF0ZVwiOmZhbHNlfSxcIlZhcmlhbmNlU3R5bGVcIjp7XCIkaWRcIjpcIjI5MlwiLFwiVmFyaWFuY2VUZXh0U3R5bGVcIjp7XCIkaWRcIjpcIjI5M1wiLFwiRm9udFNldHRpbmdzXCI6e1wiJGlkXCI6XCIyOTRcIixcIkZvbnRTaXplXCI6MTAsXCJGb250TmFtZVwiOlwiQ2FsaWJyaVwiLFwiSXNCb2xkXCI6ZmFsc2UsXCJJc0l0YWxpY1wiOmZhbHNlLFwiSXNVbmRlcmxpbmVkXCI6ZmFsc2V9LFwiRm9yZWdyb3VuZFwiOntcIiRpZFwiOlwiMjk1XCIsXCJDb2xvclwiOntcIiRpZFwiOlwiMjk2XCIsXCJBXCI6MjU1LFwiUlwiOjAsXCJHXCI6MCxcIkJcIjowfX0sXCJIb3Jpem9udGFsQWxpZ25tZW50XCI6MCxcIklzVmlzaWJsZVwiOnRydWV9fX19LFwiX2FkZGl0aW9uYWxTd2ltbGFuZVYyU3R5bGVzXCI6W3tcIiRpZFwiOlwiMjk3XCIsXCJTdHlsZUlkXCI6XCI5ODUxM2UxMC01NTFjLTRmMzAtYWMxMS1hMDY5MGU5MDMxMzRcIixcIk5hbWVcIjpcIlN3aW1sYW5lIFN0eWxlIDJcIixcIkhlYWRlclN0eWxlXCI6e1wiJGlkXCI6XCIyOThcIixcIlRleHRTdHlsZVwiOntcIiRpZFwiOlwiMjk5XCIsXCJGb250U2V0dGluZ3NcIjp7XCIkaWRcIjpcIjMwMFwiLFwiRm9udFNpemVcIjoxMSxcIkZvbnROYW1lXCI6XCJDYWxpYnJpXCIsXCJJc0JvbGRcIjpmYWxzZSxcIklzSXRhbGljXCI6ZmFsc2UsXCJJc1VuZGVybGluZWRcIjpmYWxzZX0sXCJGb3JlZ3JvdW5kXCI6e1wiJGlkXCI6XCIzMDFcIixcIkNvbG9yXCI6e1wiJGlkXCI6XCIzMDJcIixcIkFcIjoyNTUsXCJSXCI6MjU1LFwiR1wiOjI1NSxcIkJcIjoyNTV9fSxcIkhvcml6b250YWxBbGlnbm1lbnRcIjoxLFwiSXNWaXNpYmxlXCI6dHJ1ZX0sXCJSZWN0YW5nbGVTdHlsZVwiOntcIiRpZFwiOlwiMzAzXCIsXCJNYXJnaW5cIjp7XCIkaWRcIjpcIjMwNFwiLFwiVG9wXCI6MC4wLFwiTGVmdFwiOjAuMCxcIlJpZ2h0XCI6MC4wLFwiQm90dG9tXCI6MC4wfSxcIlBhZGRpbmdcIjp7XCIkaWRcIjpcIjMwNVwiLFwiVG9wXCI6MC4wLFwiTGVmdFwiOjAuMCxcIlJpZ2h0XCI6MC4wLFwiQm90dG9tXCI6MC4wfSxcIkJhY2tncm91bmRcIjp7XCIkaWRcIjpcIjMwNlwiLFwiQ29sb3JcIjp7XCIkaWRcIjpcIjMwN1wiLFwiQVwiOjI1NSxcIlJcIjoyMzMsXCJHXCI6MTEzLFwiQlwiOjUwfX0sXCJJc1Zpc2libGVcIjp0cnVlLFwiV2lkdGhcIjowLjAsXCJIZWlnaHRcIjowLjAsXCJCb3JkZXJTdHlsZVwiOntcIiRpZFwiOlwiMzA4XCIsXCJMaW5lU3R5bGVcIjp7XCIkaWRcIjpcIjMwOVwiLFwiTGluZUNvbG9yXCI6e1wiJGlkXCI6XCIzMTBcIixcIkNvbG9yXCI6e1wiJGlkXCI6XCIzMTFcIixcIkFcIjoyNTUsXCJSXCI6MjU1LFwiR1wiOjI1NSxcIkJcIjoyNTV9fSxcIkxpbmVXZWlnaHRcIjowLjAsXCJMaW5lVHlwZVwiOjB9LFwiSXNWaXNpYmxlXCI6ZmFsc2V9fX0sXCJCYWNrZ3JvdW5kU3R5bGVcIjp7XCIkaWRcIjpcIjMxMlwiLFwiTWFyZ2luXCI6e1wiJGlkXCI6XCIzMTNcIixcIlRvcFwiOjAuMCxcIkxlZnRcIjowLjAsXCJSaWdodFwiOjAuMCxcIkJvdHRvbVwiOjAuMH0sXCJQYWRkaW5nXCI6e1wiJGlkXCI6XCIzMTRcIixcIlRvcFwiOjAuMCxcIkxlZnRcIjowLjAsXCJSaWdodFwiOjAuMCxcIkJvdHRvbVwiOjAuMH0sXCJCYWNrZ3JvdW5kXCI6e1wiJGlkXCI6XCIzMTVcIixcIkNvbG9yXCI6e1wiJGlkXCI6XCIzMTZcIixcIkFcIjo1MSxcIlJcIjoyMDAsXCJHXCI6MjAwLFwiQlwiOjIwMH19LFwiSXNWaXNpYmxlXCI6dHJ1ZSxcIldpZHRoXCI6MC4wLFwiSGVpZ2h0XCI6MC4wLFwiQm9yZGVyU3R5bGVcIjp7XCIkaWRcIjpcIjMxN1wiLFwiTGluZVN0eWxlXCI6e1wiJGlkXCI6XCIzMThcIixcIkxpbmVDb2xvclwiOntcIiRpZFwiOlwiMzE5XCIsXCJDb2xvclwiOntcIiRpZFwiOlwiMzIwXCIsXCJBXCI6MjU1LFwiUlwiOjIzNCxcIkdcIjoyMixcIkJcIjozMH19LFwiTGluZVdlaWdodFwiOjIuMCxcIkxpbmVUeXBlXCI6MH0sXCJJc1Zpc2libGVcIjpmYWxzZX19LFwiSXNBYm92ZVRpbWViYW5kXCI6ZmFsc2UsXCJTcGFjaW5nXCI6MyxcIkRlZmF1bHRTd2ltbGFuZUFjdGl2aXR5U3R5bGVcIjp7XCIkaWRcIjpcIjMyMVwiLFwiSGVhZGVyU3R5bGVcIjp7XCIkaWRcIjpcIjMyMlwiLFwiVGV4dFN0eWxlXCI6e1wiJGlkXCI6XCIzMjNcIixcIkZvbnRTZXR0aW5nc1wiOntcIiRpZFwiOlwiMzI0XCIsXCJGb250U2l6ZVwiOjExLFwiRm9udE5hbWVcIjpcIkNhbGlicmlcIixcIklzQm9sZFwiOmZhbHNlLFwiSXNJdGFsaWNcIjpmYWxzZSxcIklzVW5kZXJsaW5lZFwiOmZhbHNlfSxcIkZvcmVncm91bmRcIjp7XCIkaWRcIjpcIjMyNVwiLFwiQ29sb3JcIjp7XCIkaWRcIjpcIjMyNlwiLFwiQVwiOjI1NSxcIlJcIjowLFwiR1wiOjAsXCJCXCI6MH19LFwiSG9yaXpvbnRhbEFsaWdubWVudFwiOjAsXCJJc1Zpc2libGVcIjp0cnVlfSxcIlJlY3RhbmdsZVN0eWxlXCI6e1wiJGlkXCI6XCIzMjdcIixcIk1hcmdpblwiOntcIiRpZFwiOlwiMzI4XCIsXCJUb3BcIjowLjAsXCJMZWZ0XCI6MC4wLFwiUmlnaHRcIjowLjAsXCJCb3R0b21cIjowLjB9LFwiUGFkZGluZ1wiOntcIiRpZFwiOlwiMzI5XCIsXCJUb3BcIjowLjAsXCJMZWZ0XCI6MC4wLFwiUmlnaHRcIjowLjAsXCJCb3R0b21cIjowLjB9LFwiQmFja2dyb3VuZFwiOntcIiRpZFwiOlwiMzMwXCIsXCJDb2xvclwiOntcIiRpZFwiOlwiMzMxXCIsXCJBXCI6NjMsXCJSXCI6MjMzLFwiR1wiOjExMyxcIkJcIjo1MH19LFwiSXNWaXNpYmxlXCI6dHJ1ZSxcIldpZHRoXCI6MC4wLFwiSGVpZ2h0XCI6MC4wLFwiQm9yZGVyU3R5bGVcIjp7XCIkaWRcIjpcIjMzMlwiLFwiTGluZVN0eWxlXCI6e1wiJGlkXCI6XCIzMzNcIixcIkxpbmVDb2xvclwiOntcIiRpZFwiOlwiMzM0XCIsXCJDb2xvclwiOntcIiRpZFwiOlwiMzM1XCIsXCJBXCI6MjU1LFwiUlwiOjI1NSxcIkdcIjoyNTUsXCJCXCI6MjU1fX0sXCJMaW5lV2VpZ2h0XCI6MC4wLFwiTGluZVR5cGVcIjowfSxcIklzVmlzaWJsZVwiOmZhbHNlfX19LFwiQmFja2dyb3VuZFN0eWxlXCI6e1wiJGlkXCI6XCIzMzZcIixcIk1hcmdpblwiOntcIiRpZFwiOlwiMzM3XCIsXCJUb3BcIjowLjAsXCJMZWZ0XCI6MC4wLFwiUmlnaHRcIjowLjAsXCJCb3R0b21cIjowLjB9LFwiUGFkZGluZ1wiOntcIiRpZFwiOlwiMzM4XCIsXCJUb3BcIjowLjAsXCJMZWZ0XCI6MC4wLFwiUmlnaHRcIjowLjAsXCJCb3R0b21cIjowLjB9LFwiQmFja2dyb3VuZFwiOntcIiRpZFwiOlwiMzM5XCIsXCJDb2xvclwiOntcIiRpZFwiOlwiMzQwXCIsXCJBXCI6NTEsXCJSXCI6MjAwLFwiR1wiOjIwMCxcIkJcIjoyMDB9fSxcIklzVmlzaWJsZVwiOnRydWUsXCJXaWR0aFwiOjAuMCxcIkhlaWdodFwiOjAuMCxcIkJvcmRlclN0eWxlXCI6e1wiJGlkXCI6XCIzNDFcIixcIkxpbmVTdHlsZVwiOntcIiRpZFwiOlwiMzQyXCIsXCJMaW5lQ29sb3JcIjp7XCIkaWRcIjpcIjM0M1wiLFwiQ29sb3JcIjp7XCIkaWRcIjpcIjM0NFwiLFwiQVwiOjI1NSxcIlJcIjoyMzQsXCJHXCI6MjIsXCJCXCI6MzB9fSxcIkxpbmVXZWlnaHRcIjoyLjAsXCJMaW5lVHlwZVwiOjB9LFwiSXNWaXNpYmxlXCI6ZmFsc2V9fX0sXCJEZWZhdWx0U3dpbWxhbmVNaWxlc3RvbmVTdHlsZVwiOntcIiRpZFwiOlwiMzQ1XCIsXCJUaXRsZVBvc2l0aW9uXCI6MCxcIkRhdGVQb3NpdGlvblwiOjIsXCJWYXJpYW5jZVBvc2l0aW9uXCI6MixcIlNoYXBlVHlwZVwiOjEsXCJTaGFwZVNpemVcIjowLFwiU3BhY2luZ1wiOjUsXCJTaGFwZVN0eWxlXCI6e1wiJGlkXCI6XCIzNDZcIixcIk1hcmdpblwiOntcIiRpZFwiOlwiMzQ3XCIsXCJUb3BcIjowLjAsXCJMZWZ0XCI6MC4wLFwiUmlnaHRcIjowLjAsXCJCb3R0b21cIjowLjB9LFwiUGFkZGluZ1wiOntcIiRpZFwiOlwiMzQ4XCIsXCJUb3BcIjowLjAsXCJMZWZ0XCI6MC4wLFwiUmlnaHRcIjowLjAsXCJCb3R0b21cIjowLjB9LFwiQmFja2dyb3VuZFwiOntcIiRpZFwiOlwiMzQ5XCIsXCJDb2xvclwiOntcIiRpZFwiOlwiMzUwXCIsXCJBXCI6MjU1LFwiUlwiOjIzMyxcIkdcIjoxMTMsXCJCXCI6NTB9fSxcIklzVmlzaWJsZVwiOnRydWUsXCJXaWR0aFwiOjEyLjAsXCJIZWlnaHRcIjoxNC4wLFwiQm9yZGVyU3R5bGVcIjp7XCIkaWRcIjpcIjM1MVwiLFwiTGluZVN0eWxlXCI6e1wiJGlkXCI6XCIzNTJcIixcIkxpbmVDb2xvclwiOntcIiRpZFwiOlwiMzUzXCIsXCJDb2xvclwiOntcIiRpZFwiOlwiMzU0XCIsXCJBXCI6MjU1LFwiUlwiOjIzNCxcIkdcIjoyMixcIkJcIjozMH19LFwiTGluZVdlaWdodFwiOjIuMCxcIkxpbmVUeXBlXCI6MH0sXCJJc1Zpc2libGVcIjpmYWxzZX19LFwiVGl0bGVTdHlsZVwiOntcIiRpZFwiOlwiMzU1XCIsXCJGb250U2V0dGluZ3NcIjp7XCIkaWRcIjpcIjM1NlwiLFwiRm9udFNpemVcIjoxMSxcIkZvbnROYW1lXCI6XCJDYWxpYnJpXCIsXCJJc0JvbGRcIjpmYWxzZSxcIklzSXRhbGljXCI6ZmFsc2UsXCJJc1VuZGVybGluZWRcIjpmYWxzZX0sXCJGb3JlZ3JvdW5kXCI6e1wiJGlkXCI6XCIzNTdcIixcIkNvbG9yXCI6e1wiJGlkXCI6XCIzNThcIixcIkFcIjoyNTUsXCJSXCI6MCxcIkdcIjowLFwiQlwiOjB9fSxcIkhvcml6b250YWxBbGlnbm1lbnRcIjoyLFwiSXNWaXNpYmxlXCI6dHJ1ZX0sXCJEYXRlU3R5bGVcIjp7XCIkaWRcIjpcIjM1OVwiLFwiRm9udFNldHRpbmdzXCI6e1wiJGlkXCI6XCIzNjBcIixcIkZvbnRTaXplXCI6MTAsXCJGb250TmFtZVwiOlwiQ2FsaWJyaVwiLFwiSXNCb2xkXCI6ZmFsc2UsXCJJc0l0YWxpY1wiOmZhbHNlLFwiSXNVbmRlcmxpbmVkXCI6ZmFsc2V9LFwiRm9yZWdyb3VuZFwiOntcIiRpZFwiOlwiMzYxXCIsXCJDb2xvclwiOntcIiRpZFwiOlwiMzYyXCIsXCJBXCI6MjU1LFwiUlwiOjE0LFwiR1wiOjQwLFwiQlwiOjY1fX0sXCJIb3Jpem9udGFsQWxpZ25tZW50XCI6MCxcIklzVmlzaWJsZVwiOnRydWV9LFwiRGF0ZUZvcm1hdFwiOntcIiRpZFwiOlwiMzYz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2NFwiLFwiRm9ybWF0XCI6MCxcIklzVmlzaWJsZVwiOmZhbHNlLFwiTGFzdEtub3duVmlzaWJpbGl0eVN0YXRlXCI6ZmFsc2V9LFwiVmFyaWFuY2VTdHlsZVwiOntcIiRpZFwiOlwiMzY1XCIsXCJWYXJpYW5jZVRleHRTdHlsZVwiOntcIiRpZFwiOlwiMzY2XCIsXCJGb250U2V0dGluZ3NcIjp7XCIkaWRcIjpcIjM2N1wiLFwiRm9udFNpemVcIjoxMCxcIkZvbnROYW1lXCI6XCJDYWxpYnJpXCIsXCJJc0JvbGRcIjpmYWxzZSxcIklzSXRhbGljXCI6ZmFsc2UsXCJJc1VuZGVybGluZWRcIjpmYWxzZX0sXCJGb3JlZ3JvdW5kXCI6e1wiJGlkXCI6XCIzNjhcIixcIkNvbG9yXCI6e1wiJGlkXCI6XCIzNjlcIixcIkFcIjoyNTUsXCJSXCI6MCxcIkdcIjowLFwiQlwiOjB9fSxcIkhvcml6b250YWxBbGlnbm1lbnRcIjowLFwiSXNWaXNpYmxlXCI6dHJ1ZX19fSxcIkRlZmF1bHRTd2ltbGFuZVRhc2tTdHlsZVwiOntcIiRpZFwiOlwiMzcwXCIsXCJTaGFwZVwiOjEsXCJTaGFwZVRoaWNrbmVzc1wiOjAsXCJEdXJhdGlvbkZvcm1hdFwiOjAsXCJQZXJjZW50YWdlQ29tcGxldGVUZXh0U3R5bGVcIjp7XCIkaWRcIjpcIjM3MVwiLFwiRm9udFNldHRpbmdzXCI6e1wiJGlkXCI6XCIzNzJcIixcIkZvbnRTaXplXCI6MTAsXCJGb250TmFtZVwiOlwiQ2FsaWJyaVwiLFwiSXNCb2xkXCI6ZmFsc2UsXCJJc0l0YWxpY1wiOmZhbHNlLFwiSXNVbmRlcmxpbmVkXCI6ZmFsc2V9LFwiRm9yZWdyb3VuZFwiOntcIiRpZFwiOlwiMzczXCIsXCJDb2xvclwiOntcIiRpZFwiOlwiMzc0XCIsXCJBXCI6MjU1LFwiUlwiOjIzMixcIkdcIjoyMzIsXCJCXCI6MjMyfX0sXCJIb3Jpem9udGFsQWxpZ25tZW50XCI6MSxcIklzVmlzaWJsZVwiOnRydWV9LFwiUGVyY2VudGFnZUNvbXBsZXRlSGlnaGxpZ2h0U3R5bGVcIjp7XCIkaWRcIjpcIjM3NVwiLFwiQmFja2dyb3VuZFwiOntcIiRpZFwiOlwiMzc2XCIsXCJDb2xvclwiOntcIiRpZFwiOlwiMzc3XCIsXCJBXCI6ODksXCJSXCI6MCxcIkdcIjowLFwiQlwiOjB9fX0sXCJEdXJhdGlvblN0eWxlXCI6e1wiJGlkXCI6XCIzNzhcIixcIkZvbnRTZXR0aW5nc1wiOntcIiRpZFwiOlwiMzc5XCIsXCJGb250U2l6ZVwiOjEwLFwiRm9udE5hbWVcIjpcIkNhbGlicmlcIixcIklzQm9sZFwiOmZhbHNlLFwiSXNJdGFsaWNcIjpmYWxzZSxcIklzVW5kZXJsaW5lZFwiOmZhbHNlfSxcIkZvcmVncm91bmRcIjp7XCIkaWRcIjpcIjM4MFwiLFwiQ29sb3JcIjp7XCIkaWRcIjpcIjM4MVwiLFwiQVwiOjI1NSxcIlJcIjoyMzcsXCJHXCI6MTI1LFwiQlwiOjQ5fX0sXCJIb3Jpem9udGFsQWxpZ25tZW50XCI6MCxcIklzVmlzaWJsZVwiOmZhbHNlfSxcIk1hcmdpblwiOntcIiRpZFwiOlwiMzgy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M4M1wiLFwiQmFzZWxpbmVTaGFwZVN0eWxlXCI6e1wiJGlkXCI6XCIzODRcIixcIk1hcmdpblwiOntcIiRpZFwiOlwiMzg1XCIsXCJUb3BcIjowLjAsXCJMZWZ0XCI6MC4wLFwiUmlnaHRcIjowLjAsXCJCb3R0b21cIjowLjB9LFwiUGFkZGluZ1wiOntcIiRpZFwiOlwiMzg2XCIsXCJUb3BcIjowLjAsXCJMZWZ0XCI6MC4wLFwiUmlnaHRcIjowLjAsXCJCb3R0b21cIjowLjB9LFwiQmFja2dyb3VuZFwiOntcIiRpZFwiOlwiMzg3XCIsXCJDb2xvclwiOntcIiRpZFwiOlwiMzg4XCIsXCJBXCI6MTUzLFwiUlwiOjAsXCJHXCI6MCxcIkJcIjowfX0sXCJJc1Zpc2libGVcIjpmYWxzZSxcIldpZHRoXCI6MC4wLFwiSGVpZ2h0XCI6MC4wLFwiQm9yZGVyU3R5bGVcIjp7XCIkaWRcIjpcIjM4OVwiLFwiTGluZVN0eWxlXCI6e1wiJGlkXCI6XCIzOTBcIixcIkxpbmVDb2xvclwiOntcIiRpZFwiOlwiMzkxXCIsXCJDb2xvclwiOntcIiRpZFwiOlwiMzkyXCIsXCJBXCI6MjU1LFwiUlwiOjI1NSxcIkdcIjowLFwiQlwiOjB9fSxcIkxpbmVXZWlnaHRcIjoyLjAsXCJMaW5lVHlwZVwiOjB9LFwiSXNWaXNpYmxlXCI6ZmFsc2V9fX0sXCJTaGFwZVN0eWxlXCI6e1wiJGlkXCI6XCIzOTNcIixcIk1hcmdpblwiOntcIiRpZFwiOlwiMzk0XCIsXCJUb3BcIjowLjAsXCJMZWZ0XCI6NC4wLFwiUmlnaHRcIjo0LjAsXCJCb3R0b21cIjowLjB9LFwiUGFkZGluZ1wiOntcIiRpZFwiOlwiMzk1XCIsXCJUb3BcIjowLjAsXCJMZWZ0XCI6MC4wLFwiUmlnaHRcIjowLjAsXCJCb3R0b21cIjowLjB9LFwiQmFja2dyb3VuZFwiOntcIiRpZFwiOlwiMzk2XCIsXCJDb2xvclwiOntcIiRpZFwiOlwiMzk3XCIsXCJBXCI6MjU1LFwiUlwiOjIzMyxcIkdcIjoxMTMsXCJCXCI6NTB9fSxcIklzVmlzaWJsZVwiOnRydWUsXCJXaWR0aFwiOjAuMCxcIkhlaWdodFwiOjEwLjAsXCJCb3JkZXJTdHlsZVwiOntcIiRpZFwiOlwiMzk4XCIsXCJMaW5lU3R5bGVcIjp7XCIkaWRcIjpcIjM5OVwiLFwiTGluZUNvbG9yXCI6e1wiJGlkXCI6XCI0MDBcIixcIkNvbG9yXCI6e1wiJGlkXCI6XCI0MDFcIixcIkFcIjoyNTUsXCJSXCI6MjM0LFwiR1wiOjIyLFwiQlwiOjMwfX0sXCJMaW5lV2VpZ2h0XCI6Mi4wLFwiTGluZVR5cGVcIjowfSxcIklzVmlzaWJsZVwiOmZhbHNlfX0sXCJUaXRsZVN0eWxlXCI6e1wiJGlkXCI6XCI0MDJcIixcIkZvbnRTZXR0aW5nc1wiOntcIiRpZFwiOlwiNDAzXCIsXCJGb250U2l6ZVwiOjExLFwiRm9udE5hbWVcIjpcIkNhbGlicmlcIixcIklzQm9sZFwiOmZhbHNlLFwiSXNJdGFsaWNcIjpmYWxzZSxcIklzVW5kZXJsaW5lZFwiOmZhbHNlfSxcIkZvcmVncm91bmRcIjp7XCIkaWRcIjpcIjQwNFwiLFwiQ29sb3JcIjp7XCIkaWRcIjpcIjQwNVwiLFwiQVwiOjI1NSxcIlJcIjowLFwiR1wiOjAsXCJCXCI6MH19LFwiSG9yaXpvbnRhbEFsaWdubWVudFwiOjAsXCJJc1Zpc2libGVcIjp0cnVlfSxcIkRhdGVTdHlsZVwiOntcIiRpZFwiOlwiNDA2XCIsXCJGb250U2V0dGluZ3NcIjp7XCIkaWRcIjpcIjQwN1wiLFwiRm9udFNpemVcIjoxMCxcIkZvbnROYW1lXCI6XCJDYWxpYnJpXCIsXCJJc0JvbGRcIjpmYWxzZSxcIklzSXRhbGljXCI6ZmFsc2UsXCJJc1VuZGVybGluZWRcIjpmYWxzZX0sXCJGb3JlZ3JvdW5kXCI6e1wiJGlkXCI6XCI0MDhcIixcIkNvbG9yXCI6e1wiJGlkXCI6XCI0MDlcIixcIkFcIjoyNTUsXCJSXCI6MTQsXCJHXCI6NDAsXCJCXCI6NjV9fSxcIkhvcml6b250YWxBbGlnbm1lbnRcIjoyLFwiSXNWaXNpYmxlXCI6dHJ1ZX0sXCJEYXRlRm9ybWF0XCI6e1wiJGlkXCI6XCI0MTB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ExXCIsXCJGb3JtYXRcIjowLFwiSXNWaXNpYmxlXCI6ZmFsc2UsXCJMYXN0S25vd25WaXNpYmlsaXR5U3RhdGVcIjpmYWxzZX0sXCJWYXJpYW5jZVN0eWxlXCI6e1wiJGlkXCI6XCI0MTJcIixcIlZhcmlhbmNlVGV4dFN0eWxlXCI6e1wiJGlkXCI6XCI0MTNcIixcIkZvbnRTZXR0aW5nc1wiOntcIiRpZFwiOlwiNDE0XCIsXCJGb250U2l6ZVwiOjEwLFwiRm9udE5hbWVcIjpcIkNhbGlicmlcIixcIklzQm9sZFwiOmZhbHNlLFwiSXNJdGFsaWNcIjpmYWxzZSxcIklzVW5kZXJsaW5lZFwiOmZhbHNlfSxcIkZvcmVncm91bmRcIjp7XCIkaWRcIjpcIjQxNVwiLFwiQ29sb3JcIjp7XCIkaWRcIjpcIjQxNlwiLFwiQVwiOjI1NSxcIlJcIjowLFwiR1wiOjAsXCJCXCI6MH19LFwiSG9yaXpvbnRhbEFsaWdubWVudFwiOjAsXCJJc1Zpc2libGVcIjp0cnVlfX19LFwiRGVmYXVsdFN3aW1sYW5lTW90U3R5bGVcIjp7XCIkaWRcIjpcIjQxN1wiLFwiU2hhcGVcIjoxLFwiU2hhcGVTaXplXCI6MCxcIkRldGFpbHNTcGFjaW5nXCI6MC4wLFwiUGFkZGluZ1wiOntcIiRpZFwiOlwiNDE4XCIsXCJUb3BcIjo1LjAsXCJMZWZ0XCI6My4wLFwiUmlnaHRcIjowLjAsXCJCb3R0b21cIjoyLjB9LFwiUG9zaXRpb25PblRhc2tcIjoxLFwiU2hhcGVTdHlsZVwiOntcIiRpZFwiOlwiNDE5XCIsXCJNYXJnaW5cIjp7XCIkaWRcIjpcIjQyMFwiLFwiVG9wXCI6MC4wLFwiTGVmdFwiOjAuMCxcIlJpZ2h0XCI6MC4wLFwiQm90dG9tXCI6MC4wfSxcIlBhZGRpbmdcIjp7XCIkaWRcIjpcIjQyMVwiLFwiVG9wXCI6MC4wLFwiTGVmdFwiOjAuMCxcIlJpZ2h0XCI6MC4wLFwiQm90dG9tXCI6MC4wfSxcIkJhY2tncm91bmRcIjp7XCIkaWRcIjpcIjQyMlwiLFwiQ29sb3JcIjp7XCIkaWRcIjpcIjQyM1wiLFwiQVwiOjI1NSxcIlJcIjoxMjgsXCJHXCI6NTMsXCJCXCI6MTR9fSxcIklzVmlzaWJsZVwiOnRydWUsXCJXaWR0aFwiOjEyLjAsXCJIZWlnaHRcIjoxNC4wLFwiQm9yZGVyU3R5bGVcIjp7XCIkaWRcIjpcIjQyNFwiLFwiTGluZVN0eWxlXCI6e1wiJGlkXCI6XCI0MjVcIixcIkxpbmVDb2xvclwiOntcIiRpZFwiOlwiNDI2XCIsXCJDb2xvclwiOntcIiRpZFwiOlwiNDI3XCIsXCJBXCI6MjU1LFwiUlwiOjI1NSxcIkdcIjoyNTUsXCJCXCI6MjU1fX0sXCJMaW5lV2VpZ2h0XCI6MC4wLFwiTGluZVR5cGVcIjowfSxcIklzVmlzaWJsZVwiOmZhbHNlfX0sXCJUaXRsZVN0eWxlXCI6e1wiJGlkXCI6XCI0MjhcIixcIkZvbnRTZXR0aW5nc1wiOntcIiRpZFwiOlwiNDI5XCIsXCJGb250U2l6ZVwiOjExLFwiRm9udE5hbWVcIjpcIkNhbGlicmlcIixcIklzQm9sZFwiOmZhbHNlLFwiSXNJdGFsaWNcIjpmYWxzZSxcIklzVW5kZXJsaW5lZFwiOmZhbHNlfSxcIkZvcmVncm91bmRcIjp7XCIkaWRcIjpcIjQzMFwiLFwiQ29sb3JcIjp7XCIkaWRcIjpcIjQzMVwiLFwiQVwiOjI1NSxcIlJcIjowLFwiR1wiOjAsXCJCXCI6MH19LFwiSG9yaXpvbnRhbEFsaWdubWVudFwiOjEsXCJJc1Zpc2libGVcIjp0cnVlfSxcIkRhdGVTdHlsZVwiOntcIiRpZFwiOlwiNDMyXCIsXCJGb250U2V0dGluZ3NcIjp7XCIkaWRcIjpcIjQzM1wiLFwiRm9udFNpemVcIjoxMCxcIkZvbnROYW1lXCI6XCJDYWxpYnJpXCIsXCJJc0JvbGRcIjpmYWxzZSxcIklzSXRhbGljXCI6ZmFsc2UsXCJJc1VuZGVybGluZWRcIjpmYWxzZX0sXCJGb3JlZ3JvdW5kXCI6e1wiJGlkXCI6XCI0MzRcIixcIkNvbG9yXCI6e1wiJGlkXCI6XCI0MzVcIixcIkFcIjoyNTUsXCJSXCI6MTQsXCJHXCI6NDAsXCJCXCI6NjV9fSxcIkhvcml6b250YWxBbGlnbm1lbnRcIjoxLFwiSXNWaXNpYmxlXCI6dHJ1ZX0sXCJEYXRlRm9ybWF0XCI6e1wiJGlkXCI6XCI0Mz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M3XCIsXCJGb3JtYXRcIjowLFwiSXNWaXNpYmxlXCI6ZmFsc2UsXCJMYXN0S25vd25WaXNpYmlsaXR5U3RhdGVcIjpmYWxzZX0sXCJWYXJpYW5jZVN0eWxlXCI6e1wiJGlkXCI6XCI0MzhcIixcIlZhcmlhbmNlVGV4dFN0eWxlXCI6e1wiJGlkXCI6XCI0MzlcIixcIkZvbnRTZXR0aW5nc1wiOntcIiRpZFwiOlwiNDQwXCIsXCJGb250U2l6ZVwiOjEwLFwiRm9udE5hbWVcIjpcIkNhbGlicmlcIixcIklzQm9sZFwiOmZhbHNlLFwiSXNJdGFsaWNcIjpmYWxzZSxcIklzVW5kZXJsaW5lZFwiOmZhbHNlfSxcIkZvcmVncm91bmRcIjp7XCIkaWRcIjpcIjQ0MVwiLFwiQ29sb3JcIjp7XCIkaWRcIjpcIjQ0MlwiLFwiQVwiOjI1NSxcIlJcIjowLFwiR1wiOjAsXCJCXCI6MH19LFwiSG9yaXpvbnRhbEFsaWdubWVudFwiOjAsXCJJc1Zpc2libGVcIjp0cnVlfX19fSx7XCIkaWRcIjpcIjQ0M1wiLFwiU3R5bGVJZFwiOlwiYjI0ZjgwNDUtZjY5Yi00YTQzLTgyOWYtYTU2NTAzZmRjZDY5XCIsXCJOYW1lXCI6XCJTd2ltbGFuZSBTdHlsZSAzXCIsXCJIZWFkZXJTdHlsZVwiOntcIiRpZFwiOlwiNDQ0XCIsXCJUZXh0U3R5bGVcIjp7XCIkaWRcIjpcIjQ0NVwiLFwiRm9udFNldHRpbmdzXCI6e1wiJGlkXCI6XCI0NDZcIixcIkZvbnRTaXplXCI6MTEsXCJGb250TmFtZVwiOlwiQ2FsaWJyaVwiLFwiSXNCb2xkXCI6ZmFsc2UsXCJJc0l0YWxpY1wiOmZhbHNlLFwiSXNVbmRlcmxpbmVkXCI6ZmFsc2V9LFwiRm9yZWdyb3VuZFwiOntcIiRpZFwiOlwiNDQ3XCIsXCJDb2xvclwiOntcIiRpZFwiOlwiNDQ4XCIsXCJBXCI6MjU1LFwiUlwiOjI1NSxcIkdcIjoyNTUsXCJCXCI6MjU1fX0sXCJIb3Jpem9udGFsQWxpZ25tZW50XCI6MSxcIklzVmlzaWJsZVwiOnRydWV9LFwiUmVjdGFuZ2xlU3R5bGVcIjp7XCIkaWRcIjpcIjQ0OVwiLFwiTWFyZ2luXCI6e1wiJGlkXCI6XCI0NTBcIixcIlRvcFwiOjAuMCxcIkxlZnRcIjowLjAsXCJSaWdodFwiOjAuMCxcIkJvdHRvbVwiOjAuMH0sXCJQYWRkaW5nXCI6e1wiJGlkXCI6XCI0NTFcIixcIlRvcFwiOjAuMCxcIkxlZnRcIjowLjAsXCJSaWdodFwiOjAuMCxcIkJvdHRvbVwiOjAuMH0sXCJCYWNrZ3JvdW5kXCI6e1wiJGlkXCI6XCI0NTJcIixcIkNvbG9yXCI6e1wiJGlkXCI6XCI0NTNcIixcIkFcIjoyNTUsXCJSXCI6MjUsXCJHXCI6MTA3LFwiQlwiOjM2fX0sXCJJc1Zpc2libGVcIjp0cnVlLFwiV2lkdGhcIjowLjAsXCJIZWlnaHRcIjowLjAsXCJCb3JkZXJTdHlsZVwiOntcIiRpZFwiOlwiNDU0XCIsXCJMaW5lU3R5bGVcIjp7XCIkaWRcIjpcIjQ1NVwiLFwiTGluZUNvbG9yXCI6e1wiJGlkXCI6XCI0NTZcIixcIkNvbG9yXCI6e1wiJGlkXCI6XCI0NTdcIixcIkFcIjoyNTUsXCJSXCI6MjU1LFwiR1wiOjI1NSxcIkJcIjoyNTV9fSxcIkxpbmVXZWlnaHRcIjowLjAsXCJMaW5lVHlwZVwiOjB9LFwiSXNWaXNpYmxlXCI6ZmFsc2V9fX0sXCJCYWNrZ3JvdW5kU3R5bGVcIjp7XCIkaWRcIjpcIjQ1OFwiLFwiTWFyZ2luXCI6e1wiJGlkXCI6XCI0NTlcIixcIlRvcFwiOjAuMCxcIkxlZnRcIjowLjAsXCJSaWdodFwiOjAuMCxcIkJvdHRvbVwiOjAuMH0sXCJQYWRkaW5nXCI6e1wiJGlkXCI6XCI0NjBcIixcIlRvcFwiOjAuMCxcIkxlZnRcIjowLjAsXCJSaWdodFwiOjAuMCxcIkJvdHRvbVwiOjAuMH0sXCJCYWNrZ3JvdW5kXCI6e1wiJGlkXCI6XCI0NjFcIixcIkNvbG9yXCI6e1wiJGlkXCI6XCI0NjJcIixcIkFcIjo1MSxcIlJcIjoyMDAsXCJHXCI6MjAwLFwiQlwiOjIwMH19LFwiSXNWaXNpYmxlXCI6dHJ1ZSxcIldpZHRoXCI6MC4wLFwiSGVpZ2h0XCI6MC4wLFwiQm9yZGVyU3R5bGVcIjp7XCIkaWRcIjpcIjQ2M1wiLFwiTGluZVN0eWxlXCI6e1wiJGlkXCI6XCI0NjRcIixcIkxpbmVDb2xvclwiOntcIiRpZFwiOlwiNDY1XCIsXCJDb2xvclwiOntcIiRpZFwiOlwiNDY2XCIsXCJBXCI6MjU1LFwiUlwiOjIzNCxcIkdcIjoyMixcIkJcIjozMH19LFwiTGluZVdlaWdodFwiOjIuMCxcIkxpbmVUeXBlXCI6MH0sXCJJc1Zpc2libGVcIjpmYWxzZX19LFwiSXNBYm92ZVRpbWViYW5kXCI6ZmFsc2UsXCJTcGFjaW5nXCI6MyxcIkRlZmF1bHRTd2ltbGFuZUFjdGl2aXR5U3R5bGVcIjp7XCIkaWRcIjpcIjQ2N1wiLFwiSGVhZGVyU3R5bGVcIjp7XCIkaWRcIjpcIjQ2OFwiLFwiVGV4dFN0eWxlXCI6e1wiJGlkXCI6XCI0NjlcIixcIkZvbnRTZXR0aW5nc1wiOntcIiRpZFwiOlwiNDcwXCIsXCJGb250U2l6ZVwiOjExLFwiRm9udE5hbWVcIjpcIkNhbGlicmlcIixcIklzQm9sZFwiOmZhbHNlLFwiSXNJdGFsaWNcIjpmYWxzZSxcIklzVW5kZXJsaW5lZFwiOmZhbHNlfSxcIkZvcmVncm91bmRcIjp7XCIkaWRcIjpcIjQ3MVwiLFwiQ29sb3JcIjp7XCIkaWRcIjpcIjQ3MlwiLFwiQVwiOjI1NSxcIlJcIjowLFwiR1wiOjAsXCJCXCI6MH19LFwiSG9yaXpvbnRhbEFsaWdubWVudFwiOjAsXCJJc1Zpc2libGVcIjp0cnVlfSxcIlJlY3RhbmdsZVN0eWxlXCI6e1wiJGlkXCI6XCI0NzNcIixcIk1hcmdpblwiOntcIiRpZFwiOlwiNDc0XCIsXCJUb3BcIjowLjAsXCJMZWZ0XCI6MC4wLFwiUmlnaHRcIjowLjAsXCJCb3R0b21cIjowLjB9LFwiUGFkZGluZ1wiOntcIiRpZFwiOlwiNDc1XCIsXCJUb3BcIjowLjAsXCJMZWZ0XCI6MC4wLFwiUmlnaHRcIjowLjAsXCJCb3R0b21cIjowLjB9LFwiQmFja2dyb3VuZFwiOntcIiRpZFwiOlwiNDc2XCIsXCJDb2xvclwiOntcIiRpZFwiOlwiNDc3XCIsXCJBXCI6NjMsXCJSXCI6MjUsXCJHXCI6MTA3LFwiQlwiOjM2fX0sXCJJc1Zpc2libGVcIjp0cnVlLFwiV2lkdGhcIjowLjAsXCJIZWlnaHRcIjowLjAsXCJCb3JkZXJTdHlsZVwiOntcIiRpZFwiOlwiNDc4XCIsXCJMaW5lU3R5bGVcIjp7XCIkaWRcIjpcIjQ3OVwiLFwiTGluZUNvbG9yXCI6e1wiJGlkXCI6XCI0ODBcIixcIkNvbG9yXCI6e1wiJGlkXCI6XCI0ODFcIixcIkFcIjoyNTUsXCJSXCI6MjU1LFwiR1wiOjI1NSxcIkJcIjoyNTV9fSxcIkxpbmVXZWlnaHRcIjowLjAsXCJMaW5lVHlwZVwiOjB9LFwiSXNWaXNpYmxlXCI6ZmFsc2V9fX0sXCJCYWNrZ3JvdW5kU3R5bGVcIjp7XCIkaWRcIjpcIjQ4MlwiLFwiTWFyZ2luXCI6e1wiJGlkXCI6XCI0ODNcIixcIlRvcFwiOjAuMCxcIkxlZnRcIjowLjAsXCJSaWdodFwiOjAuMCxcIkJvdHRvbVwiOjAuMH0sXCJQYWRkaW5nXCI6e1wiJGlkXCI6XCI0ODRcIixcIlRvcFwiOjAuMCxcIkxlZnRcIjowLjAsXCJSaWdodFwiOjAuMCxcIkJvdHRvbVwiOjAuMH0sXCJCYWNrZ3JvdW5kXCI6e1wiJGlkXCI6XCI0ODVcIixcIkNvbG9yXCI6e1wiJGlkXCI6XCI0ODZcIixcIkFcIjo1MSxcIlJcIjoyMDAsXCJHXCI6MjAwLFwiQlwiOjIwMH19LFwiSXNWaXNpYmxlXCI6dHJ1ZSxcIldpZHRoXCI6MC4wLFwiSGVpZ2h0XCI6MC4wLFwiQm9yZGVyU3R5bGVcIjp7XCIkaWRcIjpcIjQ4N1wiLFwiTGluZVN0eWxlXCI6e1wiJGlkXCI6XCI0ODhcIixcIkxpbmVDb2xvclwiOntcIiRpZFwiOlwiNDg5XCIsXCJDb2xvclwiOntcIiRpZFwiOlwiNDkwXCIsXCJBXCI6MjU1LFwiUlwiOjIzNCxcIkdcIjoyMixcIkJcIjozMH19LFwiTGluZVdlaWdodFwiOjIuMCxcIkxpbmVUeXBlXCI6MH0sXCJJc1Zpc2libGVcIjpmYWxzZX19fSxcIkRlZmF1bHRTd2ltbGFuZU1pbGVzdG9uZVN0eWxlXCI6e1wiJGlkXCI6XCI0OTFcIixcIlRpdGxlUG9zaXRpb25cIjowLFwiRGF0ZVBvc2l0aW9uXCI6MixcIlZhcmlhbmNlUG9zaXRpb25cIjoyLFwiU2hhcGVUeXBlXCI6MSxcIlNoYXBlU2l6ZVwiOjAsXCJTcGFjaW5nXCI6NSxcIlNoYXBlU3R5bGVcIjp7XCIkaWRcIjpcIjQ5MlwiLFwiTWFyZ2luXCI6e1wiJGlkXCI6XCI0OTNcIixcIlRvcFwiOjAuMCxcIkxlZnRcIjowLjAsXCJSaWdodFwiOjAuMCxcIkJvdHRvbVwiOjAuMH0sXCJQYWRkaW5nXCI6e1wiJGlkXCI6XCI0OTRcIixcIlRvcFwiOjAuMCxcIkxlZnRcIjowLjAsXCJSaWdodFwiOjAuMCxcIkJvdHRvbVwiOjAuMH0sXCJCYWNrZ3JvdW5kXCI6e1wiJGlkXCI6XCI0OTVcIixcIkNvbG9yXCI6e1wiJGlkXCI6XCI0OTZcIixcIkFcIjoyNTUsXCJSXCI6MjUsXCJHXCI6MTA3LFwiQlwiOjM2fX0sXCJJc1Zpc2libGVcIjp0cnVlLFwiV2lkdGhcIjoxMi4wLFwiSGVpZ2h0XCI6MTQuMCxcIkJvcmRlclN0eWxlXCI6e1wiJGlkXCI6XCI0OTdcIixcIkxpbmVTdHlsZVwiOntcIiRpZFwiOlwiNDk4XCIsXCJMaW5lQ29sb3JcIjp7XCIkaWRcIjpcIjQ5OVwiLFwiQ29sb3JcIjp7XCIkaWRcIjpcIjUwMFwiLFwiQVwiOjI1NSxcIlJcIjoyMzQsXCJHXCI6MjIsXCJCXCI6MzB9fSxcIkxpbmVXZWlnaHRcIjoyLjAsXCJMaW5lVHlwZVwiOjB9LFwiSXNWaXNpYmxlXCI6ZmFsc2V9fSxcIlRpdGxlU3R5bGVcIjp7XCIkaWRcIjpcIjUwMVwiLFwiRm9udFNldHRpbmdzXCI6e1wiJGlkXCI6XCI1MDJcIixcIkZvbnRTaXplXCI6MTEsXCJGb250TmFtZVwiOlwiQ2FsaWJyaVwiLFwiSXNCb2xkXCI6ZmFsc2UsXCJJc0l0YWxpY1wiOmZhbHNlLFwiSXNVbmRlcmxpbmVkXCI6ZmFsc2V9LFwiRm9yZWdyb3VuZFwiOntcIiRpZFwiOlwiNTAzXCIsXCJDb2xvclwiOntcIiRpZFwiOlwiNTA0XCIsXCJBXCI6MjU1LFwiUlwiOjAsXCJHXCI6MCxcIkJcIjowfX0sXCJIb3Jpem9udGFsQWxpZ25tZW50XCI6MixcIklzVmlzaWJsZVwiOnRydWV9LFwiRGF0ZVN0eWxlXCI6e1wiJGlkXCI6XCI1MDVcIixcIkZvbnRTZXR0aW5nc1wiOntcIiRpZFwiOlwiNTA2XCIsXCJGb250U2l6ZVwiOjEwLFwiRm9udE5hbWVcIjpcIkNhbGlicmlcIixcIklzQm9sZFwiOmZhbHNlLFwiSXNJdGFsaWNcIjpmYWxzZSxcIklzVW5kZXJsaW5lZFwiOmZhbHNlfSxcIkZvcmVncm91bmRcIjp7XCIkaWRcIjpcIjUwN1wiLFwiQ29sb3JcIjp7XCIkaWRcIjpcIjUwOFwiLFwiQVwiOjI1NSxcIlJcIjoxNCxcIkdcIjo0MCxcIkJcIjo2NX19LFwiSG9yaXpvbnRhbEFsaWdubWVudFwiOjAsXCJJc1Zpc2libGVcIjp0cnVlfSxcIkRhdGVGb3JtYXRcIjp7XCIkaWRcIjpcIjUw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MTBcIixcIkZvcm1hdFwiOjAsXCJJc1Zpc2libGVcIjpmYWxzZSxcIkxhc3RLbm93blZpc2liaWxpdHlTdGF0ZVwiOmZhbHNlfSxcIlZhcmlhbmNlU3R5bGVcIjp7XCIkaWRcIjpcIjUxMVwiLFwiVmFyaWFuY2VUZXh0U3R5bGVcIjp7XCIkaWRcIjpcIjUxMlwiLFwiRm9udFNldHRpbmdzXCI6e1wiJGlkXCI6XCI1MTNcIixcIkZvbnRTaXplXCI6MTAsXCJGb250TmFtZVwiOlwiQ2FsaWJyaVwiLFwiSXNCb2xkXCI6ZmFsc2UsXCJJc0l0YWxpY1wiOmZhbHNlLFwiSXNVbmRlcmxpbmVkXCI6ZmFsc2V9LFwiRm9yZWdyb3VuZFwiOntcIiRpZFwiOlwiNTE0XCIsXCJDb2xvclwiOntcIiRpZFwiOlwiNTE1XCIsXCJBXCI6MjU1LFwiUlwiOjAsXCJHXCI6MCxcIkJcIjowfX0sXCJIb3Jpem9udGFsQWxpZ25tZW50XCI6MCxcIklzVmlzaWJsZVwiOnRydWV9fX0sXCJEZWZhdWx0U3dpbWxhbmVUYXNrU3R5bGVcIjp7XCIkaWRcIjpcIjUxNlwiLFwiU2hhcGVcIjoxLFwiU2hhcGVUaGlja25lc3NcIjowLFwiRHVyYXRpb25Gb3JtYXRcIjowLFwiUGVyY2VudGFnZUNvbXBsZXRlVGV4dFN0eWxlXCI6e1wiJGlkXCI6XCI1MTdcIixcIkZvbnRTZXR0aW5nc1wiOntcIiRpZFwiOlwiNTE4XCIsXCJGb250U2l6ZVwiOjEwLFwiRm9udE5hbWVcIjpcIkNhbGlicmlcIixcIklzQm9sZFwiOmZhbHNlLFwiSXNJdGFsaWNcIjpmYWxzZSxcIklzVW5kZXJsaW5lZFwiOmZhbHNlfSxcIkZvcmVncm91bmRcIjp7XCIkaWRcIjpcIjUxOVwiLFwiQ29sb3JcIjp7XCIkaWRcIjpcIjUyMFwiLFwiQVwiOjI1NSxcIlJcIjoyMzIsXCJHXCI6MjMyLFwiQlwiOjIzMn19LFwiSG9yaXpvbnRhbEFsaWdubWVudFwiOjEsXCJJc1Zpc2libGVcIjp0cnVlfSxcIlBlcmNlbnRhZ2VDb21wbGV0ZUhpZ2hsaWdodFN0eWxlXCI6e1wiJGlkXCI6XCI1MjFcIixcIkJhY2tncm91bmRcIjp7XCIkaWRcIjpcIjUyMlwiLFwiQ29sb3JcIjp7XCIkaWRcIjpcIjUyM1wiLFwiQVwiOjg5LFwiUlwiOjAsXCJHXCI6MCxcIkJcIjowfX19LFwiRHVyYXRpb25TdHlsZVwiOntcIiRpZFwiOlwiNTI0XCIsXCJGb250U2V0dGluZ3NcIjp7XCIkaWRcIjpcIjUyNVwiLFwiRm9udFNpemVcIjoxMCxcIkZvbnROYW1lXCI6XCJDYWxpYnJpXCIsXCJJc0JvbGRcIjpmYWxzZSxcIklzSXRhbGljXCI6ZmFsc2UsXCJJc1VuZGVybGluZWRcIjpmYWxzZX0sXCJGb3JlZ3JvdW5kXCI6e1wiJGlkXCI6XCI1MjZcIixcIkNvbG9yXCI6e1wiJGlkXCI6XCI1MjdcIixcIkFcIjoyNTUsXCJSXCI6MjM3LFwiR1wiOjEyNSxcIkJcIjo0OX19LFwiSG9yaXpvbnRhbEFsaWdubWVudFwiOjAsXCJJc1Zpc2libGVcIjpmYWxzZX0sXCJNYXJnaW5cIjp7XCIkaWRcIjpcIjUyOFwiLFwiVG9wXCI6MC4wLFwiTGVmdFwiOjAuMCxcIlJpZ2h0XCI6MC4wLFwiQm90dG9tXCI6MC4wfSxcIlN0YXJ0RGF0ZVBvc2l0aW9uXCI6MyxcIkVuZERhdGVQb3NpdGlvblwiOjMsXCJUaXRsZVBvc2l0aW9uXCI6NCxcIkR1cmF0aW9uUG9zaXRpb25cIjowLFwiUGVyY2VudGFnZUNvbXBsZXRlZFBvc2l0aW9uXCI6MixcIlZhcmlhbmNlUG9zaXRpb25cIjoyLFwiU3BhY2luZ1wiOjMsXCJCYXNlbGluZVN0eWxlXCI6e1wiJGlkXCI6XCI1MjlcIixcIkJhc2VsaW5lU2hhcGVTdHlsZVwiOntcIiRpZFwiOlwiNTMwXCIsXCJNYXJnaW5cIjp7XCIkaWRcIjpcIjUzMVwiLFwiVG9wXCI6MC4wLFwiTGVmdFwiOjAuMCxcIlJpZ2h0XCI6MC4wLFwiQm90dG9tXCI6MC4wfSxcIlBhZGRpbmdcIjp7XCIkaWRcIjpcIjUzMlwiLFwiVG9wXCI6MC4wLFwiTGVmdFwiOjAuMCxcIlJpZ2h0XCI6MC4wLFwiQm90dG9tXCI6MC4wfSxcIkJhY2tncm91bmRcIjp7XCIkaWRcIjpcIjUzM1wiLFwiQ29sb3JcIjp7XCIkaWRcIjpcIjUzNFwiLFwiQVwiOjE1MyxcIlJcIjowLFwiR1wiOjAsXCJCXCI6MH19LFwiSXNWaXNpYmxlXCI6ZmFsc2UsXCJXaWR0aFwiOjAuMCxcIkhlaWdodFwiOjAuMCxcIkJvcmRlclN0eWxlXCI6e1wiJGlkXCI6XCI1MzVcIixcIkxpbmVTdHlsZVwiOntcIiRpZFwiOlwiNTM2XCIsXCJMaW5lQ29sb3JcIjp7XCIkaWRcIjpcIjUzN1wiLFwiQ29sb3JcIjp7XCIkaWRcIjpcIjUzOFwiLFwiQVwiOjI1NSxcIlJcIjoyNTUsXCJHXCI6MCxcIkJcIjowfX0sXCJMaW5lV2VpZ2h0XCI6Mi4wLFwiTGluZVR5cGVcIjowfSxcIklzVmlzaWJsZVwiOmZhbHNlfX19LFwiU2hhcGVTdHlsZVwiOntcIiRpZFwiOlwiNTM5XCIsXCJNYXJnaW5cIjp7XCIkaWRcIjpcIjU0MFwiLFwiVG9wXCI6MC4wLFwiTGVmdFwiOjQuMCxcIlJpZ2h0XCI6NC4wLFwiQm90dG9tXCI6MC4wfSxcIlBhZGRpbmdcIjp7XCIkaWRcIjpcIjU0MVwiLFwiVG9wXCI6MC4wLFwiTGVmdFwiOjAuMCxcIlJpZ2h0XCI6MC4wLFwiQm90dG9tXCI6MC4wfSxcIkJhY2tncm91bmRcIjp7XCIkaWRcIjpcIjU0MlwiLFwiQ29sb3JcIjp7XCIkaWRcIjpcIjU0M1wiLFwiQVwiOjI1NSxcIlJcIjoyNSxcIkdcIjoxMDcsXCJCXCI6MzZ9fSxcIklzVmlzaWJsZVwiOnRydWUsXCJXaWR0aFwiOjAuMCxcIkhlaWdodFwiOjEwLjAsXCJCb3JkZXJTdHlsZVwiOntcIiRpZFwiOlwiNTQ0XCIsXCJMaW5lU3R5bGVcIjp7XCIkaWRcIjpcIjU0NVwiLFwiTGluZUNvbG9yXCI6e1wiJGlkXCI6XCI1NDZcIixcIkNvbG9yXCI6e1wiJGlkXCI6XCI1NDdcIixcIkFcIjoyNTUsXCJSXCI6MjM0LFwiR1wiOjIyLFwiQlwiOjMwfX0sXCJMaW5lV2VpZ2h0XCI6Mi4wLFwiTGluZVR5cGVcIjowfSxcIklzVmlzaWJsZVwiOmZhbHNlfX0sXCJUaXRsZVN0eWxlXCI6e1wiJGlkXCI6XCI1NDhcIixcIkZvbnRTZXR0aW5nc1wiOntcIiRpZFwiOlwiNTQ5XCIsXCJGb250U2l6ZVwiOjExLFwiRm9udE5hbWVcIjpcIkNhbGlicmlcIixcIklzQm9sZFwiOmZhbHNlLFwiSXNJdGFsaWNcIjpmYWxzZSxcIklzVW5kZXJsaW5lZFwiOmZhbHNlfSxcIkZvcmVncm91bmRcIjp7XCIkaWRcIjpcIjU1MFwiLFwiQ29sb3JcIjp7XCIkaWRcIjpcIjU1MVwiLFwiQVwiOjI1NSxcIlJcIjowLFwiR1wiOjAsXCJCXCI6MH19LFwiSG9yaXpvbnRhbEFsaWdubWVudFwiOjAsXCJJc1Zpc2libGVcIjp0cnVlfSxcIkRhdGVTdHlsZVwiOntcIiRpZFwiOlwiNTUyXCIsXCJGb250U2V0dGluZ3NcIjp7XCIkaWRcIjpcIjU1M1wiLFwiRm9udFNpemVcIjoxMCxcIkZvbnROYW1lXCI6XCJDYWxpYnJpXCIsXCJJc0JvbGRcIjpmYWxzZSxcIklzSXRhbGljXCI6ZmFsc2UsXCJJc1VuZGVybGluZWRcIjpmYWxzZX0sXCJGb3JlZ3JvdW5kXCI6e1wiJGlkXCI6XCI1NTRcIixcIkNvbG9yXCI6e1wiJGlkXCI6XCI1NTVcIixcIkFcIjoyNTUsXCJSXCI6MTQsXCJHXCI6NDAsXCJCXCI6NjV9fSxcIkhvcml6b250YWxBbGlnbm1lbnRcIjoyLFwiSXNWaXNpYmxlXCI6dHJ1ZX0sXCJEYXRlRm9ybWF0XCI6e1wiJGlkXCI6XCI1NT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U3XCIsXCJGb3JtYXRcIjowLFwiSXNWaXNpYmxlXCI6ZmFsc2UsXCJMYXN0S25vd25WaXNpYmlsaXR5U3RhdGVcIjpmYWxzZX0sXCJWYXJpYW5jZVN0eWxlXCI6e1wiJGlkXCI6XCI1NThcIixcIlZhcmlhbmNlVGV4dFN0eWxlXCI6e1wiJGlkXCI6XCI1NTlcIixcIkZvbnRTZXR0aW5nc1wiOntcIiRpZFwiOlwiNTYwXCIsXCJGb250U2l6ZVwiOjEwLFwiRm9udE5hbWVcIjpcIkNhbGlicmlcIixcIklzQm9sZFwiOmZhbHNlLFwiSXNJdGFsaWNcIjpmYWxzZSxcIklzVW5kZXJsaW5lZFwiOmZhbHNlfSxcIkZvcmVncm91bmRcIjp7XCIkaWRcIjpcIjU2MVwiLFwiQ29sb3JcIjp7XCIkaWRcIjpcIjU2MlwiLFwiQVwiOjI1NSxcIlJcIjowLFwiR1wiOjAsXCJCXCI6MH19LFwiSG9yaXpvbnRhbEFsaWdubWVudFwiOjAsXCJJc1Zpc2libGVcIjp0cnVlfX19LFwiRGVmYXVsdFN3aW1sYW5lTW90U3R5bGVcIjp7XCIkaWRcIjpcIjU2M1wiLFwiU2hhcGVcIjoxLFwiU2hhcGVTaXplXCI6MCxcIkRldGFpbHNTcGFjaW5nXCI6MC4wLFwiUGFkZGluZ1wiOntcIiRpZFwiOlwiNTY0XCIsXCJUb3BcIjo1LjAsXCJMZWZ0XCI6My4wLFwiUmlnaHRcIjowLjAsXCJCb3R0b21cIjoyLjB9LFwiUG9zaXRpb25PblRhc2tcIjoxLFwiU2hhcGVTdHlsZVwiOntcIiRpZFwiOlwiNTY1XCIsXCJNYXJnaW5cIjp7XCIkaWRcIjpcIjU2NlwiLFwiVG9wXCI6MC4wLFwiTGVmdFwiOjAuMCxcIlJpZ2h0XCI6MC4wLFwiQm90dG9tXCI6MC4wfSxcIlBhZGRpbmdcIjp7XCIkaWRcIjpcIjU2N1wiLFwiVG9wXCI6MC4wLFwiTGVmdFwiOjAuMCxcIlJpZ2h0XCI6MC4wLFwiQm90dG9tXCI6MC4wfSxcIkJhY2tncm91bmRcIjp7XCIkaWRcIjpcIjU2OFwiLFwiQ29sb3JcIjp7XCIkaWRcIjpcIjU2OVwiLFwiQVwiOjI1NSxcIlJcIjoxMyxcIkdcIjo1MyxcIkJcIjoxOH19LFwiSXNWaXNpYmxlXCI6dHJ1ZSxcIldpZHRoXCI6MTIuMCxcIkhlaWdodFwiOjE0LjAsXCJCb3JkZXJTdHlsZVwiOntcIiRpZFwiOlwiNTcwXCIsXCJMaW5lU3R5bGVcIjp7XCIkaWRcIjpcIjU3MVwiLFwiTGluZUNvbG9yXCI6e1wiJGlkXCI6XCI1NzJcIixcIkNvbG9yXCI6e1wiJGlkXCI6XCI1NzNcIixcIkFcIjoyNTUsXCJSXCI6MjU1LFwiR1wiOjI1NSxcIkJcIjoyNTV9fSxcIkxpbmVXZWlnaHRcIjowLjAsXCJMaW5lVHlwZVwiOjB9LFwiSXNWaXNpYmxlXCI6ZmFsc2V9fSxcIlRpdGxlU3R5bGVcIjp7XCIkaWRcIjpcIjU3NFwiLFwiRm9udFNldHRpbmdzXCI6e1wiJGlkXCI6XCI1NzVcIixcIkZvbnRTaXplXCI6MTEsXCJGb250TmFtZVwiOlwiQ2FsaWJyaVwiLFwiSXNCb2xkXCI6ZmFsc2UsXCJJc0l0YWxpY1wiOmZhbHNlLFwiSXNVbmRlcmxpbmVkXCI6ZmFsc2V9LFwiRm9yZWdyb3VuZFwiOntcIiRpZFwiOlwiNTc2XCIsXCJDb2xvclwiOntcIiRpZFwiOlwiNTc3XCIsXCJBXCI6MjU1LFwiUlwiOjAsXCJHXCI6MCxcIkJcIjowfX0sXCJIb3Jpem9udGFsQWxpZ25tZW50XCI6MSxcIklzVmlzaWJsZVwiOnRydWV9LFwiRGF0ZVN0eWxlXCI6e1wiJGlkXCI6XCI1NzhcIixcIkZvbnRTZXR0aW5nc1wiOntcIiRpZFwiOlwiNTc5XCIsXCJGb250U2l6ZVwiOjEwLFwiRm9udE5hbWVcIjpcIkNhbGlicmlcIixcIklzQm9sZFwiOmZhbHNlLFwiSXNJdGFsaWNcIjpmYWxzZSxcIklzVW5kZXJsaW5lZFwiOmZhbHNlfSxcIkZvcmVncm91bmRcIjp7XCIkaWRcIjpcIjU4MFwiLFwiQ29sb3JcIjp7XCIkaWRcIjpcIjU4MVwiLFwiQVwiOjI1NSxcIlJcIjoxNCxcIkdcIjo0MCxcIkJcIjo2NX19LFwiSG9yaXpvbnRhbEFsaWdubWVudFwiOjEsXCJJc1Zpc2libGVcIjp0cnVlfSxcIkRhdGVGb3JtYXRcIjp7XCIkaWRcIjpcIjU4Ml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ODNcIixcIkZvcm1hdFwiOjAsXCJJc1Zpc2libGVcIjpmYWxzZSxcIkxhc3RLbm93blZpc2liaWxpdHlTdGF0ZVwiOmZhbHNlfSxcIlZhcmlhbmNlU3R5bGVcIjp7XCIkaWRcIjpcIjU4NFwiLFwiVmFyaWFuY2VUZXh0U3R5bGVcIjp7XCIkaWRcIjpcIjU4NVwiLFwiRm9udFNldHRpbmdzXCI6e1wiJGlkXCI6XCI1ODZcIixcIkZvbnRTaXplXCI6MTAsXCJGb250TmFtZVwiOlwiQ2FsaWJyaVwiLFwiSXNCb2xkXCI6ZmFsc2UsXCJJc0l0YWxpY1wiOmZhbHNlLFwiSXNVbmRlcmxpbmVkXCI6ZmFsc2V9LFwiRm9yZWdyb3VuZFwiOntcIiRpZFwiOlwiNTg3XCIsXCJDb2xvclwiOntcIiRpZFwiOlwiNTg4XCIsXCJBXCI6MjU1LFwiUlwiOjAsXCJHXCI6MCxcIkJcIjowfX0sXCJIb3Jpem9udGFsQWxpZ25tZW50XCI6MCxcIklzVmlzaWJsZVwiOnRydWV9fX19LHtcIiRpZFwiOlwiNTg5XCIsXCJTdHlsZUlkXCI6XCIwNzAyZGVhOC1jMTE0LTRkNzEtYmU0MC1jZDMwNjJjNDY5NzBcIixcIk5hbWVcIjpcIlN3aW1sYW5lIFN0eWxlIDRcIixcIkhlYWRlclN0eWxlXCI6e1wiJGlkXCI6XCI1OTBcIixcIlRleHRTdHlsZVwiOntcIiRpZFwiOlwiNTkxXCIsXCJGb250U2V0dGluZ3NcIjp7XCIkaWRcIjpcIjU5MlwiLFwiRm9udFNpemVcIjoxMSxcIkZvbnROYW1lXCI6XCJDYWxpYnJpXCIsXCJJc0JvbGRcIjpmYWxzZSxcIklzSXRhbGljXCI6ZmFsc2UsXCJJc1VuZGVybGluZWRcIjpmYWxzZX0sXCJGb3JlZ3JvdW5kXCI6e1wiJGlkXCI6XCI1OTNcIixcIkNvbG9yXCI6e1wiJGlkXCI6XCI1OTRcIixcIkFcIjoyNTUsXCJSXCI6MjU1LFwiR1wiOjI1NSxcIkJcIjoyNTV9fSxcIkhvcml6b250YWxBbGlnbm1lbnRcIjowLFwiSXNWaXNpYmxlXCI6dHJ1ZX0sXCJSZWN0YW5nbGVTdHlsZVwiOntcIiRpZFwiOlwiNTk1XCIsXCJNYXJnaW5cIjp7XCIkaWRcIjpcIjU5NlwiLFwiVG9wXCI6MC4wLFwiTGVmdFwiOjAuMCxcIlJpZ2h0XCI6MC4wLFwiQm90dG9tXCI6MC4wfSxcIlBhZGRpbmdcIjp7XCIkaWRcIjpcIjU5N1wiLFwiVG9wXCI6MC4wLFwiTGVmdFwiOjAuMCxcIlJpZ2h0XCI6MC4wLFwiQm90dG9tXCI6MC4wfSxcIkJhY2tncm91bmRcIjp7XCIkaWRcIjpcIjU5OFwiLFwiQ29sb3JcIjp7XCIkaWRcIjpcIjU5OVwiLFwiQVwiOjI1NSxcIlJcIjoxNSxcIkdcIjoxNTgsXCJCXCI6MjEzfX0sXCJJc1Zpc2libGVcIjp0cnVlLFwiV2lkdGhcIjowLjAsXCJIZWlnaHRcIjowLjAsXCJCb3JkZXJTdHlsZVwiOntcIiRpZFwiOlwiNjAwXCIsXCJMaW5lU3R5bGVcIjp7XCIkaWRcIjpcIjYwMVwiLFwiTGluZUNvbG9yXCI6e1wiJGlkXCI6XCI2MDJcIixcIkNvbG9yXCI6e1wiJGlkXCI6XCI2MDNcIixcIkFcIjoyNTUsXCJSXCI6MjU1LFwiR1wiOjI1NSxcIkJcIjoyNTV9fSxcIkxpbmVXZWlnaHRcIjowLjAsXCJMaW5lVHlwZVwiOjB9LFwiSXNWaXNpYmxlXCI6ZmFsc2V9fX0sXCJCYWNrZ3JvdW5kU3R5bGVcIjp7XCIkaWRcIjpcIjYwNFwiLFwiTWFyZ2luXCI6e1wiJGlkXCI6XCI2MDVcIixcIlRvcFwiOjAuMCxcIkxlZnRcIjowLjAsXCJSaWdodFwiOjAuMCxcIkJvdHRvbVwiOjAuMH0sXCJQYWRkaW5nXCI6e1wiJGlkXCI6XCI2MDZcIixcIlRvcFwiOjAuMCxcIkxlZnRcIjowLjAsXCJSaWdodFwiOjAuMCxcIkJvdHRvbVwiOjAuMH0sXCJCYWNrZ3JvdW5kXCI6e1wiJGlkXCI6XCI2MDdcIixcIkNvbG9yXCI6e1wiJGlkXCI6XCI2MDhcIixcIkFcIjo1MSxcIlJcIjoyMDAsXCJHXCI6MjAwLFwiQlwiOjIwMH19LFwiSXNWaXNpYmxlXCI6dHJ1ZSxcIldpZHRoXCI6MC4wLFwiSGVpZ2h0XCI6MC4wLFwiQm9yZGVyU3R5bGVcIjp7XCIkaWRcIjpcIjYwOVwiLFwiTGluZVN0eWxlXCI6e1wiJGlkXCI6XCI2MTBcIixcIkxpbmVDb2xvclwiOntcIiRpZFwiOlwiNjExXCIsXCJDb2xvclwiOntcIiRpZFwiOlwiNjEyXCIsXCJBXCI6MjU1LFwiUlwiOjIzNCxcIkdcIjoyMixcIkJcIjozMH19LFwiTGluZVdlaWdodFwiOjIuMCxcIkxpbmVUeXBlXCI6MH0sXCJJc1Zpc2libGVcIjpmYWxzZX19LFwiSXNBYm92ZVRpbWViYW5kXCI6ZmFsc2UsXCJTcGFjaW5nXCI6MyxcIkRlZmF1bHRTd2ltbGFuZUFjdGl2aXR5U3R5bGVcIjp7XCIkaWRcIjpcIjYxM1wiLFwiSGVhZGVyU3R5bGVcIjp7XCIkaWRcIjpcIjYxNFwiLFwiVGV4dFN0eWxlXCI6e1wiJGlkXCI6XCI2MTVcIixcIkZvbnRTZXR0aW5nc1wiOntcIiRpZFwiOlwiNjE2XCIsXCJGb250U2l6ZVwiOjExLFwiRm9udE5hbWVcIjpcIkNhbGlicmlcIixcIklzQm9sZFwiOmZhbHNlLFwiSXNJdGFsaWNcIjpmYWxzZSxcIklzVW5kZXJsaW5lZFwiOmZhbHNlfSxcIkZvcmVncm91bmRcIjp7XCIkaWRcIjpcIjYxN1wiLFwiQ29sb3JcIjp7XCIkaWRcIjpcIjYxOFwiLFwiQVwiOjI1NSxcIlJcIjowLFwiR1wiOjAsXCJCXCI6MH19LFwiSG9yaXpvbnRhbEFsaWdubWVudFwiOjAsXCJJc1Zpc2libGVcIjp0cnVlfSxcIlJlY3RhbmdsZVN0eWxlXCI6e1wiJGlkXCI6XCI2MTlcIixcIk1hcmdpblwiOntcIiRpZFwiOlwiNjIwXCIsXCJUb3BcIjowLjAsXCJMZWZ0XCI6MC4wLFwiUmlnaHRcIjowLjAsXCJCb3R0b21cIjowLjB9LFwiUGFkZGluZ1wiOntcIiRpZFwiOlwiNjIxXCIsXCJUb3BcIjowLjAsXCJMZWZ0XCI6MC4wLFwiUmlnaHRcIjowLjAsXCJCb3R0b21cIjowLjB9LFwiQmFja2dyb3VuZFwiOntcIiRpZFwiOlwiNjIyXCIsXCJDb2xvclwiOntcIiRpZFwiOlwiNjIzXCIsXCJBXCI6MTI3LFwiUlwiOjE1LFwiR1wiOjE1OCxcIkJcIjoyMTN9fSxcIklzVmlzaWJsZVwiOnRydWUsXCJXaWR0aFwiOjAuMCxcIkhlaWdodFwiOjAuMCxcIkJvcmRlclN0eWxlXCI6e1wiJGlkXCI6XCI2MjRcIixcIkxpbmVTdHlsZVwiOntcIiRpZFwiOlwiNjI1XCIsXCJMaW5lQ29sb3JcIjp7XCIkaWRcIjpcIjYyNlwiLFwiQ29sb3JcIjp7XCIkaWRcIjpcIjYyN1wiLFwiQVwiOjI1NSxcIlJcIjoyNTUsXCJHXCI6MCxcIkJcIjowfX0sXCJMaW5lV2VpZ2h0XCI6MC4wLFwiTGluZVR5cGVcIjowfSxcIklzVmlzaWJsZVwiOmZhbHNlfX19LFwiQmFja2dyb3VuZFN0eWxlXCI6e1wiJGlkXCI6XCI2MjhcIixcIk1hcmdpblwiOntcIiRpZFwiOlwiNjI5XCIsXCJUb3BcIjowLjAsXCJMZWZ0XCI6MC4wLFwiUmlnaHRcIjowLjAsXCJCb3R0b21cIjowLjB9LFwiUGFkZGluZ1wiOntcIiRpZFwiOlwiNjMwXCIsXCJUb3BcIjowLjAsXCJMZWZ0XCI6MC4wLFwiUmlnaHRcIjowLjAsXCJCb3R0b21cIjowLjB9LFwiQmFja2dyb3VuZFwiOntcIiRpZFwiOlwiNjMxXCIsXCJDb2xvclwiOntcIiRpZFwiOlwiNjMyXCIsXCJBXCI6NTEsXCJSXCI6MjAwLFwiR1wiOjIwMCxcIkJcIjoyMDB9fSxcIklzVmlzaWJsZVwiOnRydWUsXCJXaWR0aFwiOjAuMCxcIkhlaWdodFwiOjAuMCxcIkJvcmRlclN0eWxlXCI6e1wiJGlkXCI6XCI2MzNcIixcIkxpbmVTdHlsZVwiOntcIiRpZFwiOlwiNjM0XCIsXCJMaW5lQ29sb3JcIjp7XCIkaWRcIjpcIjYzNVwiLFwiQ29sb3JcIjp7XCIkaWRcIjpcIjYzNlwiLFwiQVwiOjI1NSxcIlJcIjoyMzQsXCJHXCI6MjIsXCJCXCI6MzB9fSxcIkxpbmVXZWlnaHRcIjoyLjAsXCJMaW5lVHlwZVwiOjB9LFwiSXNWaXNpYmxlXCI6ZmFsc2V9fX0sXCJEZWZhdWx0U3dpbWxhbmVNaWxlc3RvbmVTdHlsZVwiOntcIiRpZFwiOlwiNjM3XCIsXCJUaXRsZVBvc2l0aW9uXCI6MCxcIkRhdGVQb3NpdGlvblwiOjIsXCJWYXJpYW5jZVBvc2l0aW9uXCI6MixcIlNoYXBlVHlwZVwiOjEsXCJTaGFwZVNpemVcIjowLFwiU3BhY2luZ1wiOjUsXCJTaGFwZVN0eWxlXCI6e1wiJGlkXCI6XCI2MzhcIixcIk1hcmdpblwiOntcIiRpZFwiOlwiNjM5XCIsXCJUb3BcIjowLjAsXCJMZWZ0XCI6MC4wLFwiUmlnaHRcIjowLjAsXCJCb3R0b21cIjowLjB9LFwiUGFkZGluZ1wiOntcIiRpZFwiOlwiNjQwXCIsXCJUb3BcIjowLjAsXCJMZWZ0XCI6MC4wLFwiUmlnaHRcIjowLjAsXCJCb3R0b21cIjowLjB9LFwiQmFja2dyb3VuZFwiOntcIiRpZFwiOlwiNjQxXCIsXCJDb2xvclwiOntcIiRpZFwiOlwiNjQyXCIsXCJBXCI6MjU1LFwiUlwiOjE1LFwiR1wiOjE1OCxcIkJcIjoyMTN9fSxcIklzVmlzaWJsZVwiOnRydWUsXCJXaWR0aFwiOjEyLjAsXCJIZWlnaHRcIjoxNC4wLFwiQm9yZGVyU3R5bGVcIjp7XCIkaWRcIjpcIjY0M1wiLFwiTGluZVN0eWxlXCI6e1wiJGlkXCI6XCI2NDRcIixcIkxpbmVDb2xvclwiOntcIiRpZFwiOlwiNjQ1XCIsXCJDb2xvclwiOntcIiRpZFwiOlwiNjQ2XCIsXCJBXCI6MjU1LFwiUlwiOjIzNCxcIkdcIjoyMixcIkJcIjozMH19LFwiTGluZVdlaWdodFwiOjIuMCxcIkxpbmVUeXBlXCI6MH0sXCJJc1Zpc2libGVcIjpmYWxzZX19LFwiVGl0bGVTdHlsZVwiOntcIiRpZFwiOlwiNjQ3XCIsXCJGb250U2V0dGluZ3NcIjp7XCIkaWRcIjpcIjY0OFwiLFwiRm9udFNpemVcIjoxMSxcIkZvbnROYW1lXCI6XCJDYWxpYnJpXCIsXCJJc0JvbGRcIjpmYWxzZSxcIklzSXRhbGljXCI6ZmFsc2UsXCJJc1VuZGVybGluZWRcIjpmYWxzZX0sXCJGb3JlZ3JvdW5kXCI6e1wiJGlkXCI6XCI2NDlcIixcIkNvbG9yXCI6e1wiJGlkXCI6XCI2NTBcIixcIkFcIjoyNTUsXCJSXCI6MCxcIkdcIjowLFwiQlwiOjB9fSxcIkhvcml6b250YWxBbGlnbm1lbnRcIjoyLFwiSXNWaXNpYmxlXCI6dHJ1ZX0sXCJEYXRlU3R5bGVcIjp7XCIkaWRcIjpcIjY1MVwiLFwiRm9udFNldHRpbmdzXCI6e1wiJGlkXCI6XCI2NTJcIixcIkZvbnRTaXplXCI6MTAsXCJGb250TmFtZVwiOlwiQ2FsaWJyaVwiLFwiSXNCb2xkXCI6ZmFsc2UsXCJJc0l0YWxpY1wiOmZhbHNlLFwiSXNVbmRlcmxpbmVkXCI6ZmFsc2V9LFwiRm9yZWdyb3VuZFwiOntcIiRpZFwiOlwiNjUzXCIsXCJDb2xvclwiOntcIiRpZFwiOlwiNjU0XCIsXCJBXCI6MjU1LFwiUlwiOjE0LFwiR1wiOjQwLFwiQlwiOjY1fX0sXCJIb3Jpem9udGFsQWxpZ25tZW50XCI6MCxcIklzVmlzaWJsZVwiOnRydWV9LFwiRGF0ZUZvcm1hdFwiOntcIiRpZFwiOlwiNjU1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Y1NlwiLFwiRm9ybWF0XCI6MCxcIklzVmlzaWJsZVwiOmZhbHNlLFwiTGFzdEtub3duVmlzaWJpbGl0eVN0YXRlXCI6ZmFsc2V9LFwiVmFyaWFuY2VTdHlsZVwiOntcIiRpZFwiOlwiNjU3XCIsXCJWYXJpYW5jZVRleHRTdHlsZVwiOntcIiRpZFwiOlwiNjU4XCIsXCJGb250U2V0dGluZ3NcIjp7XCIkaWRcIjpcIjY1OVwiLFwiRm9udFNpemVcIjoxMCxcIkZvbnROYW1lXCI6XCJDYWxpYnJpXCIsXCJJc0JvbGRcIjpmYWxzZSxcIklzSXRhbGljXCI6ZmFsc2UsXCJJc1VuZGVybGluZWRcIjpmYWxzZX0sXCJGb3JlZ3JvdW5kXCI6e1wiJGlkXCI6XCI2NjBcIixcIkNvbG9yXCI6e1wiJGlkXCI6XCI2NjFcIixcIkFcIjoyNTUsXCJSXCI6MCxcIkdcIjowLFwiQlwiOjB9fSxcIkhvcml6b250YWxBbGlnbm1lbnRcIjowLFwiSXNWaXNpYmxlXCI6dHJ1ZX19fSxcIkRlZmF1bHRTd2ltbGFuZVRhc2tTdHlsZVwiOntcIiRpZFwiOlwiNjYyXCIsXCJTaGFwZVwiOjEsXCJTaGFwZVRoaWNrbmVzc1wiOjAsXCJEdXJhdGlvbkZvcm1hdFwiOjAsXCJQZXJjZW50YWdlQ29tcGxldGVUZXh0U3R5bGVcIjp7XCIkaWRcIjpcIjY2M1wiLFwiRm9udFNldHRpbmdzXCI6e1wiJGlkXCI6XCI2NjRcIixcIkZvbnRTaXplXCI6MTAsXCJGb250TmFtZVwiOlwiQ2FsaWJyaVwiLFwiSXNCb2xkXCI6ZmFsc2UsXCJJc0l0YWxpY1wiOmZhbHNlLFwiSXNVbmRlcmxpbmVkXCI6ZmFsc2V9LFwiRm9yZWdyb3VuZFwiOntcIiRpZFwiOlwiNjY1XCIsXCJDb2xvclwiOntcIiRpZFwiOlwiNjY2XCIsXCJBXCI6MjU1LFwiUlwiOjIzMixcIkdcIjoyMzIsXCJCXCI6MjMyfX0sXCJIb3Jpem9udGFsQWxpZ25tZW50XCI6MSxcIklzVmlzaWJsZVwiOnRydWV9LFwiUGVyY2VudGFnZUNvbXBsZXRlSGlnaGxpZ2h0U3R5bGVcIjp7XCIkaWRcIjpcIjY2N1wiLFwiQmFja2dyb3VuZFwiOntcIiRpZFwiOlwiNjY4XCIsXCJDb2xvclwiOntcIiRpZFwiOlwiNjY5XCIsXCJBXCI6ODksXCJSXCI6MCxcIkdcIjowLFwiQlwiOjB9fX0sXCJEdXJhdGlvblN0eWxlXCI6e1wiJGlkXCI6XCI2NzBcIixcIkZvbnRTZXR0aW5nc1wiOntcIiRpZFwiOlwiNjcxXCIsXCJGb250U2l6ZVwiOjEwLFwiRm9udE5hbWVcIjpcIkNhbGlicmlcIixcIklzQm9sZFwiOmZhbHNlLFwiSXNJdGFsaWNcIjpmYWxzZSxcIklzVW5kZXJsaW5lZFwiOmZhbHNlfSxcIkZvcmVncm91bmRcIjp7XCIkaWRcIjpcIjY3MlwiLFwiQ29sb3JcIjp7XCIkaWRcIjpcIjY3M1wiLFwiQVwiOjI1NSxcIlJcIjoyMzcsXCJHXCI6MTI1LFwiQlwiOjQ5fX0sXCJIb3Jpem9udGFsQWxpZ25tZW50XCI6MCxcIklzVmlzaWJsZVwiOmZhbHNlfSxcIk1hcmdpblwiOntcIiRpZFwiOlwiNjc0XCIsXCJUb3BcIjowLjAsXCJMZWZ0XCI6MC4wLFwiUmlnaHRcIjowLjAsXCJCb3R0b21cIjowLjB9LFwiU3RhcnREYXRlUG9zaXRpb25cIjozLFwiRW5kRGF0ZVBvc2l0aW9uXCI6MyxcIlRpdGxlUG9zaXRpb25cIjo0LFwiRHVyYXRpb25Qb3NpdGlvblwiOjAsXCJQZXJjZW50YWdlQ29tcGxldGVkUG9zaXRpb25cIjoyLFwiVmFyaWFuY2VQb3NpdGlvblwiOjIsXCJTcGFjaW5nXCI6MyxcIkJhc2VsaW5lU3R5bGVcIjp7XCIkaWRcIjpcIjY3NVwiLFwiQmFzZWxpbmVTaGFwZVN0eWxlXCI6e1wiJGlkXCI6XCI2NzZcIixcIk1hcmdpblwiOntcIiRpZFwiOlwiNjc3XCIsXCJUb3BcIjowLjAsXCJMZWZ0XCI6MC4wLFwiUmlnaHRcIjowLjAsXCJCb3R0b21cIjowLjB9LFwiUGFkZGluZ1wiOntcIiRpZFwiOlwiNjc4XCIsXCJUb3BcIjowLjAsXCJMZWZ0XCI6MC4wLFwiUmlnaHRcIjowLjAsXCJCb3R0b21cIjowLjB9LFwiQmFja2dyb3VuZFwiOntcIiRpZFwiOlwiNjc5XCIsXCJDb2xvclwiOntcIiRpZFwiOlwiNjgwXCIsXCJBXCI6MTUzLFwiUlwiOjAsXCJHXCI6MCxcIkJcIjowfX0sXCJJc1Zpc2libGVcIjpmYWxzZSxcIldpZHRoXCI6MC4wLFwiSGVpZ2h0XCI6MC4wLFwiQm9yZGVyU3R5bGVcIjp7XCIkaWRcIjpcIjY4MVwiLFwiTGluZVN0eWxlXCI6e1wiJGlkXCI6XCI2ODJcIixcIkxpbmVDb2xvclwiOntcIiRpZFwiOlwiNjgzXCIsXCJDb2xvclwiOntcIiRpZFwiOlwiNjg0XCIsXCJBXCI6MjU1LFwiUlwiOjI1NSxcIkdcIjowLFwiQlwiOjB9fSxcIkxpbmVXZWlnaHRcIjoyLjAsXCJMaW5lVHlwZVwiOjB9LFwiSXNWaXNpYmxlXCI6ZmFsc2V9fX0sXCJTaGFwZVN0eWxlXCI6e1wiJGlkXCI6XCI2ODVcIixcIk1hcmdpblwiOntcIiRpZFwiOlwiNjg2XCIsXCJUb3BcIjowLjAsXCJMZWZ0XCI6NC4wLFwiUmlnaHRcIjo0LjAsXCJCb3R0b21cIjowLjB9LFwiUGFkZGluZ1wiOntcIiRpZFwiOlwiNjg3XCIsXCJUb3BcIjowLjAsXCJMZWZ0XCI6MC4wLFwiUmlnaHRcIjowLjAsXCJCb3R0b21cIjowLjB9LFwiQmFja2dyb3VuZFwiOntcIiRpZFwiOlwiNjg4XCIsXCJDb2xvclwiOntcIiRpZFwiOlwiNjg5XCIsXCJBXCI6MjU1LFwiUlwiOjE1LFwiR1wiOjE1OCxcIkJcIjoyMTN9fSxcIklzVmlzaWJsZVwiOnRydWUsXCJXaWR0aFwiOjAuMCxcIkhlaWdodFwiOjEwLjAsXCJCb3JkZXJTdHlsZVwiOntcIiRpZFwiOlwiNjkwXCIsXCJMaW5lU3R5bGVcIjp7XCIkaWRcIjpcIjY5MVwiLFwiTGluZUNvbG9yXCI6e1wiJGlkXCI6XCI2OTJcIixcIkNvbG9yXCI6e1wiJGlkXCI6XCI2OTNcIixcIkFcIjoyNTUsXCJSXCI6MjM0LFwiR1wiOjIyLFwiQlwiOjMwfX0sXCJMaW5lV2VpZ2h0XCI6Mi4wLFwiTGluZVR5cGVcIjowfSxcIklzVmlzaWJsZVwiOmZhbHNlfX0sXCJUaXRsZVN0eWxlXCI6e1wiJGlkXCI6XCI2OTRcIixcIkZvbnRTZXR0aW5nc1wiOntcIiRpZFwiOlwiNjk1XCIsXCJGb250U2l6ZVwiOjExLFwiRm9udE5hbWVcIjpcIkNhbGlicmlcIixcIklzQm9sZFwiOmZhbHNlLFwiSXNJdGFsaWNcIjpmYWxzZSxcIklzVW5kZXJsaW5lZFwiOmZhbHNlfSxcIkZvcmVncm91bmRcIjp7XCIkaWRcIjpcIjY5NlwiLFwiQ29sb3JcIjp7XCIkaWRcIjpcIjY5N1wiLFwiQVwiOjI1NSxcIlJcIjowLFwiR1wiOjAsXCJCXCI6MH19LFwiSG9yaXpvbnRhbEFsaWdubWVudFwiOjAsXCJJc1Zpc2libGVcIjp0cnVlfSxcIkRhdGVTdHlsZVwiOntcIiRpZFwiOlwiNjk4XCIsXCJGb250U2V0dGluZ3NcIjp7XCIkaWRcIjpcIjY5OVwiLFwiRm9udFNpemVcIjoxMCxcIkZvbnROYW1lXCI6XCJDYWxpYnJpXCIsXCJJc0JvbGRcIjpmYWxzZSxcIklzSXRhbGljXCI6ZmFsc2UsXCJJc1VuZGVybGluZWRcIjpmYWxzZX0sXCJGb3JlZ3JvdW5kXCI6e1wiJGlkXCI6XCI3MDBcIixcIkNvbG9yXCI6e1wiJGlkXCI6XCI3MDFcIixcIkFcIjoyNTUsXCJSXCI6MTQsXCJHXCI6NDAsXCJCXCI6NjV9fSxcIkhvcml6b250YWxBbGlnbm1lbnRcIjoyLFwiSXNWaXNpYmxlXCI6dHJ1ZX0sXCJEYXRlRm9ybWF0XCI6e1wiJGlkXCI6XCI3MDJ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AzXCIsXCJGb3JtYXRcIjowLFwiSXNWaXNpYmxlXCI6ZmFsc2UsXCJMYXN0S25vd25WaXNpYmlsaXR5U3RhdGVcIjpmYWxzZX0sXCJWYXJpYW5jZVN0eWxlXCI6e1wiJGlkXCI6XCI3MDRcIixcIlZhcmlhbmNlVGV4dFN0eWxlXCI6e1wiJGlkXCI6XCI3MDVcIixcIkZvbnRTZXR0aW5nc1wiOntcIiRpZFwiOlwiNzA2XCIsXCJGb250U2l6ZVwiOjEwLFwiRm9udE5hbWVcIjpcIkNhbGlicmlcIixcIklzQm9sZFwiOmZhbHNlLFwiSXNJdGFsaWNcIjpmYWxzZSxcIklzVW5kZXJsaW5lZFwiOmZhbHNlfSxcIkZvcmVncm91bmRcIjp7XCIkaWRcIjpcIjcwN1wiLFwiQ29sb3JcIjp7XCIkaWRcIjpcIjcwOFwiLFwiQVwiOjI1NSxcIlJcIjowLFwiR1wiOjAsXCJCXCI6MH19LFwiSG9yaXpvbnRhbEFsaWdubWVudFwiOjAsXCJJc1Zpc2libGVcIjp0cnVlfX19LFwiRGVmYXVsdFN3aW1sYW5lTW90U3R5bGVcIjp7XCIkaWRcIjpcIjcwOVwiLFwiU2hhcGVcIjoxLFwiU2hhcGVTaXplXCI6MCxcIkRldGFpbHNTcGFjaW5nXCI6MC4wLFwiUGFkZGluZ1wiOntcIiRpZFwiOlwiNzEwXCIsXCJUb3BcIjo1LjAsXCJMZWZ0XCI6My4wLFwiUmlnaHRcIjowLjAsXCJCb3R0b21cIjoyLjB9LFwiUG9zaXRpb25PblRhc2tcIjoxLFwiU2hhcGVTdHlsZVwiOntcIiRpZFwiOlwiNzExXCIsXCJNYXJnaW5cIjp7XCIkaWRcIjpcIjcxMlwiLFwiVG9wXCI6MC4wLFwiTGVmdFwiOjAuMCxcIlJpZ2h0XCI6MC4wLFwiQm90dG9tXCI6MC4wfSxcIlBhZGRpbmdcIjp7XCIkaWRcIjpcIjcxM1wiLFwiVG9wXCI6MC4wLFwiTGVmdFwiOjAuMCxcIlJpZ2h0XCI6MC4wLFwiQm90dG9tXCI6MC4wfSxcIkJhY2tncm91bmRcIjp7XCIkaWRcIjpcIjcxNFwiLFwiQ29sb3JcIjp7XCIkaWRcIjpcIjcxNVwiLFwiQVwiOjI1NSxcIlJcIjoxMSxcIkdcIjoxMTgsXCJCXCI6MTU5fX0sXCJJc1Zpc2libGVcIjp0cnVlLFwiV2lkdGhcIjoxMi4wLFwiSGVpZ2h0XCI6MTQuMCxcIkJvcmRlclN0eWxlXCI6e1wiJGlkXCI6XCI3MTZcIixcIkxpbmVTdHlsZVwiOntcIiRpZFwiOlwiNzE3XCIsXCJMaW5lQ29sb3JcIjp7XCIkaWRcIjpcIjcxOFwiLFwiQ29sb3JcIjp7XCIkaWRcIjpcIjcxOVwiLFwiQVwiOjI1NSxcIlJcIjoyNTUsXCJHXCI6MCxcIkJcIjowfX0sXCJMaW5lV2VpZ2h0XCI6MC4wLFwiTGluZVR5cGVcIjowfSxcIklzVmlzaWJsZVwiOmZhbHNlfX0sXCJUaXRsZVN0eWxlXCI6e1wiJGlkXCI6XCI3MjBcIixcIkZvbnRTZXR0aW5nc1wiOntcIiRpZFwiOlwiNzIxXCIsXCJGb250U2l6ZVwiOjExLFwiRm9udE5hbWVcIjpcIkNhbGlicmlcIixcIklzQm9sZFwiOmZhbHNlLFwiSXNJdGFsaWNcIjpmYWxzZSxcIklzVW5kZXJsaW5lZFwiOmZhbHNlfSxcIkZvcmVncm91bmRcIjp7XCIkaWRcIjpcIjcyMlwiLFwiQ29sb3JcIjp7XCIkaWRcIjpcIjcyM1wiLFwiQVwiOjI1NSxcIlJcIjowLFwiR1wiOjAsXCJCXCI6MH19LFwiSG9yaXpvbnRhbEFsaWdubWVudFwiOjEsXCJJc1Zpc2libGVcIjp0cnVlfSxcIkRhdGVTdHlsZVwiOntcIiRpZFwiOlwiNzI0XCIsXCJGb250U2V0dGluZ3NcIjp7XCIkaWRcIjpcIjcyNVwiLFwiRm9udFNpemVcIjoxMCxcIkZvbnROYW1lXCI6XCJDYWxpYnJpXCIsXCJJc0JvbGRcIjpmYWxzZSxcIklzSXRhbGljXCI6ZmFsc2UsXCJJc1VuZGVybGluZWRcIjpmYWxzZX0sXCJGb3JlZ3JvdW5kXCI6e1wiJGlkXCI6XCI3MjZcIixcIkNvbG9yXCI6e1wiJGlkXCI6XCI3MjdcIixcIkFcIjoyNTUsXCJSXCI6MTQsXCJHXCI6NDAsXCJCXCI6NjV9fSxcIkhvcml6b250YWxBbGlnbm1lbnRcIjoxLFwiSXNWaXNpYmxlXCI6dHJ1ZX0sXCJEYXRlRm9ybWF0XCI6e1wiJGlkXCI6XCI3Mjh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zI5XCIsXCJGb3JtYXRcIjowLFwiSXNWaXNpYmxlXCI6ZmFsc2UsXCJMYXN0S25vd25WaXNpYmlsaXR5U3RhdGVcIjpmYWxzZX0sXCJWYXJpYW5jZVN0eWxlXCI6e1wiJGlkXCI6XCI3MzBcIixcIlZhcmlhbmNlVGV4dFN0eWxlXCI6e1wiJGlkXCI6XCI3MzFcIixcIkZvbnRTZXR0aW5nc1wiOntcIiRpZFwiOlwiNzMyXCIsXCJGb250U2l6ZVwiOjEwLFwiRm9udE5hbWVcIjpcIkNhbGlicmlcIixcIklzQm9sZFwiOmZhbHNlLFwiSXNJdGFsaWNcIjpmYWxzZSxcIklzVW5kZXJsaW5lZFwiOmZhbHNlfSxcIkZvcmVncm91bmRcIjp7XCIkaWRcIjpcIjczM1wiLFwiQ29sb3JcIjp7XCIkaWRcIjpcIjczNFwiLFwiQVwiOjI1NSxcIlJcIjowLFwiR1wiOjAsXCJCXCI6MH19LFwiSG9yaXpvbnRhbEFsaWdubWVudFwiOjAsXCJJc1Zpc2libGVcIjp0cnVlfX19fV0sXCJHcmlkbGluZVBhbmVsU3R5bGVcIjp7XCIkaWRcIjpcIjczNVwiLFwiR3JpZGxpbmVTdHlsZVwiOntcIiRpZFwiOlwiNzM2XCIsXCJMaW5lQ29sb3JcIjp7XCIkaWRcIjpcIjczN1wiLFwiQ29sb3JcIjp7XCIkaWRcIjpcIjczOFwiLFwiQVwiOjM4LFwiUlwiOjkxLFwiR1wiOjE1NSxcIkJcIjoyMTN9fSxcIkxpbmVXZWlnaHRcIjoxLjAsXCJMaW5lVHlwZVwiOjB9LFwiSXNWaXNpYmxlXCI6dHJ1ZX0sXCJBY3Rpdml0eUxpbmVQYW5lbFN0eWxlXCI6e1wiJGlkXCI6XCI3MzlcIixcIkFjdGl2aXR5TGluZVN0eWxlXCI6e1wiJGlkXCI6XCI3NDBcIixcIkxpbmVDb2xvclwiOntcIiRpZFwiOlwiNzQxXCIsXCJDb2xvclwiOntcIiRpZFwiOlwiNzQyXCIsXCJBXCI6MzgsXCJSXCI6NjgsXCJHXCI6MTE0LFwiQlwiOjE5Nn19LFwiTGluZVdlaWdodFwiOjEuMCxcIkxpbmVUeXBlXCI6MH0sXCJJc1Zpc2libGVcIjp0cnVlfSxcIkRlZmF1bHREZXBlbmRlbmN5U3R5bGVcIjp7XCIkaWRcIjpcIjc0M1wiLFwiTGluZVN0eWxlXCI6e1wiJGlkXCI6XCI3NDRcIixcIkxpbmVDb2xvclwiOntcIiRpZFwiOlwiNzQ1XCIsXCJDb2xvclwiOntcIiRpZFwiOlwiNzQ2XCIsXCJBXCI6MjU1LFwiUlwiOjAsXCJHXCI6MCxcIkJcIjowfX0sXCJMaW5lV2VpZ2h0XCI6MS4wLFwiTGluZVR5cGVcIjowfSxcIkVuZEFycm93aGVhZExpbmVTdHlsZVwiOntcIiRpZFwiOlwiNzQ3XCIsXCJLaW5kXCI6MSxcIldpZHRoXCI6MSxcIkxlbmd0aFwiOjB9LFwiQnJpbmdUb0Zyb250XCI6ZmFsc2UsXCJSYWRpdXNcIjozLjB9LFwiQ3JpdGljYWxQYXRoU3R5bGVcIjp7XCIkaWRcIjpcIjc0OFwiLFwiQ3JpdGljYWxQYXRoU3R5bGVPcHRpb25zXCI6MzAsXCJMaW5lU3R5bGVcIjp7XCIkaWRcIjpcIjc0OVwiLFwiTGluZUNvbG9yXCI6e1wiJGlkXCI6XCI3NTBcIixcIkNvbG9yXCI6e1wiJGlkXCI6XCI3NTFcIixcIkFcIjoyNTUsXCJSXCI6MjIyLFwiR1wiOjUwLFwiQlwiOjUwfX0sXCJMaW5lV2VpZ2h0XCI6MS4wLFwiTGluZVR5cGVcIjowfSxcIlRpdGxlRm9yZWdyb3VuZFwiOntcIiRpZFwiOlwiNzUyXCIsXCJDb2xvclwiOntcIiRpZFwiOlwiNzUzXCIsXCJBXCI6MjU1LFwiUlwiOjE3NixcIkdcIjoxOSxcIkJcIjoyNX19LFwiU2hhcGVzQmFja2dyb3VuZFwiOntcIiRpZFwiOlwiNzU0XCIsXCJDb2xvclwiOntcIiRpZFwiOlwiNzU1XCIsXCJBXCI6MjU1LFwiUlwiOjI1MyxcIkdcIjoyMDMsXCJCXCI6MjA4fX0sXCJTaGFwZXNCb3JkZXJTdHlsZVwiOntcIiRpZFwiOlwiNzU2XCIsXCJMaW5lQ29sb3JcIjp7XCIkaWRcIjpcIjc1N1wiLFwiQ29sb3JcIjp7XCIkaWRcIjpcIjc1OFwiLFwiQVwiOjI1NSxcIlJcIjoyMzQsXCJHXCI6MjIsXCJCXCI6MzB9fSxcIkxpbmVXZWlnaHRcIjoyLjAsXCJMaW5lVHlwZVwiOjB9fSxcIlBhbmVsc1NwYWNpbmdEZWZpbml0aW9uXCI6e1wiJGlkXCI6XCI3NTlcIixcIlNwYWNpbmdBYm92ZVRpbWViYW5kXCI6MyxcIlNwYWNpbmdCZWxvd1RpbWViYW5kXCI6MyxcIlNwYWNpbmdBYm92ZUJldHdlZW5Td2ltbGFuZXNBbmRUYXNrc1wiOjUsXCJTcGFjaW5nQmVsb3dCZXR3ZWVuU3dpbWxhbmVzQW5kVGFza3NcIjo1fSxcIkNvbmRpdGlvbmFsRm9ybWF0dGluZ1wiOntcIiRpZFwiOlwiNzYwXCIsXCJQdkFGb3JtYXR0aW5nXCI6e1wiJGlkXCI6XCI3NjFcIixcIkRlbGF5VGFza1N0eWxlXCI6e1wiJGlkXCI6XCI3NjJcIixcIlN0eWxlT3B0aW9uc1wiOjI0LFwiVGl0bGVGb3JlZ3JvdW5kXCI6e1wiJGlkXCI6XCI3NjNcIixcIkNvbG9yXCI6e1wiJGlkXCI6XCI3NjRcIixcIkFcIjoyNTUsXCJSXCI6MTc1LFwiR1wiOjAsXCJCXCI6MH19LFwiQWN0dWFsU2hhcGVzQmFja2dyb3VuZFwiOntcIiRpZFwiOlwiNzY1XCIsXCJDb2xvclwiOntcIiRpZFwiOlwiNzY2XCIsXCJBXCI6NjIsXCJSXCI6MjU1LFwiR1wiOjAsXCJCXCI6MH19LFwiQWN0dWFsU2hhcGVzQm9yZGVyU3R5bGVcIjp7XCIkaWRcIjpcIjc2N1wiLFwiTGluZUNvbG9yXCI6e1wiJGlkXCI6XCI3NjhcIixcIkNvbG9yXCI6e1wiJGlkXCI6XCI3NjlcIixcIkFcIjoxNjMsXCJSXCI6MjU1LFwiR1wiOjAsXCJCXCI6MH19LFwiTGluZVdlaWdodFwiOjMuMCxcIkxpbmVUeXBlXCI6MH0sXCJCYXNlbGluZVNoYXBlc0JhY2tncm91bmRcIjp7XCIkaWRcIjpcIjc3MFwiLFwiQ29sb3JcIjp7XCIkaWRcIjpcIjc3MVwiLFwiQVwiOjE4NCxcIlJcIjoyNTUsXCJHXCI6MCxcIkJcIjowfX0sXCJWYXJpYW5jZUZvcmVncm91bmRcIjp7XCIkaWRcIjpcIjc3MlwiLFwiQ29sb3JcIjp7XCIkaWRcIjpcIjc3M1wiLFwiQVwiOjI1NSxcIlJcIjoxNzUsXCJHXCI6MCxcIkJcIjowfX19LFwiRGVsYXlNaWxlc3RvbmVTdHlsZVwiOntcIiRpZFwiOlwiNzc0XCIsXCJTdHlsZU9wdGlvbnNcIjoxOCxcIlRpdGxlRm9yZWdyb3VuZFwiOntcIiRpZFwiOlwiNzc1XCIsXCJDb2xvclwiOntcIiRpZFwiOlwiNzc2XCIsXCJBXCI6MjU1LFwiUlwiOjE3NSxcIkdcIjowLFwiQlwiOjB9fSxcIkFjdHVhbFNoYXBlc0JhY2tncm91bmRcIjp7XCIkaWRcIjpcIjc3N1wiLFwiQ29sb3JcIjp7XCIkaWRcIjpcIjc3OFwiLFwiQVwiOjI1NSxcIlJcIjoyMjIsXCJHXCI6ODAsXCJCXCI6NTB9fSxcIkFjdHVhbFNoYXBlc0JvcmRlclN0eWxlXCI6e1wiJGlkXCI6XCI3NzlcIixcIkxpbmVDb2xvclwiOntcIiRpZFwiOlwiNzgwXCIsXCJDb2xvclwiOntcIiRpZFwiOlwiNzgxXCIsXCJBXCI6MTYzLFwiUlwiOjI1NSxcIkdcIjowLFwiQlwiOjB9fSxcIkxpbmVXZWlnaHRcIjozLjAsXCJMaW5lVHlwZVwiOjB9LFwiQmFzZWxpbmVTaGFwZXNCYWNrZ3JvdW5kXCI6e1wiJGlkXCI6XCI3ODJcIixcIkNvbG9yXCI6e1wiJGlkXCI6XCI3ODNcIixcIkFcIjoxODQsXCJSXCI6MjU1LFwiR1wiOjAsXCJCXCI6MH19LFwiVmFyaWFuY2VGb3JlZ3JvdW5kXCI6e1wiJGlkXCI6XCI3ODRcIixcIkNvbG9yXCI6e1wiJGlkXCI6XCI3ODVcIixcIkFcIjoyNTUsXCJSXCI6MTc1LFwiR1wiOjAsXCJCXCI6MH19fSxcIkFkdmFuY2VUYXNrU3R5bGVcIjp7XCIkaWRcIjpcIjc4NlwiLFwiU3R5bGVPcHRpb25zXCI6MjQsXCJUaXRsZUZvcmVncm91bmRcIjp7XCIkaWRcIjpcIjc4N1wiLFwiQ29sb3JcIjp7XCIkaWRcIjpcIjc4OFwiLFwiQVwiOjI1NSxcIlJcIjowLFwiR1wiOjExMCxcIkJcIjowfX0sXCJBY3R1YWxTaGFwZXNCYWNrZ3JvdW5kXCI6e1wiJGlkXCI6XCI3ODlcIixcIkNvbG9yXCI6e1wiJGlkXCI6XCI3OTBcIixcIkFcIjo2MSxcIlJcIjowLFwiR1wiOjEyOCxcIkJcIjowfX0sXCJBY3R1YWxTaGFwZXNCb3JkZXJTdHlsZVwiOntcIiRpZFwiOlwiNzkxXCIsXCJMaW5lQ29sb3JcIjp7XCIkaWRcIjpcIjc5MlwiLFwiQ29sb3JcIjp7XCIkaWRcIjpcIjc5M1wiLFwiQVwiOjE2MyxcIlJcIjowLFwiR1wiOjEyOCxcIkJcIjowfX0sXCJMaW5lV2VpZ2h0XCI6My4wLFwiTGluZVR5cGVcIjowfSxcIkJhc2VsaW5lU2hhcGVzQmFja2dyb3VuZFwiOntcIiRpZFwiOlwiNzk0XCIsXCJDb2xvclwiOntcIiRpZFwiOlwiNzk1XCIsXCJBXCI6MTg0LFwiUlwiOjAsXCJHXCI6MTI4LFwiQlwiOjB9fSxcIlZhcmlhbmNlRm9yZWdyb3VuZFwiOntcIiRpZFwiOlwiNzk2XCIsXCJDb2xvclwiOntcIiRpZFwiOlwiNzk3XCIsXCJBXCI6MjU1LFwiUlwiOjAsXCJHXCI6MTEwLFwiQlwiOjB9fX0sXCJBZHZhbmNlTWlsZXN0b25lU3R5bGVcIjp7XCIkaWRcIjpcIjc5OFwiLFwiU3R5bGVPcHRpb25zXCI6MTgsXCJUaXRsZUZvcmVncm91bmRcIjp7XCIkaWRcIjpcIjc5OVwiLFwiQ29sb3JcIjp7XCIkaWRcIjpcIjgwMFwiLFwiQVwiOjI1NSxcIlJcIjowLFwiR1wiOjExMCxcIkJcIjowfX0sXCJBY3R1YWxTaGFwZXNCYWNrZ3JvdW5kXCI6e1wiJGlkXCI6XCI4MDFcIixcIkNvbG9yXCI6e1wiJGlkXCI6XCI4MDJcIixcIkFcIjoyNTUsXCJSXCI6MjAsXCJHXCI6MTAwLFwiQlwiOjB9fSxcIkFjdHVhbFNoYXBlc0JvcmRlclN0eWxlXCI6e1wiJGlkXCI6XCI4MDNcIixcIkxpbmVDb2xvclwiOntcIiRpZFwiOlwiODA0XCIsXCJDb2xvclwiOntcIiRpZFwiOlwiODA1XCIsXCJBXCI6MTYzLFwiUlwiOjAsXCJHXCI6MTI4LFwiQlwiOjB9fSxcIkxpbmVXZWlnaHRcIjozLjAsXCJMaW5lVHlwZVwiOjB9LFwiQmFzZWxpbmVTaGFwZXNCYWNrZ3JvdW5kXCI6e1wiJGlkXCI6XCI4MDZcIixcIkNvbG9yXCI6e1wiJGlkXCI6XCI4MDdcIixcIkFcIjoxODQsXCJSXCI6MCxcIkdcIjoxMjgsXCJCXCI6MH19LFwiVmFyaWFuY2VGb3JlZ3JvdW5kXCI6e1wiJGlkXCI6XCI4MDhcIixcIkNvbG9yXCI6e1wiJGlkXCI6XCI4MDlcIixcIkFcIjoyNTUsXCJSXCI6MCxcIkdcIjoxMTAsXCJCXCI6MH19fX19LFwiX3NlbGVjdGVkVGhlbWVQcmVzZXRDb2xvcnNcIjp7XCIkaWRcIjpcIjgxMFwiLFwiVGV4dExpZ2h0XCI6e1wiJGlkXCI6XCI4MTFcIixcIkFcIjoyNTUsXCJSXCI6MjU1LFwiR1wiOjI1NSxcIkJcIjoyNTV9LFwiVGV4dERhcmtcIjp7XCIkaWRcIjpcIjgxMlwiLFwiQVwiOjI1NSxcIlJcIjowLFwiR1wiOjAsXCJCXCI6MH0sXCJBY2NlbnQxXCI6e1wiJGlkXCI6XCI4MTNcIixcIkFcIjoyNTUsXCJSXCI6MjMyLFwiR1wiOjIzMixcIkJcIjoyMzJ9LFwiQWNjZW50MlwiOntcIiRpZFwiOlwiODE0XCIsXCJBXCI6MjU1LFwiUlwiOjE0LFwiR1wiOjQwLFwiQlwiOjY1fSxcIkFjY2VudDNcIjp7XCIkaWRcIjpcIjgxNVwiLFwiQVwiOjI1NSxcIlJcIjoyMSxcIkdcIjo5NixcIkJcIjoxMzB9LFwiQWNjZW50NFwiOntcIiRpZFwiOlwiODE2XCIsXCJBXCI6MjU1LFwiUlwiOjIzMyxcIkdcIjoxMTMsXCJCXCI6NTB9LFwiQWNjZW50NVwiOntcIiRpZFwiOlwiODE3XCIsXCJBXCI6MjU1LFwiUlwiOjI1LFwiR1wiOjEwNyxcIkJcIjozNn0sXCJBY2NlbnQ2XCI6e1wiJGlkXCI6XCI4MThcIixcIkFcIjoyNTUsXCJSXCI6MTUsXCJHXCI6MTU4LFwiQlwiOjIxM30sXCJBY2NlbnQ3XCI6e1wiJGlkXCI6XCI4MTlcIixcIkFcIjoyNTUsXCJSXCI6MTYwLFwiR1wiOjQzLFwiQlwiOjE0N30sXCJBY2NlbnQ4XCI6e1wiJGlkXCI6XCI4MjBcIixcIkFcIjoyNTUsXCJSXCI6NzgsXCJHXCI6MTY3LFwiQlwiOjQ2fX0sXCJfY3VzdG9tUHJlc2V0Q29sb3JzXCI6e1wiJGlkXCI6XCI4MjFcIn19fSIsIlJlY2VudENvbG9yc0NvbGxlY3Rpb24iOiJbXCIjRkYxQUFBNDJcIixcIiNGRjE1NjA4MlwiLFwiI0ZGMDA3MkJDXCIsXCIjRkZGRUJBMEFcIixcIiNGRkU5NzEzMlwiLFwiI0ZGMDJCMkVFXCJdIn0sIlNldHRpbmdzIjp7IiRpZCI6IjI1NDkiLCJJbXBhT3B0aW9ucyI6eyIkaWQiOiIyNTUwIiwiTGVmdFRvUmlnaHQiOmZhbHNlLCJQYXlsb2FkT3B0aW9ucyI6Mn0sIlVzZUNvbXByZXNzaW9uIjpmYWxzZSwiQ29tcHJlc2lvblBlcmNlbnRhZ2UiOjUwLjAsIkluYWN0aXZlSW50ZXJ2YWxXaWR0aFRocmVzaG9sZCI6MzAuMCwiSW5hY3RpdmVJbnRlcnZhbFdpZHRoIjoxLjAsIlNwbGl0VGFza3MiOmZhbHNlLCJVc2VDbHVzdGVyIjpmYWxzZSwiRXBzaWxvbiI6NS4wLCJNaW5Qb2ludHNUb0Zvcm1BQ2x1c3RlciI6MiwiR2VuZXJhdGVJbnZpc2libGVTaGFwZXMiOmZhbHNlLCJTbWFydFRpbWVsaW5lVGFza1BlcmNlbnRhZ2VGaXQiOmZhbHNlfSwiSXNOZXciOmZhbHNlLCJJbXBvcnRUeXBlIjowLCJGaWxlUGF0aCI6bnVsbCwiVGltZUNvbmZpZ3VyYXRpb24iOnsiJGlkIjoiMjU1MSIsIlVzZVRpbWUiOmZhbHNlLCJXb3JrRGF5U3RhcnQiOiIwMDowMDowMCIsIldvcmtEYXlFbmQiOiIyMzo1OTowMCJ9LCJMYXN0VXNlZFRlbXBsYXRlSWQiOiIwMDAwMDAwMC0wMDAwLTAwMDAtMDAwMC0wMDAwMDAwMDAwMDAiLCJMYXN0VXNlZFRoZW1lRGV0YWlscyI6eyIkaWQiOiIyNTUyIiwiSWQiOiIwNDg3MTViMC1kNTc4LTRjMmYtYTMyNi04ODE4YmUyNDcyNDkiLCJUaXRsZSI6IkJhc2VsaW5lIiwiQ2F0ZWdvcnkiOjF9LCJGaXJzdFdlZWtPZlllYXIiOjAsIlBsYWNlTWlsZXN0b25lQXRUaGVCZWdpbm5pbmdPZlRoZURheSI6ZmFsc2UsIkRlcGVuZGVuY3lTY2hlZHVsaW5nU2V0dGluZ3MiOnsiJGlkIjoiMjU1My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dHJ1ZSwiUGxhbm5lZE1vZHVsZUVuYWJsZWQiOmZhbHNlLCJPbGRGaXhlZEludGVydmFsc1JlbmRlcmluZ1N0cmF0ZWd5VXNlZEJlZm9yZSI6ZmFsc2UsIkRlcGVuZGVuY2llcyI6eyJfZGVwZW5kZW5jaWVzIjpbeyIkaWQiOiIyNTU0IiwiSWQiOiJmZDI2ODA3YS0yOGI4LTQ2MzItYWI4MC1mN2I0ZjcyYTM3NDMiLCJGcm9tIjp7IiRyZWYiOiIxNDk3In0sIktpbmQiOjAsIkNueFN0YXJ0S2luZCI6MCwiQ254RW5kS2luZCI6MCwiTGFnIjpudWxsLCJUbyI6eyIkcmVmIjoiMTY0NyJ9LCJTdHlsZSI6eyIkaWQiOiIyNTU1IiwiTGluZVN0eWxlIjp7IiRpZCI6IjI1NTYiLCJMaW5lQ29sb3IiOnsiJGlkIjoiMjU1NyIsIiR0eXBlIjoiTkxSRS5Db21tb24uRG9tLlNvbGlkQ29sb3JCcnVzaCwgTkxSRS5Db21tb24iLCJDb2xvciI6eyIkaWQiOiIyNTU4IiwiQSI6MjU1LCJSIjowLCJHIjowLCJCIjowfX0sIkxpbmVXZWlnaHQiOjEuMCwiTGluZVR5cGUiOjAsIlBhcmVudFN0eWxlIjpudWxsfSwiRW5kQXJyb3doZWFkTGluZVN0eWxlIjp7IiRpZCI6IjI1NTkiLCJLaW5kIjoxLCJXaWR0aCI6MSwiTGVuZ3RoIjowLCJQYXJlbnRTdHlsZSI6bnVsbH0sIkJyaW5nVG9Gcm9udCI6ZmFsc2UsIkVsYm93UmFkaXVzIjozLjAsIk1hcmdpbiI6eyIkaWQiOiIyNTYwIiwiVG9wIjowLjAsIkxlZnQiOjAuMCwiUmlnaHQiOjAuMCwiQm90dG9tIjowLjB9LCJQYWRkaW5nIjp7IiRpZCI6IjI1NjEiLCJUb3AiOjAuMCwiTGVmdCI6MC4wLCJSaWdodCI6MC4wLCJCb3R0b20iOjAuMH0sIkJhY2tncm91bmQiOm51bGwsIklzVmlzaWJsZSI6dHJ1ZSwiV2lkdGgiOjAuMCwiSGVpZ2h0IjowLjAsIkJvcmRlclN0eWxlIjpudWxsLCJQYXJlbnRTdHlsZSI6bnVsbH0sIklzQXV0b01vZGUiOnRydWV9LHsiJGlkIjoiMjU2MiIsIklkIjoiN2M1OWJiM2EtNjlhNC00MzEwLThmYjctZjEzNWFlZTg1NGJkIiwiRnJvbSI6eyIkcmVmIjoiMTU3MiJ9LCJLaW5kIjowLCJDbnhTdGFydEtpbmQiOjAsIkNueEVuZEtpbmQiOjAsIkxhZyI6bnVsbCwiVG8iOnsiJHJlZiI6IjE2NDcifSwiU3R5bGUiOnsiJGlkIjoiMjU2MyIsIkxpbmVTdHlsZSI6eyIkaWQiOiIyNTY0IiwiTGluZUNvbG9yIjp7IiRpZCI6IjI1NjUiLCIkdHlwZSI6Ik5MUkUuQ29tbW9uLkRvbS5Tb2xpZENvbG9yQnJ1c2gsIE5MUkUuQ29tbW9uIiwiQ29sb3IiOnsiJGlkIjoiMjU2NiIsIkEiOjI1NSwiUiI6MCwiRyI6MCwiQiI6MH19LCJMaW5lV2VpZ2h0IjoxLjAsIkxpbmVUeXBlIjowLCJQYXJlbnRTdHlsZSI6bnVsbH0sIkVuZEFycm93aGVhZExpbmVTdHlsZSI6eyIkaWQiOiIyNTY3IiwiS2luZCI6MSwiV2lkdGgiOjEsIkxlbmd0aCI6MCwiUGFyZW50U3R5bGUiOm51bGx9LCJCcmluZ1RvRnJvbnQiOmZhbHNlLCJFbGJvd1JhZGl1cyI6My4wLCJNYXJnaW4iOnsiJGlkIjoiMjU2OCIsIlRvcCI6MC4wLCJMZWZ0IjowLjAsIlJpZ2h0IjowLjAsIkJvdHRvbSI6MC4wfSwiUGFkZGluZyI6eyIkaWQiOiIyNTY5IiwiVG9wIjowLjAsIkxlZnQiOjAuMCwiUmlnaHQiOjAuMCwiQm90dG9tIjowLjB9LCJCYWNrZ3JvdW5kIjpudWxsLCJJc1Zpc2libGUiOnRydWUsIldpZHRoIjowLjAsIkhlaWdodCI6MC4wLCJCb3JkZXJTdHlsZSI6bnVsbCwiUGFyZW50U3R5bGUiOm51bGx9LCJJc0F1dG9Nb2RlIjp0cnVlfSx7IiRpZCI6IjI1NzAiLCJJZCI6IjA1ZWNmOTJkLTA4NzEtNDMxOS1hZWI3LTk4ZWM5ZTBiZDcwYyIsIkZyb20iOnsiJHJlZiI6IjE3MjIifSwiS2luZCI6MCwiQ254U3RhcnRLaW5kIjowLCJDbnhFbmRLaW5kIjowLCJMYWciOm51bGwsIlRvIjp7IiRyZWYiOiIxODcyIn0sIlN0eWxlIjp7IiRpZCI6IjI1NzEiLCJMaW5lU3R5bGUiOnsiJGlkIjoiMjU3MiIsIkxpbmVDb2xvciI6eyIkaWQiOiIyNTczIiwiJHR5cGUiOiJOTFJFLkNvbW1vbi5Eb20uU29saWRDb2xvckJydXNoLCBOTFJFLkNvbW1vbiIsIkNvbG9yIjp7IiRpZCI6IjI1NzQiLCJBIjoyNTUsIlIiOjAsIkciOjAsIkIiOjB9fSwiTGluZVdlaWdodCI6MS4wLCJMaW5lVHlwZSI6MCwiUGFyZW50U3R5bGUiOm51bGx9LCJFbmRBcnJvd2hlYWRMaW5lU3R5bGUiOnsiJGlkIjoiMjU3NSIsIktpbmQiOjEsIldpZHRoIjoxLCJMZW5ndGgiOjAsIlBhcmVudFN0eWxlIjpudWxsfSwiQnJpbmdUb0Zyb250IjpmYWxzZSwiRWxib3dSYWRpdXMiOjMuMCwiTWFyZ2luIjp7IiRpZCI6IjI1NzYiLCJUb3AiOjAuMCwiTGVmdCI6MC4wLCJSaWdodCI6MC4wLCJCb3R0b20iOjAuMH0sIlBhZGRpbmciOnsiJGlkIjoiMjU3NyIsIlRvcCI6MC4wLCJMZWZ0IjowLjAsIlJpZ2h0IjowLjAsIkJvdHRvbSI6MC4wfSwiQmFja2dyb3VuZCI6bnVsbCwiSXNWaXNpYmxlIjp0cnVlLCJXaWR0aCI6MC4wLCJIZWlnaHQiOjAuMCwiQm9yZGVyU3R5bGUiOm51bGwsIlBhcmVudFN0eWxlIjpudWxsfSwiSXNBdXRvTW9kZSI6dHJ1ZX0seyIkaWQiOiIyNTc4IiwiSWQiOiI3NjU4ZTI1NS1mMDFlLTRhNjQtYTUxMC0xZTkxMzA3ZmQ2Y2YiLCJGcm9tIjp7IiRyZWYiOiIxNzk3In0sIktpbmQiOjAsIkNueFN0YXJ0S2luZCI6MCwiQ254RW5kS2luZCI6MCwiTGFnIjpudWxsLCJUbyI6eyIkcmVmIjoiMTg3MiJ9LCJTdHlsZSI6eyIkaWQiOiIyNTc5IiwiTGluZVN0eWxlIjp7IiRpZCI6IjI1ODAiLCJMaW5lQ29sb3IiOnsiJGlkIjoiMjU4MSIsIiR0eXBlIjoiTkxSRS5Db21tb24uRG9tLlNvbGlkQ29sb3JCcnVzaCwgTkxSRS5Db21tb24iLCJDb2xvciI6eyIkaWQiOiIyNTgyIiwiQSI6MjU1LCJSIjowLCJHIjowLCJCIjowfX0sIkxpbmVXZWlnaHQiOjEuMCwiTGluZVR5cGUiOjAsIlBhcmVudFN0eWxlIjpudWxsfSwiRW5kQXJyb3doZWFkTGluZVN0eWxlIjp7IiRpZCI6IjI1ODMiLCJLaW5kIjoxLCJXaWR0aCI6MSwiTGVuZ3RoIjowLCJQYXJlbnRTdHlsZSI6bnVsbH0sIkJyaW5nVG9Gcm9udCI6ZmFsc2UsIkVsYm93UmFkaXVzIjozLjAsIk1hcmdpbiI6eyIkaWQiOiIyNTg0IiwiVG9wIjowLjAsIkxlZnQiOjAuMCwiUmlnaHQiOjAuMCwiQm90dG9tIjowLjB9LCJQYWRkaW5nIjp7IiRpZCI6IjI1ODUiLCJUb3AiOjAuMCwiTGVmdCI6MC4wLCJSaWdodCI6MC4wLCJCb3R0b20iOjAuMH0sIkJhY2tncm91bmQiOm51bGwsIklzVmlzaWJsZSI6dHJ1ZSwiV2lkdGgiOjAuMCwiSGVpZ2h0IjowLjAsIkJvcmRlclN0eWxlIjpudWxsLCJQYXJlbnRTdHlsZSI6bnVsbH0sIklzQXV0b01vZGUiOnRydWV9LHsiJGlkIjoiMjU4NiIsIklkIjoiZjM4NDQ1NDQtZDZlMS00ZjBkLTgwYmItZTcxMDIyYjBkNmFjIiwiRnJvbSI6eyIkcmVmIjoiMTk0NyJ9LCJLaW5kIjowLCJDbnhTdGFydEtpbmQiOjAsIkNueEVuZEtpbmQiOjAsIkxhZyI6bnVsbCwiVG8iOnsiJHJlZiI6IjIwMjIifSwiU3R5bGUiOnsiJGlkIjoiMjU4NyIsIkxpbmVTdHlsZSI6eyIkaWQiOiIyNTg4IiwiTGluZUNvbG9yIjp7IiRpZCI6IjI1ODkiLCIkdHlwZSI6Ik5MUkUuQ29tbW9uLkRvbS5Tb2xpZENvbG9yQnJ1c2gsIE5MUkUuQ29tbW9uIiwiQ29sb3IiOnsiJGlkIjoiMjU5MCIsIkEiOjI1NSwiUiI6MCwiRyI6MCwiQiI6MH19LCJMaW5lV2VpZ2h0IjoxLjAsIkxpbmVUeXBlIjowLCJQYXJlbnRTdHlsZSI6bnVsbH0sIkVuZEFycm93aGVhZExpbmVTdHlsZSI6eyIkaWQiOiIyNTkxIiwiS2luZCI6MSwiV2lkdGgiOjEsIkxlbmd0aCI6MCwiUGFyZW50U3R5bGUiOm51bGx9LCJCcmluZ1RvRnJvbnQiOmZhbHNlLCJFbGJvd1JhZGl1cyI6My4wLCJNYXJnaW4iOnsiJGlkIjoiMjU5MiIsIlRvcCI6MC4wLCJMZWZ0IjowLjAsIlJpZ2h0IjowLjAsIkJvdHRvbSI6MC4wfSwiUGFkZGluZyI6eyIkaWQiOiIyNTkzIiwiVG9wIjowLjAsIkxlZnQiOjAuMCwiUmlnaHQiOjAuMCwiQm90dG9tIjowLjB9LCJCYWNrZ3JvdW5kIjpudWxsLCJJc1Zpc2libGUiOnRydWUsIldpZHRoIjowLjAsIkhlaWdodCI6MC4wLCJCb3JkZXJTdHlsZSI6bnVsbCwiUGFyZW50U3R5bGUiOm51bGx9LCJJc0F1dG9Nb2RlIjp0cnVlfSx7IiRpZCI6IjI1OTQiLCJJZCI6ImI2ZjY2ZWVkLTY5NWUtNDMzMS04ZDIyLWRmOTk0YjkwNGI5YSIsIkZyb20iOnsiJHJlZiI6IjE2NDcifSwiS2luZCI6MCwiQ254U3RhcnRLaW5kIjowLCJDbnhFbmRLaW5kIjowLCJMYWciOm51bGwsIlRvIjp7IiRyZWYiOiIyMDk3In0sIlN0eWxlIjp7IiRpZCI6IjI1OTUiLCJMaW5lU3R5bGUiOnsiJGlkIjoiMjU5NiIsIkxpbmVDb2xvciI6eyIkaWQiOiIyNTk3IiwiJHR5cGUiOiJOTFJFLkNvbW1vbi5Eb20uU29saWRDb2xvckJydXNoLCBOTFJFLkNvbW1vbiIsIkNvbG9yIjp7IiRpZCI6IjI1OTgiLCJBIjoyNTUsIlIiOjAsIkciOjAsIkIiOjB9fSwiTGluZVdlaWdodCI6MS4wLCJMaW5lVHlwZSI6MCwiUGFyZW50U3R5bGUiOm51bGx9LCJFbmRBcnJvd2hlYWRMaW5lU3R5bGUiOnsiJGlkIjoiMjU5OSIsIktpbmQiOjEsIldpZHRoIjoxLCJMZW5ndGgiOjAsIlBhcmVudFN0eWxlIjpudWxsfSwiQnJpbmdUb0Zyb250IjpmYWxzZSwiRWxib3dSYWRpdXMiOjMuMCwiTWFyZ2luIjp7IiRpZCI6IjI2MDAiLCJUb3AiOjAuMCwiTGVmdCI6MC4wLCJSaWdodCI6MC4wLCJCb3R0b20iOjAuMH0sIlBhZGRpbmciOnsiJGlkIjoiMjYwMSIsIlRvcCI6MC4wLCJMZWZ0IjowLjAsIlJpZ2h0IjowLjAsIkJvdHRvbSI6MC4wfSwiQmFja2dyb3VuZCI6bnVsbCwiSXNWaXNpYmxlIjp0cnVlLCJXaWR0aCI6MC4wLCJIZWlnaHQiOjAuMCwiQm9yZGVyU3R5bGUiOm51bGwsIlBhcmVudFN0eWxlIjpudWxsfSwiSXNBdXRvTW9kZSI6dHJ1ZX0seyIkaWQiOiIyNjAyIiwiSWQiOiI3ZDkxNDExYi1jZWRhLTRjMzEtYjZlZC0xOTI4MzgzODRjMGIiLCJGcm9tIjp7IiRyZWYiOiIxODcyIn0sIktpbmQiOjAsIkNueFN0YXJ0S2luZCI6MCwiQ254RW5kS2luZCI6MCwiTGFnIjpudWxsLCJUbyI6eyIkcmVmIjoiMjA5NyJ9LCJTdHlsZSI6eyIkaWQiOiIyNjAzIiwiTGluZVN0eWxlIjp7IiRpZCI6IjI2MDQiLCJMaW5lQ29sb3IiOnsiJGlkIjoiMjYwNSIsIiR0eXBlIjoiTkxSRS5Db21tb24uRG9tLlNvbGlkQ29sb3JCcnVzaCwgTkxSRS5Db21tb24iLCJDb2xvciI6eyIkaWQiOiIyNjA2IiwiQSI6MjU1LCJSIjowLCJHIjowLCJCIjowfX0sIkxpbmVXZWlnaHQiOjEuMCwiTGluZVR5cGUiOjAsIlBhcmVudFN0eWxlIjpudWxsfSwiRW5kQXJyb3doZWFkTGluZVN0eWxlIjp7IiRpZCI6IjI2MDciLCJLaW5kIjoxLCJXaWR0aCI6MSwiTGVuZ3RoIjowLCJQYXJlbnRTdHlsZSI6bnVsbH0sIkJyaW5nVG9Gcm9udCI6ZmFsc2UsIkVsYm93UmFkaXVzIjozLjAsIk1hcmdpbiI6eyIkaWQiOiIyNjA4IiwiVG9wIjowLjAsIkxlZnQiOjAuMCwiUmlnaHQiOjAuMCwiQm90dG9tIjowLjB9LCJQYWRkaW5nIjp7IiRpZCI6IjI2MDkiLCJUb3AiOjAuMCwiTGVmdCI6MC4wLCJSaWdodCI6MC4wLCJCb3R0b20iOjAuMH0sIkJhY2tncm91bmQiOm51bGwsIklzVmlzaWJsZSI6dHJ1ZSwiV2lkdGgiOjAuMCwiSGVpZ2h0IjowLjAsIkJvcmRlclN0eWxlIjpudWxsLCJQYXJlbnRTdHlsZSI6bnVsbH0sIklzQXV0b01vZGUiOnRydWV9LHsiJGlkIjoiMjYxMCIsIklkIjoiZTU0NTRkMTItNDViYy00OTI5LTgwYjAtMTQ3NzJhMjQwNzEzIiwiRnJvbSI6eyIkcmVmIjoiMjAyMiJ9LCJLaW5kIjowLCJDbnhTdGFydEtpbmQiOjAsIkNueEVuZEtpbmQiOjAsIkxhZyI6bnVsbCwiVG8iOnsiJHJlZiI6IjIwOTcifSwiU3R5bGUiOnsiJGlkIjoiMjYxMSIsIkxpbmVTdHlsZSI6eyIkaWQiOiIyNjEyIiwiTGluZUNvbG9yIjp7IiRpZCI6IjI2MTMiLCIkdHlwZSI6Ik5MUkUuQ29tbW9uLkRvbS5Tb2xpZENvbG9yQnJ1c2gsIE5MUkUuQ29tbW9uIiwiQ29sb3IiOnsiJGlkIjoiMjYxNCIsIkEiOjI1NSwiUiI6MCwiRyI6MCwiQiI6MH19LCJMaW5lV2VpZ2h0IjoxLjAsIkxpbmVUeXBlIjowLCJQYXJlbnRTdHlsZSI6bnVsbH0sIkVuZEFycm93aGVhZExpbmVTdHlsZSI6eyIkaWQiOiIyNjE1IiwiS2luZCI6MSwiV2lkdGgiOjEsIkxlbmd0aCI6MCwiUGFyZW50U3R5bGUiOm51bGx9LCJCcmluZ1RvRnJvbnQiOmZhbHNlLCJFbGJvd1JhZGl1cyI6My4wLCJNYXJnaW4iOnsiJGlkIjoiMjYxNiIsIlRvcCI6MC4wLCJMZWZ0IjowLjAsIlJpZ2h0IjowLjAsIkJvdHRvbSI6MC4wfSwiUGFkZGluZyI6eyIkaWQiOiIyNjE3IiwiVG9wIjowLjAsIkxlZnQiOjAuMCwiUmlnaHQiOjAuMCwiQm90dG9tIjowLjB9LCJCYWNrZ3JvdW5kIjpudWxsLCJJc1Zpc2libGUiOnRydWUsIldpZHRoIjowLjAsIkhlaWdodCI6MC4wLCJCb3JkZXJTdHlsZSI6bnVsbCwiUGFyZW50U3R5bGUiOm51bGx9LCJJc0F1dG9Nb2RlIjp0cnVlfSx7IiRpZCI6IjI2MTgiLCJJZCI6ImQyZjU2ZGM5LWRjZTQtNGM2Ni1hODg0LTFiODEzOGZiMmJkYyIsIkZyb20iOnsiJHJlZiI6IjIwOTcifSwiS2luZCI6MCwiQ254U3RhcnRLaW5kIjowLCJDbnhFbmRLaW5kIjowLCJMYWciOm51bGwsIlRvIjp7IiRyZWYiOiIyMTcyIn0sIlN0eWxlIjp7IiRpZCI6IjI2MTkiLCJMaW5lU3R5bGUiOnsiJGlkIjoiMjYyMCIsIkxpbmVDb2xvciI6eyIkaWQiOiIyNjIxIiwiJHR5cGUiOiJOTFJFLkNvbW1vbi5Eb20uU29saWRDb2xvckJydXNoLCBOTFJFLkNvbW1vbiIsIkNvbG9yIjp7IiRpZCI6IjI2MjIiLCJBIjoyNTUsIlIiOjAsIkciOjAsIkIiOjB9fSwiTGluZVdlaWdodCI6MS4wLCJMaW5lVHlwZSI6MCwiUGFyZW50U3R5bGUiOm51bGx9LCJFbmRBcnJvd2hlYWRMaW5lU3R5bGUiOnsiJGlkIjoiMjYyMyIsIktpbmQiOjEsIldpZHRoIjoxLCJMZW5ndGgiOjAsIlBhcmVudFN0eWxlIjpudWxsfSwiQnJpbmdUb0Zyb250IjpmYWxzZSwiRWxib3dSYWRpdXMiOjMuMCwiTWFyZ2luIjp7IiRpZCI6IjI2MjQiLCJUb3AiOjAuMCwiTGVmdCI6MC4wLCJSaWdodCI6MC4wLCJCb3R0b20iOjAuMH0sIlBhZGRpbmciOnsiJGlkIjoiMjYyNSIsIlRvcCI6MC4wLCJMZWZ0IjowLjAsIlJpZ2h0IjowLjAsIkJvdHRvbSI6MC4wfSwiQmFja2dyb3VuZCI6bnVsbCwiSXNWaXNpYmxlIjp0cnVlLCJXaWR0aCI6MC4wLCJIZWlnaHQiOjAuMCwiQm9yZGVyU3R5bGUiOm51bGwsIlBhcmVudFN0eWxlIjpudWxsfSwiSXNBdXRvTW9kZSI6dHJ1ZX0seyIkaWQiOiIyNjI2IiwiSWQiOiI1MDU3MDk2Ni0yY2RkLTQzYmQtOTZlYi1lM2E1NmY4NzVlYWYiLCJGcm9tIjp7IiRyZWYiOiIyMjQ3In0sIktpbmQiOjAsIkNueFN0YXJ0S2luZCI6MCwiQ254RW5kS2luZCI6MCwiTGFnIjpudWxsLCJUbyI6eyIkcmVmIjoiMjMyMiJ9LCJTdHlsZSI6eyIkaWQiOiIyNjI3IiwiTGluZVN0eWxlIjp7IiRpZCI6IjI2MjgiLCJMaW5lQ29sb3IiOnsiJGlkIjoiMjYyOSIsIiR0eXBlIjoiTkxSRS5Db21tb24uRG9tLlNvbGlkQ29sb3JCcnVzaCwgTkxSRS5Db21tb24iLCJDb2xvciI6eyIkaWQiOiIyNjMwIiwiQSI6MjU1LCJSIjowLCJHIjowLCJCIjowfX0sIkxpbmVXZWlnaHQiOjEuMCwiTGluZVR5cGUiOjAsIlBhcmVudFN0eWxlIjpudWxsfSwiRW5kQXJyb3doZWFkTGluZVN0eWxlIjp7IiRpZCI6IjI2MzEiLCJLaW5kIjoxLCJXaWR0aCI6MSwiTGVuZ3RoIjowLCJQYXJlbnRTdHlsZSI6bnVsbH0sIkJyaW5nVG9Gcm9udCI6ZmFsc2UsIkVsYm93UmFkaXVzIjozLjAsIk1hcmdpbiI6eyIkaWQiOiIyNjMyIiwiVG9wIjowLjAsIkxlZnQiOjAuMCwiUmlnaHQiOjAuMCwiQm90dG9tIjowLjB9LCJQYWRkaW5nIjp7IiRpZCI6IjI2MzMiLCJUb3AiOjAuMCwiTGVmdCI6MC4wLCJSaWdodCI6MC4wLCJCb3R0b20iOjAuMH0sIkJhY2tncm91bmQiOm51bGwsIklzVmlzaWJsZSI6dHJ1ZSwiV2lkdGgiOjAuMCwiSGVpZ2h0IjowLjAsIkJvcmRlclN0eWxlIjpudWxsLCJQYXJlbnRTdHlsZSI6bnVsbH0sIklzQXV0b01vZGUiOnRydWV9LHsiJGlkIjoiMjYzNCIsIklkIjoiMzM0ZGU1OTUtZTIxZi00MDkyLTgwNmEtYTk4MTc1N2JhM2M1IiwiRnJvbSI6eyIkcmVmIjoiMjMyMiJ9LCJLaW5kIjowLCJDbnhTdGFydEtpbmQiOjAsIkNueEVuZEtpbmQiOjAsIkxhZyI6bnVsbCwiVG8iOnsiJHJlZiI6IjIzOTcifSwiU3R5bGUiOnsiJGlkIjoiMjYzNSIsIkxpbmVTdHlsZSI6eyIkaWQiOiIyNjM2IiwiTGluZUNvbG9yIjp7IiRpZCI6IjI2MzciLCIkdHlwZSI6Ik5MUkUuQ29tbW9uLkRvbS5Tb2xpZENvbG9yQnJ1c2gsIE5MUkUuQ29tbW9uIiwiQ29sb3IiOnsiJGlkIjoiMjYzOCIsIkEiOjI1NSwiUiI6MCwiRyI6MCwiQiI6MH19LCJMaW5lV2VpZ2h0IjoxLjAsIkxpbmVUeXBlIjowLCJQYXJlbnRTdHlsZSI6bnVsbH0sIkVuZEFycm93aGVhZExpbmVTdHlsZSI6eyIkaWQiOiIyNjM5IiwiS2luZCI6MSwiV2lkdGgiOjEsIkxlbmd0aCI6MCwiUGFyZW50U3R5bGUiOm51bGx9LCJCcmluZ1RvRnJvbnQiOmZhbHNlLCJFbGJvd1JhZGl1cyI6My4wLCJNYXJnaW4iOnsiJGlkIjoiMjY0MCIsIlRvcCI6MC4wLCJMZWZ0IjowLjAsIlJpZ2h0IjowLjAsIkJvdHRvbSI6MC4wfSwiUGFkZGluZyI6eyIkaWQiOiIyNjQxIiwiVG9wIjowLjAsIkxlZnQiOjAuMCwiUmlnaHQiOjAuMCwiQm90dG9tIjowLjB9LCJCYWNrZ3JvdW5kIjpudWxsLCJJc1Zpc2libGUiOnRydWUsIldpZHRoIjowLjAsIkhlaWdodCI6MC4wLCJCb3JkZXJTdHlsZSI6bnVsbCwiUGFyZW50U3R5bGUiOm51bGx9LCJJc0F1dG9Nb2RlIjp0cnVlfSx7IiRpZCI6IjI2NDIiLCJJZCI6IjI5YmQyZGVjLTA5OWUtNDU3Yi04ZmNkLTc0NDkwYjZhZjEzZSIsIkZyb20iOnsiJHJlZiI6IjIzMjIifSwiS2luZCI6MCwiQ254U3RhcnRLaW5kIjowLCJDbnhFbmRLaW5kIjowLCJMYWciOm51bGwsIlRvIjp7IiRyZWYiOiIyNDcyIn0sIlN0eWxlIjp7IiRpZCI6IjI2NDMiLCJMaW5lU3R5bGUiOnsiJGlkIjoiMjY0NCIsIkxpbmVDb2xvciI6eyIkaWQiOiIyNjQ1IiwiJHR5cGUiOiJOTFJFLkNvbW1vbi5Eb20uU29saWRDb2xvckJydXNoLCBOTFJFLkNvbW1vbiIsIkNvbG9yIjp7IiRpZCI6IjI2NDYiLCJBIjoyNTUsIlIiOjAsIkciOjAsIkIiOjB9fSwiTGluZVdlaWdodCI6MS4wLCJMaW5lVHlwZSI6MCwiUGFyZW50U3R5bGUiOm51bGx9LCJFbmRBcnJvd2hlYWRMaW5lU3R5bGUiOnsiJGlkIjoiMjY0NyIsIktpbmQiOjEsIldpZHRoIjoxLCJMZW5ndGgiOjAsIlBhcmVudFN0eWxlIjpudWxsfSwiQnJpbmdUb0Zyb250IjpmYWxzZSwiRWxib3dSYWRpdXMiOjMuMCwiTWFyZ2luIjp7IiRpZCI6IjI2NDgiLCJUb3AiOjAuMCwiTGVmdCI6MC4wLCJSaWdodCI6MC4wLCJCb3R0b20iOjAuMH0sIlBhZGRpbmciOnsiJGlkIjoiMjY0OSIsIlRvcCI6MC4wLCJMZWZ0IjowLjAsIlJpZ2h0IjowLjAsIkJvdHRvbSI6MC4wfSwiQmFja2dyb3VuZCI6bnVsbCwiSXNWaXNpYmxlIjp0cnVlLCJXaWR0aCI6MC4wLCJIZWlnaHQiOjAuMCwiQm9yZGVyU3R5bGUiOm51bGwsIlBhcmVudFN0eWxlIjpudWxsfSwiSXNBdXRvTW9kZSI6dHJ1ZX1dfX0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8dbe931c-edc1-439f-af6b-0aa6dfc9f5a6"/>
  <p:tag name="OTLDEPDESTINATIONID" val="6cb9135a-3bbd-4287-9a1b-4ced1870a2e5"/>
  <p:tag name="OTLDEPENDENCYLAGUNIT" val="Undefined"/>
  <p:tag name="OTLDEPENDENCYLAGVALUE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323ec919-de28-4b2e-b69b-d49b3cfbaa7e"/>
  <p:tag name="OTLDEPDESTINATIONID" val="a6e88b7b-ffad-4c7e-b623-89cf4f6e2bbc"/>
  <p:tag name="OTLDEPENDENCYLAGUNIT" val="Undefined"/>
  <p:tag name="OTLDEPENDENCYLAGVALUE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a7f70648-c424-4fd4-9050-ac02a216117e"/>
  <p:tag name="OTLDEPDESTINATIONID" val="14988f33-abc4-4375-807c-ec50767d8608"/>
  <p:tag name="OTLDEPENDENCYLAGUNIT" val="Undefined"/>
  <p:tag name="OTLDEPENDENCYLAGVALUE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a6e88b7b-ffad-4c7e-b623-89cf4f6e2bbc"/>
  <p:tag name="OTLDEPDESTINATIONID" val="14988f33-abc4-4375-807c-ec50767d8608"/>
  <p:tag name="OTLDEPENDENCYLAGUNIT" val="Undefined"/>
  <p:tag name="OTLDEPENDENCYLAGVALUE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6cb9135a-3bbd-4287-9a1b-4ced1870a2e5"/>
  <p:tag name="OTLDEPDESTINATIONID" val="14988f33-abc4-4375-807c-ec50767d8608"/>
  <p:tag name="OTLDEPENDENCYLAGUNIT" val="Undefined"/>
  <p:tag name="OTLDEPENDENCYLAGVALUE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14988f33-abc4-4375-807c-ec50767d8608"/>
  <p:tag name="OTLDEPDESTINATIONID" val="f10b9cb6-0f05-4ca5-a512-027a84f79d6b"/>
  <p:tag name="OTLDEPENDENCYLAGUNIT" val="Undefined"/>
  <p:tag name="OTLDEPENDENCYLAGVALUE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b394f203-efe6-4150-85b7-92b6631e7b9a"/>
  <p:tag name="OTLDEPDESTINATIONID" val="18fc97e7-f7ba-465d-abf3-5571a6de77e3"/>
  <p:tag name="OTLDEPENDENCYLAGUNIT" val="Undefined"/>
  <p:tag name="OTLDEPENDENCYLAGVALUE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0c8bd329-e5be-4c29-8fa6-f575f298d6cd"/>
  <p:tag name="OTLDEPDESTINATIONID" val="a6e88b7b-ffad-4c7e-b623-89cf4f6e2bbc"/>
  <p:tag name="OTLDEPENDENCYLAGUNIT" val="Undefined"/>
  <p:tag name="OTLDEPENDENCYLAGVALUE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d5125945-d1d0-4fd2-a301-f6a3a624f7b3"/>
  <p:tag name="OTLDEPDESTINATIONID" val="b394f203-efe6-4150-85b7-92b6631e7b9a"/>
  <p:tag name="OTLDEPENDENCYLAGUNIT" val="Undefined"/>
  <p:tag name="OTLDEPENDENCYLAGVALUE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b394f203-efe6-4150-85b7-92b6631e7b9a"/>
  <p:tag name="OTLDEPDESTINATIONID" val="65fb22e7-d0fb-49d0-b827-b3ccb472cdb1"/>
  <p:tag name="OTLDEPENDENCYLAGUNIT" val="Undefined"/>
  <p:tag name="OTLDEPENDENCYLAGVALUE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EPENDENCYKIND" val="FS"/>
  <p:tag name="OTLDEPSOURCEKIND" val="Side"/>
  <p:tag name="OTLDEPDESTINATIONKIND" val="Side"/>
  <p:tag name="OTLDEPSOURCEID" val="d0718c67-a084-41f6-b663-89a53fabc21f"/>
  <p:tag name="OTLDEPDESTINATIONID" val="a7f70648-c424-4fd4-9050-ac02a216117e"/>
  <p:tag name="OTLDEPENDENCYLAGUNIT" val="Undefined"/>
  <p:tag name="OTLDEPENDENCYLAGVALUE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IMEBANDSHAPETYPE" val="RoundedCornerRectangleTimeband"/>
  <p:tag name="OTLTIMEBANDSHAPEHEIGHT" val="20"/>
  <p:tag name="OTLTIMEBANDSHAPEPADDINGLEFT" val="0"/>
  <p:tag name="OTLTIMEBANDCULTUREINFO" val="en-US"/>
  <p:tag name="OTLTIMEBANDQUICKPOSITION" val="Custom"/>
  <p:tag name="OTLTIMEBANDTHREEDEFFECTS" val="None"/>
  <p:tag name="OTLTIMEBANDAUTODATERANGE" val="True"/>
  <p:tag name="OTLTIMEBANDSTARTDATE" val="0001-01-01T00:00:00.0000000"/>
  <p:tag name="OTLTIMEBANDWORKINGDAYS" val="Standard"/>
  <p:tag name="OTLTIMEBANDUSETIME" val="False"/>
  <p:tag name="OTLTIMEBANDTIMECONFIGWORKDAYSTART" val="00:00:00"/>
  <p:tag name="OTLTIMEBANDTIMECONFIGWORKDAYEND" val="23:59:00"/>
  <p:tag name="OTLTIMEBANDSCALEMARKING" val="None"/>
  <p:tag name="OTLTIMEBANDFYSTARTMONTH" val="January"/>
  <p:tag name="OTLTIMEBANDSHOWFYLABEL" val="True"/>
  <p:tag name="OTLTIMEBANDUSESTARTINGOFTHEYEARFORFYNUMBERING" val="True"/>
  <p:tag name="OTLTIMEBANDRESERVEDLEFTAREAISSET" val="False"/>
  <p:tag name="OTLTIMEBANDDEPENABLED" val="True"/>
  <p:tag name="OTLTIMEBANDDEPSCHEDULINGMODE" val="Flexible"/>
  <p:tag name="OTLTIMEBANDDEPPREVIOUSSCHEDULINGMODE" val="Flexible"/>
  <p:tag name="OTLTIMEBANDDEPONBREAKINGSTRICTSCHEDULINGMODE" val="AskEverytime"/>
  <p:tag name="OTLTIMEBANDDEPONBREAKINGFLEXIBLESCHEDULINGMODE" val="AskEverytime"/>
  <p:tag name="OTLTIMEBANDSPACINGABOVE" val="3"/>
  <p:tag name="OTLTIMEBANDSPACINGBELOW" val="3"/>
  <p:tag name="OTLTIMEBANDSPACINGABOVEFORSWLANDTASKS" val="5"/>
  <p:tag name="OTLTIMEBANDSPACINGBELOWFORSWLANDTASKS" val="5"/>
  <p:tag name="OTLTIMEBANDSCALETYPE" val="Months"/>
  <p:tag name="OTLTIMEBANDSCALEFORMAT" val="MMM"/>
  <p:tag name="OTLTIMEBANDENDDATE" val="2026-09-30T23:59:00.0000000"/>
  <p:tag name="OTLTIMEBANDRESERVEDLEFTAREAWIDTH" val="76"/>
  <p:tag name="OTLLEFTENDCAPSMARGINLEFT" val="39.5066666666667"/>
  <p:tag name="OTLRIGHTENDCAPSMARGINRIGHT" val="76.352475247524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ELAPSEDSTYLE" val="Thi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TODAYPOSITION" val="Auto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8-18T00:00:00.0000000Z"/>
  <p:tag name="OTLENDDATE" val="2026-08-19T23:59:00.0000000Z"/>
  <p:tag name="OTLBASELINESTARTDATE" val="2026-08-18T00:00:00.0000000"/>
  <p:tag name="OTLBASELINEENDDATE" val="2026-08-19T23:59:00.000000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8-20T00:00:00.0000000"/>
  <p:tag name="OTLBASELINESTARTDATE" val="2026-08-20T00:00:00.0000000"/>
  <p:tag name="OTLENDDATE" val="2026-08-21T23:59:00.0000000Z"/>
  <p:tag name="OTLBASELINEENDDATE" val="2026-08-21T23:59:00.000000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13T00:00:00.0000000Z"/>
  <p:tag name="OTLENDDATE" val="2026-08-14T23:59:00.0000000+01:00"/>
  <p:tag name="OTLBASELINESTARTDATE" val="2026-08-13T00:00:00.0000000"/>
  <p:tag name="OTLBASELINEENDDATE" val="2026-08-14T23:59:00.0000000+01:00"/>
  <p:tag name="OTLDURATIONFORMAT" val="day"/>
  <p:tag name="OTLSPACING" val="3"/>
  <p:tag name="OTLSHAPETHICKNESSTYPE" val="Thin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13T23:59:00.0000000Z"/>
  <p:tag name="OTLENDDATE" val="2026-08-14T23:59:00.0000000Z"/>
  <p:tag name="OTLBASELINESTARTDATE" val="2026-08-13T23:59:00.0000000"/>
  <p:tag name="OTLBASELINEENDDATE" val="2026-08-14T23:59:00.0000000"/>
  <p:tag name="OTLDURATIONFORMAT" val="day"/>
  <p:tag name="OTLSPACING" val="3"/>
  <p:tag name="OTLSHAPETHICKNESSTYPE" val="Thin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DURATIONFORMAT" val="day"/>
  <p:tag name="OTLSPACING" val="3"/>
  <p:tag name="OTLSHAPETHICKNESSTYPE" val="Thin"/>
  <p:tag name="OTLSTARTDATE" val="2026-08-13T23:59:00.0000000Z"/>
  <p:tag name="OTLENDDATE" val="2026-08-14T23:59:00.0000000Z"/>
  <p:tag name="OTLBASELINESTARTDATE" val="2026-08-13T23:59:00.0000000"/>
  <p:tag name="OTLBASELINEENDDATE" val="2026-08-14T23:59:00.000000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24T00:00:00.0000000Z"/>
  <p:tag name="OTLENDDATE" val="2026-08-28T23:59:00.0000000Z"/>
  <p:tag name="OTLBASELINESTARTDATE" val="2026-08-24T00:00:00.0000000"/>
  <p:tag name="OTLBASELINEENDDATE" val="2026-08-28T23:59:00.0000000"/>
  <p:tag name="OTLDURATIONFORMAT" val="day"/>
  <p:tag name="OTLSPACING" val="3"/>
  <p:tag name="OTLSHAPETHICKNESSTYPE" val="Thin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31T00:00:00.0000000Z"/>
  <p:tag name="OTLENDDATE" val="2026-08-31T23:59:00.0000000Z"/>
  <p:tag name="OTLBASELINESTARTDATE" val="2026-08-31T00:00:00.0000000"/>
  <p:tag name="OTLBASELINEENDDATE" val="2026-08-31T23:59:00.0000000"/>
  <p:tag name="OTLDURATIONFORMAT" val="day"/>
  <p:tag name="OTLSPACING" val="3"/>
  <p:tag name="OTLSHAPETHICKNESSTYPE" val="Thin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9-01T00:00:00.0000000Z"/>
  <p:tag name="OTLENDDATE" val="2026-09-30T23:59:00.0000000Z"/>
  <p:tag name="OTLBASELINESTARTDATE" val="2026-09-01T00:00:00.0000000"/>
  <p:tag name="OTLBASELINEENDDATE" val="2026-09-30T23:59:00.0000000"/>
  <p:tag name="OTLDURATIONFORMAT" val="day"/>
  <p:tag name="OTLSPACING" val="3"/>
  <p:tag name="OTLSHAPETHICKNESSTYPE" val="Thin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PACING" val="3"/>
  <p:tag name="OTLSHAPETHICKNESSTYPE" val="Thin"/>
  <p:tag name="OTLSTARTDATE" val="2026-08-12T23:59:00.0000000"/>
  <p:tag name="OTLENDDATE" val="2026-08-14T00:00:00.0000000"/>
  <p:tag name="OTLBASELINESTARTDATE" val="2026-08-12T23:59:00.0000000"/>
  <p:tag name="OTLBASELINEENDDATE" val="2026-08-14T00:00:00.0000000"/>
  <p:tag name="OTLDURATIONFORMAT" val="day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17T23:59:00.0000000Z"/>
  <p:tag name="OTLENDDATE" val="2026-08-18T23:59:00.0000000Z"/>
  <p:tag name="OTLBASELINESTARTDATE" val="2026-08-17T23:59:00.0000000"/>
  <p:tag name="OTLBASELINEENDDATE" val="2026-08-18T23:59:00.0000000"/>
  <p:tag name="OTLDURATIONFORMAT" val="day"/>
  <p:tag name="OTLSPACING" val="3"/>
  <p:tag name="OTLSHAPETHICKNESSTYPE" val="Thin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24T00:00:00.0000000"/>
  <p:tag name="OTLENDDATE" val="2026-08-28T23:59:00.0000000"/>
  <p:tag name="OTLBASELINESTARTDATE" val="2026-08-24T00:00:00.0000000"/>
  <p:tag name="OTLBASELINEENDDATE" val="2026-08-28T23:59:00.0000000"/>
  <p:tag name="OTLDURATIONFORMAT" val="day"/>
  <p:tag name="OTLSPACING" val="3"/>
  <p:tag name="OTLSHAPETHICKNESSTYPE" val="Thin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9-01T00:00:00.0000000Z"/>
  <p:tag name="OTLENDDATE" val="2026-09-30T23:59:00.0000000Z"/>
  <p:tag name="OTLBASELINESTARTDATE" val="2026-09-01T00:00:00.0000000"/>
  <p:tag name="OTLBASELINEENDDATE" val="2026-09-30T23:59:00.0000000"/>
  <p:tag name="OTLDURATIONFORMAT" val="day"/>
  <p:tag name="OTLSPACING" val="3"/>
  <p:tag name="OTLSHAPETHICKNESSTYPE" val="Thin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WEEKNUMBERINGFORMAT" val="WNFormat1"/>
  <p:tag name="OTLWEEKNUMBERINGISVISIBLE" val="False"/>
  <p:tag name="OTLSTARTDATE" val="2026-08-13T00:00:00.0000000Z"/>
  <p:tag name="OTLENDDATE" val="2026-08-13T23:59:00.0000000Z"/>
  <p:tag name="OTLBASELINESTARTDATE" val="2026-08-13T00:00:00.0000000"/>
  <p:tag name="OTLBASELINEENDDATE" val="2026-08-13T23:59:00.0000000"/>
  <p:tag name="OTLDURATIONFORMAT" val="day"/>
  <p:tag name="OTLSPACING" val="3"/>
  <p:tag name="OTLSHAPETHICKNESSTYPE" val="Thin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c6244e8-6643-496e-a4b3-ffad161e5538">
      <Terms xmlns="http://schemas.microsoft.com/office/infopath/2007/PartnerControls"/>
    </lcf76f155ced4ddcb4097134ff3c332f>
    <TaxCatchAll xmlns="ebcc9d43-3130-45fe-b378-c2015922f40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7EC434759B3504E801524B244CADF19" ma:contentTypeVersion="13" ma:contentTypeDescription="Crear nuevo documento." ma:contentTypeScope="" ma:versionID="e7a0bdd53ff8f530852aaadaeddd6fb7">
  <xsd:schema xmlns:xsd="http://www.w3.org/2001/XMLSchema" xmlns:xs="http://www.w3.org/2001/XMLSchema" xmlns:p="http://schemas.microsoft.com/office/2006/metadata/properties" xmlns:ns2="ac6244e8-6643-496e-a4b3-ffad161e5538" xmlns:ns3="ebcc9d43-3130-45fe-b378-c2015922f408" targetNamespace="http://schemas.microsoft.com/office/2006/metadata/properties" ma:root="true" ma:fieldsID="e0af471258795aa1a058563a0b1d9d3c" ns2:_="" ns3:_="">
    <xsd:import namespace="ac6244e8-6643-496e-a4b3-ffad161e5538"/>
    <xsd:import namespace="ebcc9d43-3130-45fe-b378-c2015922f4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244e8-6643-496e-a4b3-ffad161e553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Etiquetas de imagen" ma:readOnly="false" ma:fieldId="{5cf76f15-5ced-4ddc-b409-7134ff3c332f}" ma:taxonomyMulti="true" ma:sspId="ee94338f-21c5-48cc-b22a-0a9b4e3f5a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cc9d43-3130-45fe-b378-c2015922f408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8146927c-8144-4549-ba98-a0f6affb1a56}" ma:internalName="TaxCatchAll" ma:showField="CatchAllData" ma:web="ebcc9d43-3130-45fe-b378-c2015922f4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BC098-65D0-4680-A54C-8DFF27167698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http://purl.org/dc/elements/1.1/"/>
    <ds:schemaRef ds:uri="ebcc9d43-3130-45fe-b378-c2015922f408"/>
    <ds:schemaRef ds:uri="http://schemas.microsoft.com/office/infopath/2007/PartnerControls"/>
    <ds:schemaRef ds:uri="http://schemas.openxmlformats.org/package/2006/metadata/core-properties"/>
    <ds:schemaRef ds:uri="ac6244e8-6643-496e-a4b3-ffad161e5538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8E5740A-C8FE-434F-B800-3C54FF060D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6244e8-6643-496e-a4b3-ffad161e5538"/>
    <ds:schemaRef ds:uri="ebcc9d43-3130-45fe-b378-c2015922f40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01A8FCE-B1E7-407F-B443-EF963093C4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180</Words>
  <Application>Microsoft Office PowerPoint</Application>
  <PresentationFormat>Widescreen</PresentationFormat>
  <Paragraphs>45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Hélder Rodríguez López</dc:creator>
  <cp:lastModifiedBy>Hélder Rodríguez López</cp:lastModifiedBy>
  <cp:revision>4</cp:revision>
  <cp:lastPrinted>2026-08-11T07:37:04Z</cp:lastPrinted>
  <dcterms:created xsi:type="dcterms:W3CDTF">2026-08-10T12:12:29Z</dcterms:created>
  <dcterms:modified xsi:type="dcterms:W3CDTF">2026-08-13T07:55:35Z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0x01010067EC434759B3504E801524B244CADF19</vt:lpwstr>
  </property>
  <property fmtid="{D5CDD505-2E9C-101B-9397-08002B2CF9AE}" pid="3" name="MediaServiceImageTags">
    <vt:lpwstr/>
  </property>
</Properties>
</file>
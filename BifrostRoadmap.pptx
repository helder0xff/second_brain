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CA065-A402-4805-A81A-6A9D51015C48}" v="2743" dt="2026-08-11T07:44:04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706" autoAdjust="0"/>
  </p:normalViewPr>
  <p:slideViewPr>
    <p:cSldViewPr snapToGrid="0">
      <p:cViewPr varScale="1">
        <p:scale>
          <a:sx n="111" d="100"/>
          <a:sy n="111" d="100"/>
        </p:scale>
        <p:origin x="21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lder Rodríguez López" userId="a1682f17-e6d8-43e6-afe7-dc0caf640a41" providerId="ADAL" clId="{FE5B207C-BE89-497E-A5AC-83415F42CB29}"/>
    <pc:docChg chg="custSel addSld delSld modSld">
      <pc:chgData name="Hélder Rodríguez López" userId="a1682f17-e6d8-43e6-afe7-dc0caf640a41" providerId="ADAL" clId="{FE5B207C-BE89-497E-A5AC-83415F42CB29}" dt="2026-08-11T07:44:36.622" v="531" actId="47"/>
      <pc:docMkLst>
        <pc:docMk/>
      </pc:docMkLst>
      <pc:sldChg chg="addSp modSp add del mod">
        <pc:chgData name="Hélder Rodríguez López" userId="a1682f17-e6d8-43e6-afe7-dc0caf640a41" providerId="ADAL" clId="{FE5B207C-BE89-497E-A5AC-83415F42CB29}" dt="2026-08-11T07:44:36.622" v="531" actId="47"/>
        <pc:sldMkLst>
          <pc:docMk/>
          <pc:sldMk cId="525119890" sldId="258"/>
        </pc:sldMkLst>
        <pc:spChg chg="add mod modVis">
          <ac:chgData name="Hélder Rodríguez López" userId="a1682f17-e6d8-43e6-afe7-dc0caf640a41" providerId="ADAL" clId="{FE5B207C-BE89-497E-A5AC-83415F42CB29}" dt="2026-08-11T07:44:04.093" v="26"/>
          <ac:spMkLst>
            <pc:docMk/>
            <pc:sldMk cId="525119890" sldId="258"/>
            <ac:spMk id="2" creationId="{1111D020-A4FD-EA06-8019-D033B2591CE0}"/>
          </ac:spMkLst>
        </pc:spChg>
        <pc:spChg chg="add mod">
          <ac:chgData name="Hélder Rodríguez López" userId="a1682f17-e6d8-43e6-afe7-dc0caf640a41" providerId="ADAL" clId="{FE5B207C-BE89-497E-A5AC-83415F42CB29}" dt="2026-08-11T07:44:04.117" v="81"/>
          <ac:spMkLst>
            <pc:docMk/>
            <pc:sldMk cId="525119890" sldId="258"/>
            <ac:spMk id="3" creationId="{F7450A98-BDAD-0911-F8F1-3C616160FB5D}"/>
          </ac:spMkLst>
        </pc:spChg>
        <pc:spChg chg="add mod">
          <ac:chgData name="Hélder Rodríguez López" userId="a1682f17-e6d8-43e6-afe7-dc0caf640a41" providerId="ADAL" clId="{FE5B207C-BE89-497E-A5AC-83415F42CB29}" dt="2026-08-11T07:44:04.121" v="94"/>
          <ac:spMkLst>
            <pc:docMk/>
            <pc:sldMk cId="525119890" sldId="258"/>
            <ac:spMk id="4" creationId="{06499BB5-FB65-21AE-77A3-0E67C859EC07}"/>
          </ac:spMkLst>
        </pc:spChg>
        <pc:spChg chg="add mod">
          <ac:chgData name="Hélder Rodríguez López" userId="a1682f17-e6d8-43e6-afe7-dc0caf640a41" providerId="ADAL" clId="{FE5B207C-BE89-497E-A5AC-83415F42CB29}" dt="2026-08-11T07:44:04.127" v="107"/>
          <ac:spMkLst>
            <pc:docMk/>
            <pc:sldMk cId="525119890" sldId="258"/>
            <ac:spMk id="5" creationId="{80581AB3-145B-9F10-20F8-4A2351F1289A}"/>
          </ac:spMkLst>
        </pc:spChg>
        <pc:spChg chg="add mod">
          <ac:chgData name="Hélder Rodríguez López" userId="a1682f17-e6d8-43e6-afe7-dc0caf640a41" providerId="ADAL" clId="{FE5B207C-BE89-497E-A5AC-83415F42CB29}" dt="2026-08-11T07:44:04.135" v="120"/>
          <ac:spMkLst>
            <pc:docMk/>
            <pc:sldMk cId="525119890" sldId="258"/>
            <ac:spMk id="6" creationId="{0809E1AD-3385-891F-AF49-825169710927}"/>
          </ac:spMkLst>
        </pc:spChg>
        <pc:spChg chg="add mod">
          <ac:chgData name="Hélder Rodríguez López" userId="a1682f17-e6d8-43e6-afe7-dc0caf640a41" providerId="ADAL" clId="{FE5B207C-BE89-497E-A5AC-83415F42CB29}" dt="2026-08-11T07:44:04.146" v="161"/>
          <ac:spMkLst>
            <pc:docMk/>
            <pc:sldMk cId="525119890" sldId="258"/>
            <ac:spMk id="7" creationId="{EB5C2CF7-2C35-932A-327F-26BDFB0F7B98}"/>
          </ac:spMkLst>
        </pc:spChg>
        <pc:spChg chg="add mod">
          <ac:chgData name="Hélder Rodríguez López" userId="a1682f17-e6d8-43e6-afe7-dc0caf640a41" providerId="ADAL" clId="{FE5B207C-BE89-497E-A5AC-83415F42CB29}" dt="2026-08-11T07:44:04.166" v="205"/>
          <ac:spMkLst>
            <pc:docMk/>
            <pc:sldMk cId="525119890" sldId="258"/>
            <ac:spMk id="8" creationId="{66B120CD-B8CA-F89F-74D2-C001AB281B40}"/>
          </ac:spMkLst>
        </pc:spChg>
        <pc:spChg chg="add mod">
          <ac:chgData name="Hélder Rodríguez López" userId="a1682f17-e6d8-43e6-afe7-dc0caf640a41" providerId="ADAL" clId="{FE5B207C-BE89-497E-A5AC-83415F42CB29}" dt="2026-08-11T07:44:04.196" v="270"/>
          <ac:spMkLst>
            <pc:docMk/>
            <pc:sldMk cId="525119890" sldId="258"/>
            <ac:spMk id="10" creationId="{080763D7-D125-53D3-3FF1-319690DAD600}"/>
          </ac:spMkLst>
        </pc:spChg>
        <pc:spChg chg="add mod">
          <ac:chgData name="Hélder Rodríguez López" userId="a1682f17-e6d8-43e6-afe7-dc0caf640a41" providerId="ADAL" clId="{FE5B207C-BE89-497E-A5AC-83415F42CB29}" dt="2026-08-11T07:44:04.222" v="335"/>
          <ac:spMkLst>
            <pc:docMk/>
            <pc:sldMk cId="525119890" sldId="258"/>
            <ac:spMk id="12" creationId="{F7A89883-D582-CDD9-17AA-C5A9876EB1F8}"/>
          </ac:spMkLst>
        </pc:spChg>
        <pc:spChg chg="add mod">
          <ac:chgData name="Hélder Rodríguez López" userId="a1682f17-e6d8-43e6-afe7-dc0caf640a41" providerId="ADAL" clId="{FE5B207C-BE89-497E-A5AC-83415F42CB29}" dt="2026-08-11T07:44:04.247" v="400"/>
          <ac:spMkLst>
            <pc:docMk/>
            <pc:sldMk cId="525119890" sldId="258"/>
            <ac:spMk id="14" creationId="{91D68C8F-A0B2-89B3-B02F-001EFE0B63C4}"/>
          </ac:spMkLst>
        </pc:spChg>
        <pc:spChg chg="add mod">
          <ac:chgData name="Hélder Rodríguez López" userId="a1682f17-e6d8-43e6-afe7-dc0caf640a41" providerId="ADAL" clId="{FE5B207C-BE89-497E-A5AC-83415F42CB29}" dt="2026-08-11T07:44:04.270" v="465"/>
          <ac:spMkLst>
            <pc:docMk/>
            <pc:sldMk cId="525119890" sldId="258"/>
            <ac:spMk id="16" creationId="{313D3EE2-1468-70D2-CA7E-7FE0B31CB945}"/>
          </ac:spMkLst>
        </pc:spChg>
        <pc:spChg chg="add mod">
          <ac:chgData name="Hélder Rodríguez López" userId="a1682f17-e6d8-43e6-afe7-dc0caf640a41" providerId="ADAL" clId="{FE5B207C-BE89-497E-A5AC-83415F42CB29}" dt="2026-08-11T07:44:04.295" v="530"/>
          <ac:spMkLst>
            <pc:docMk/>
            <pc:sldMk cId="525119890" sldId="258"/>
            <ac:spMk id="18" creationId="{2B21449A-1205-F4C7-3DDA-468CC68922EC}"/>
          </ac:spMkLst>
        </pc:spChg>
        <pc:cxnChg chg="add mod">
          <ac:chgData name="Hélder Rodríguez López" userId="a1682f17-e6d8-43e6-afe7-dc0caf640a41" providerId="ADAL" clId="{FE5B207C-BE89-497E-A5AC-83415F42CB29}" dt="2026-08-11T07:44:04.174" v="213" actId="1582"/>
          <ac:cxnSpMkLst>
            <pc:docMk/>
            <pc:sldMk cId="525119890" sldId="258"/>
            <ac:cxnSpMk id="9" creationId="{729700E6-5A98-DAF7-579C-D0B5751CCBB3}"/>
          </ac:cxnSpMkLst>
        </pc:cxnChg>
        <pc:cxnChg chg="add mod">
          <ac:chgData name="Hélder Rodríguez López" userId="a1682f17-e6d8-43e6-afe7-dc0caf640a41" providerId="ADAL" clId="{FE5B207C-BE89-497E-A5AC-83415F42CB29}" dt="2026-08-11T07:44:04.196" v="278" actId="1582"/>
          <ac:cxnSpMkLst>
            <pc:docMk/>
            <pc:sldMk cId="525119890" sldId="258"/>
            <ac:cxnSpMk id="11" creationId="{C80C038C-4717-7B25-FA54-2AEFB3BB2B17}"/>
          </ac:cxnSpMkLst>
        </pc:cxnChg>
        <pc:cxnChg chg="add mod">
          <ac:chgData name="Hélder Rodríguez López" userId="a1682f17-e6d8-43e6-afe7-dc0caf640a41" providerId="ADAL" clId="{FE5B207C-BE89-497E-A5AC-83415F42CB29}" dt="2026-08-11T07:44:04.224" v="343" actId="1582"/>
          <ac:cxnSpMkLst>
            <pc:docMk/>
            <pc:sldMk cId="525119890" sldId="258"/>
            <ac:cxnSpMk id="13" creationId="{CDB1E355-D30D-F4F5-CF82-42D575536FE4}"/>
          </ac:cxnSpMkLst>
        </pc:cxnChg>
        <pc:cxnChg chg="add mod">
          <ac:chgData name="Hélder Rodríguez López" userId="a1682f17-e6d8-43e6-afe7-dc0caf640a41" providerId="ADAL" clId="{FE5B207C-BE89-497E-A5AC-83415F42CB29}" dt="2026-08-11T07:44:04.249" v="408" actId="1582"/>
          <ac:cxnSpMkLst>
            <pc:docMk/>
            <pc:sldMk cId="525119890" sldId="258"/>
            <ac:cxnSpMk id="15" creationId="{3EA93618-21CD-69B6-D775-BD554B5EA657}"/>
          </ac:cxnSpMkLst>
        </pc:cxnChg>
        <pc:cxnChg chg="add mod">
          <ac:chgData name="Hélder Rodríguez López" userId="a1682f17-e6d8-43e6-afe7-dc0caf640a41" providerId="ADAL" clId="{FE5B207C-BE89-497E-A5AC-83415F42CB29}" dt="2026-08-11T07:44:04.274" v="473" actId="1582"/>
          <ac:cxnSpMkLst>
            <pc:docMk/>
            <pc:sldMk cId="525119890" sldId="258"/>
            <ac:cxnSpMk id="17" creationId="{34C73BFA-9F01-5B1D-184F-869401AF30C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B368E-1B16-4A9B-A1C3-177D2AB19627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F32C8-C70B-4BED-A51A-6BDD9B6EDB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55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F32C8-C70B-4BED-A51A-6BDD9B6EDBF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378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09E5F-A6ED-5B7B-EB31-F426A2D9E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77645-51A9-3D5D-2349-23E0DE0A0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A5F95-F583-CD07-FE21-C25C26D5D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9E537-12FD-4D92-0995-CD19D2E07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783B8-CECA-65DF-1941-294A4696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78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4080-5769-CEC4-384C-627F8132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4608B-A6BC-C6A8-51E0-904E5A044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98A61-F1B4-10AC-2530-21B70121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9166C-63EE-C920-5658-198D1DAD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B1CEE-9C94-F6A9-3D69-87A09A1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713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AD8E-756E-4D7D-0CE6-22027E16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05CBF-BFEE-58B5-D81D-F9B83E82C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F0673-2EC1-5C47-5D4D-607BD39DE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65C6C-A2F7-AD56-CB50-D0149290A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AC278-2D7D-5656-8DA6-3C3D5DE8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985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AA55-9A84-D6C0-1EF1-AEF11397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2D7CA-B49A-1B8A-FE71-774E848E0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EBCE8-DE92-954A-785A-1EC21A2DC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5218E-F45A-D569-CC2D-BA6B11C8E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68053-E9C6-2407-6E45-9B3507A6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11177-EAC5-81D2-9E74-9A495F59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98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C7041-9A53-39E2-C081-20FD59313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BABA1-62EC-A4A6-BB76-30ACC474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0000C-0653-EA17-0767-CD662C88D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80598-C7F9-F84E-2A0C-68D99CF51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7965F6-83C0-BC20-EB25-92BC2FE83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179F5F-0FC9-0FD3-3908-5837E57CA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FCC8F-D1CA-4A4F-0734-B543E5D1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D962D-9709-1CA8-3309-53D63988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271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093B5-93BC-FE9C-4F46-B045C085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B3D490-486B-EEC7-AD79-602D105F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FBE6F-6D16-5711-8108-E674C207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06E0A-A6DA-4CD1-7FD3-1C41734E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81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841D74-0E62-9E6F-AA56-AC56AC1F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A35CF-CC5C-8989-85BB-9D30F1D1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27FAA-3F53-718D-8C78-9078E92DF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507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55F2-66B1-5407-58E3-2AFD2E161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BBA4A-B3A5-59AC-3FE4-88E4E0251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B8E40-D6C9-EB96-21C5-D5737C1C1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DD932-8C57-2A22-DC71-019800B77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BB0B0-B8E4-81E7-3709-0E080FA6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46EE0-ADE8-F176-F43E-075475FAD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0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B584-B294-8B52-50E0-82AE885A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17B6E-FCB8-E3E5-C620-A371A8D36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84E3C-D207-1AD3-3863-886C8935A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E6646-BE17-7355-0009-0AFA2195F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9671E-BB18-91A5-102E-132A0E3E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D5ACE-6ED9-251E-F169-0A47D017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22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A944-9078-8A9A-95C7-FE5FB6C2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8289A-D18A-29C4-FAFD-3ADB00ED6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85AE1-04C6-83E1-B73D-F033E73F1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96798-6DE7-5865-90E0-D6F4D9E7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4EE95-C0B8-8F59-5E5E-C87F7476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33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85F61-8099-3490-1D53-82A27FF6E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7946F-F485-B5FF-C113-9FDC735BE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88764-13DF-9DCB-8567-2CB28F97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3D8D0-6FC0-94CA-F422-C981AA84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E8FEA-BA0E-B79C-220A-D96E9F33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1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E28F6-4B81-F298-3391-89DD12072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A97CA-8708-4914-626C-69A7E7777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336E1-83BE-ECB8-EECA-F305FCC4F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1F740-493B-4D0D-A164-97E9C451A1D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24C08-4E15-F890-DCD7-464E11B90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C0406-0831-4F67-41B6-8F3EC02DA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0CC1D-0B05-4FD3-8FCC-D65117975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521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99" Type="http://schemas.openxmlformats.org/officeDocument/2006/relationships/tags" Target="../tags/tag299.xml"/><Relationship Id="rId21" Type="http://schemas.openxmlformats.org/officeDocument/2006/relationships/tags" Target="../tags/tag21.xml"/><Relationship Id="rId63" Type="http://schemas.openxmlformats.org/officeDocument/2006/relationships/tags" Target="../tags/tag63.xml"/><Relationship Id="rId159" Type="http://schemas.openxmlformats.org/officeDocument/2006/relationships/tags" Target="../tags/tag159.xml"/><Relationship Id="rId324" Type="http://schemas.openxmlformats.org/officeDocument/2006/relationships/tags" Target="../tags/tag324.xml"/><Relationship Id="rId366" Type="http://schemas.openxmlformats.org/officeDocument/2006/relationships/tags" Target="../tags/tag366.xml"/><Relationship Id="rId170" Type="http://schemas.openxmlformats.org/officeDocument/2006/relationships/tags" Target="../tags/tag170.xml"/><Relationship Id="rId226" Type="http://schemas.openxmlformats.org/officeDocument/2006/relationships/tags" Target="../tags/tag226.xml"/><Relationship Id="rId433" Type="http://schemas.openxmlformats.org/officeDocument/2006/relationships/slideLayout" Target="../slideLayouts/slideLayout7.xml"/><Relationship Id="rId268" Type="http://schemas.openxmlformats.org/officeDocument/2006/relationships/tags" Target="../tags/tag268.xml"/><Relationship Id="rId32" Type="http://schemas.openxmlformats.org/officeDocument/2006/relationships/tags" Target="../tags/tag32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335" Type="http://schemas.openxmlformats.org/officeDocument/2006/relationships/tags" Target="../tags/tag335.xml"/><Relationship Id="rId377" Type="http://schemas.openxmlformats.org/officeDocument/2006/relationships/tags" Target="../tags/tag377.xml"/><Relationship Id="rId5" Type="http://schemas.openxmlformats.org/officeDocument/2006/relationships/tags" Target="../tags/tag5.xml"/><Relationship Id="rId181" Type="http://schemas.openxmlformats.org/officeDocument/2006/relationships/tags" Target="../tags/tag181.xml"/><Relationship Id="rId237" Type="http://schemas.openxmlformats.org/officeDocument/2006/relationships/tags" Target="../tags/tag237.xml"/><Relationship Id="rId402" Type="http://schemas.openxmlformats.org/officeDocument/2006/relationships/tags" Target="../tags/tag402.xml"/><Relationship Id="rId279" Type="http://schemas.openxmlformats.org/officeDocument/2006/relationships/tags" Target="../tags/tag279.xml"/><Relationship Id="rId43" Type="http://schemas.openxmlformats.org/officeDocument/2006/relationships/tags" Target="../tags/tag43.xml"/><Relationship Id="rId139" Type="http://schemas.openxmlformats.org/officeDocument/2006/relationships/tags" Target="../tags/tag139.xml"/><Relationship Id="rId290" Type="http://schemas.openxmlformats.org/officeDocument/2006/relationships/tags" Target="../tags/tag290.xml"/><Relationship Id="rId304" Type="http://schemas.openxmlformats.org/officeDocument/2006/relationships/tags" Target="../tags/tag304.xml"/><Relationship Id="rId346" Type="http://schemas.openxmlformats.org/officeDocument/2006/relationships/tags" Target="../tags/tag346.xml"/><Relationship Id="rId388" Type="http://schemas.openxmlformats.org/officeDocument/2006/relationships/tags" Target="../tags/tag388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413" Type="http://schemas.openxmlformats.org/officeDocument/2006/relationships/tags" Target="../tags/tag413.xml"/><Relationship Id="rId248" Type="http://schemas.openxmlformats.org/officeDocument/2006/relationships/tags" Target="../tags/tag248.xml"/><Relationship Id="rId12" Type="http://schemas.openxmlformats.org/officeDocument/2006/relationships/tags" Target="../tags/tag12.xml"/><Relationship Id="rId108" Type="http://schemas.openxmlformats.org/officeDocument/2006/relationships/tags" Target="../tags/tag108.xml"/><Relationship Id="rId315" Type="http://schemas.openxmlformats.org/officeDocument/2006/relationships/tags" Target="../tags/tag315.xml"/><Relationship Id="rId357" Type="http://schemas.openxmlformats.org/officeDocument/2006/relationships/tags" Target="../tags/tag357.xml"/><Relationship Id="rId54" Type="http://schemas.openxmlformats.org/officeDocument/2006/relationships/tags" Target="../tags/tag54.xml"/><Relationship Id="rId96" Type="http://schemas.openxmlformats.org/officeDocument/2006/relationships/tags" Target="../tags/tag96.xml"/><Relationship Id="rId161" Type="http://schemas.openxmlformats.org/officeDocument/2006/relationships/tags" Target="../tags/tag161.xml"/><Relationship Id="rId217" Type="http://schemas.openxmlformats.org/officeDocument/2006/relationships/tags" Target="../tags/tag217.xml"/><Relationship Id="rId399" Type="http://schemas.openxmlformats.org/officeDocument/2006/relationships/tags" Target="../tags/tag399.xml"/><Relationship Id="rId259" Type="http://schemas.openxmlformats.org/officeDocument/2006/relationships/tags" Target="../tags/tag259.xml"/><Relationship Id="rId424" Type="http://schemas.openxmlformats.org/officeDocument/2006/relationships/tags" Target="../tags/tag424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270" Type="http://schemas.openxmlformats.org/officeDocument/2006/relationships/tags" Target="../tags/tag270.xml"/><Relationship Id="rId326" Type="http://schemas.openxmlformats.org/officeDocument/2006/relationships/tags" Target="../tags/tag326.xml"/><Relationship Id="rId65" Type="http://schemas.openxmlformats.org/officeDocument/2006/relationships/tags" Target="../tags/tag65.xml"/><Relationship Id="rId130" Type="http://schemas.openxmlformats.org/officeDocument/2006/relationships/tags" Target="../tags/tag130.xml"/><Relationship Id="rId368" Type="http://schemas.openxmlformats.org/officeDocument/2006/relationships/tags" Target="../tags/tag368.xml"/><Relationship Id="rId172" Type="http://schemas.openxmlformats.org/officeDocument/2006/relationships/tags" Target="../tags/tag172.xml"/><Relationship Id="rId228" Type="http://schemas.openxmlformats.org/officeDocument/2006/relationships/tags" Target="../tags/tag228.xml"/><Relationship Id="rId281" Type="http://schemas.openxmlformats.org/officeDocument/2006/relationships/tags" Target="../tags/tag281.xml"/><Relationship Id="rId337" Type="http://schemas.openxmlformats.org/officeDocument/2006/relationships/tags" Target="../tags/tag337.xml"/><Relationship Id="rId34" Type="http://schemas.openxmlformats.org/officeDocument/2006/relationships/tags" Target="../tags/tag34.xml"/><Relationship Id="rId76" Type="http://schemas.openxmlformats.org/officeDocument/2006/relationships/tags" Target="../tags/tag76.xml"/><Relationship Id="rId141" Type="http://schemas.openxmlformats.org/officeDocument/2006/relationships/tags" Target="../tags/tag141.xml"/><Relationship Id="rId379" Type="http://schemas.openxmlformats.org/officeDocument/2006/relationships/tags" Target="../tags/tag379.xml"/><Relationship Id="rId7" Type="http://schemas.openxmlformats.org/officeDocument/2006/relationships/tags" Target="../tags/tag7.xml"/><Relationship Id="rId183" Type="http://schemas.openxmlformats.org/officeDocument/2006/relationships/tags" Target="../tags/tag183.xml"/><Relationship Id="rId239" Type="http://schemas.openxmlformats.org/officeDocument/2006/relationships/tags" Target="../tags/tag239.xml"/><Relationship Id="rId390" Type="http://schemas.openxmlformats.org/officeDocument/2006/relationships/tags" Target="../tags/tag390.xml"/><Relationship Id="rId404" Type="http://schemas.openxmlformats.org/officeDocument/2006/relationships/tags" Target="../tags/tag404.xml"/><Relationship Id="rId250" Type="http://schemas.openxmlformats.org/officeDocument/2006/relationships/tags" Target="../tags/tag250.xml"/><Relationship Id="rId292" Type="http://schemas.openxmlformats.org/officeDocument/2006/relationships/tags" Target="../tags/tag292.xml"/><Relationship Id="rId306" Type="http://schemas.openxmlformats.org/officeDocument/2006/relationships/tags" Target="../tags/tag306.xml"/><Relationship Id="rId45" Type="http://schemas.openxmlformats.org/officeDocument/2006/relationships/tags" Target="../tags/tag45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348" Type="http://schemas.openxmlformats.org/officeDocument/2006/relationships/tags" Target="../tags/tag348.xml"/><Relationship Id="rId152" Type="http://schemas.openxmlformats.org/officeDocument/2006/relationships/tags" Target="../tags/tag152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415" Type="http://schemas.openxmlformats.org/officeDocument/2006/relationships/tags" Target="../tags/tag415.xml"/><Relationship Id="rId261" Type="http://schemas.openxmlformats.org/officeDocument/2006/relationships/tags" Target="../tags/tag261.xml"/><Relationship Id="rId14" Type="http://schemas.openxmlformats.org/officeDocument/2006/relationships/tags" Target="../tags/tag14.xml"/><Relationship Id="rId56" Type="http://schemas.openxmlformats.org/officeDocument/2006/relationships/tags" Target="../tags/tag56.xml"/><Relationship Id="rId317" Type="http://schemas.openxmlformats.org/officeDocument/2006/relationships/tags" Target="../tags/tag317.xml"/><Relationship Id="rId359" Type="http://schemas.openxmlformats.org/officeDocument/2006/relationships/tags" Target="../tags/tag359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63" Type="http://schemas.openxmlformats.org/officeDocument/2006/relationships/tags" Target="../tags/tag163.xml"/><Relationship Id="rId219" Type="http://schemas.openxmlformats.org/officeDocument/2006/relationships/tags" Target="../tags/tag219.xml"/><Relationship Id="rId370" Type="http://schemas.openxmlformats.org/officeDocument/2006/relationships/tags" Target="../tags/tag370.xml"/><Relationship Id="rId426" Type="http://schemas.openxmlformats.org/officeDocument/2006/relationships/tags" Target="../tags/tag426.xml"/><Relationship Id="rId230" Type="http://schemas.openxmlformats.org/officeDocument/2006/relationships/tags" Target="../tags/tag230.xml"/><Relationship Id="rId25" Type="http://schemas.openxmlformats.org/officeDocument/2006/relationships/tags" Target="../tags/tag25.xml"/><Relationship Id="rId67" Type="http://schemas.openxmlformats.org/officeDocument/2006/relationships/tags" Target="../tags/tag67.xml"/><Relationship Id="rId272" Type="http://schemas.openxmlformats.org/officeDocument/2006/relationships/tags" Target="../tags/tag272.xml"/><Relationship Id="rId328" Type="http://schemas.openxmlformats.org/officeDocument/2006/relationships/tags" Target="../tags/tag328.xml"/><Relationship Id="rId132" Type="http://schemas.openxmlformats.org/officeDocument/2006/relationships/tags" Target="../tags/tag132.xml"/><Relationship Id="rId174" Type="http://schemas.openxmlformats.org/officeDocument/2006/relationships/tags" Target="../tags/tag174.xml"/><Relationship Id="rId381" Type="http://schemas.openxmlformats.org/officeDocument/2006/relationships/tags" Target="../tags/tag381.xml"/><Relationship Id="rId241" Type="http://schemas.openxmlformats.org/officeDocument/2006/relationships/tags" Target="../tags/tag241.xml"/><Relationship Id="rId36" Type="http://schemas.openxmlformats.org/officeDocument/2006/relationships/tags" Target="../tags/tag36.xml"/><Relationship Id="rId283" Type="http://schemas.openxmlformats.org/officeDocument/2006/relationships/tags" Target="../tags/tag283.xml"/><Relationship Id="rId339" Type="http://schemas.openxmlformats.org/officeDocument/2006/relationships/tags" Target="../tags/tag339.xml"/><Relationship Id="rId78" Type="http://schemas.openxmlformats.org/officeDocument/2006/relationships/tags" Target="../tags/tag78.xml"/><Relationship Id="rId101" Type="http://schemas.openxmlformats.org/officeDocument/2006/relationships/tags" Target="../tags/tag101.xml"/><Relationship Id="rId143" Type="http://schemas.openxmlformats.org/officeDocument/2006/relationships/tags" Target="../tags/tag143.xml"/><Relationship Id="rId185" Type="http://schemas.openxmlformats.org/officeDocument/2006/relationships/tags" Target="../tags/tag185.xml"/><Relationship Id="rId350" Type="http://schemas.openxmlformats.org/officeDocument/2006/relationships/tags" Target="../tags/tag350.xml"/><Relationship Id="rId406" Type="http://schemas.openxmlformats.org/officeDocument/2006/relationships/tags" Target="../tags/tag406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392" Type="http://schemas.openxmlformats.org/officeDocument/2006/relationships/tags" Target="../tags/tag392.xml"/><Relationship Id="rId252" Type="http://schemas.openxmlformats.org/officeDocument/2006/relationships/tags" Target="../tags/tag252.xml"/><Relationship Id="rId294" Type="http://schemas.openxmlformats.org/officeDocument/2006/relationships/tags" Target="../tags/tag294.xml"/><Relationship Id="rId308" Type="http://schemas.openxmlformats.org/officeDocument/2006/relationships/tags" Target="../tags/tag308.xml"/><Relationship Id="rId47" Type="http://schemas.openxmlformats.org/officeDocument/2006/relationships/tags" Target="../tags/tag47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54" Type="http://schemas.openxmlformats.org/officeDocument/2006/relationships/tags" Target="../tags/tag154.xml"/><Relationship Id="rId361" Type="http://schemas.openxmlformats.org/officeDocument/2006/relationships/tags" Target="../tags/tag361.xml"/><Relationship Id="rId196" Type="http://schemas.openxmlformats.org/officeDocument/2006/relationships/tags" Target="../tags/tag196.xml"/><Relationship Id="rId417" Type="http://schemas.openxmlformats.org/officeDocument/2006/relationships/tags" Target="../tags/tag417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63" Type="http://schemas.openxmlformats.org/officeDocument/2006/relationships/tags" Target="../tags/tag263.xml"/><Relationship Id="rId319" Type="http://schemas.openxmlformats.org/officeDocument/2006/relationships/tags" Target="../tags/tag319.xml"/><Relationship Id="rId58" Type="http://schemas.openxmlformats.org/officeDocument/2006/relationships/tags" Target="../tags/tag58.xml"/><Relationship Id="rId123" Type="http://schemas.openxmlformats.org/officeDocument/2006/relationships/tags" Target="../tags/tag123.xml"/><Relationship Id="rId330" Type="http://schemas.openxmlformats.org/officeDocument/2006/relationships/tags" Target="../tags/tag330.xml"/><Relationship Id="rId165" Type="http://schemas.openxmlformats.org/officeDocument/2006/relationships/tags" Target="../tags/tag165.xml"/><Relationship Id="rId372" Type="http://schemas.openxmlformats.org/officeDocument/2006/relationships/tags" Target="../tags/tag372.xml"/><Relationship Id="rId428" Type="http://schemas.openxmlformats.org/officeDocument/2006/relationships/tags" Target="../tags/tag428.xml"/><Relationship Id="rId232" Type="http://schemas.openxmlformats.org/officeDocument/2006/relationships/tags" Target="../tags/tag232.xml"/><Relationship Id="rId274" Type="http://schemas.openxmlformats.org/officeDocument/2006/relationships/tags" Target="../tags/tag274.xml"/><Relationship Id="rId27" Type="http://schemas.openxmlformats.org/officeDocument/2006/relationships/tags" Target="../tags/tag27.xml"/><Relationship Id="rId69" Type="http://schemas.openxmlformats.org/officeDocument/2006/relationships/tags" Target="../tags/tag69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76" Type="http://schemas.openxmlformats.org/officeDocument/2006/relationships/tags" Target="../tags/tag176.xml"/><Relationship Id="rId341" Type="http://schemas.openxmlformats.org/officeDocument/2006/relationships/tags" Target="../tags/tag341.xml"/><Relationship Id="rId383" Type="http://schemas.openxmlformats.org/officeDocument/2006/relationships/tags" Target="../tags/tag383.xml"/><Relationship Id="rId201" Type="http://schemas.openxmlformats.org/officeDocument/2006/relationships/tags" Target="../tags/tag201.xml"/><Relationship Id="rId243" Type="http://schemas.openxmlformats.org/officeDocument/2006/relationships/tags" Target="../tags/tag243.xml"/><Relationship Id="rId285" Type="http://schemas.openxmlformats.org/officeDocument/2006/relationships/tags" Target="../tags/tag285.xml"/><Relationship Id="rId38" Type="http://schemas.openxmlformats.org/officeDocument/2006/relationships/tags" Target="../tags/tag38.xml"/><Relationship Id="rId103" Type="http://schemas.openxmlformats.org/officeDocument/2006/relationships/tags" Target="../tags/tag103.xml"/><Relationship Id="rId310" Type="http://schemas.openxmlformats.org/officeDocument/2006/relationships/tags" Target="../tags/tag31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87" Type="http://schemas.openxmlformats.org/officeDocument/2006/relationships/tags" Target="../tags/tag187.xml"/><Relationship Id="rId352" Type="http://schemas.openxmlformats.org/officeDocument/2006/relationships/tags" Target="../tags/tag352.xml"/><Relationship Id="rId394" Type="http://schemas.openxmlformats.org/officeDocument/2006/relationships/tags" Target="../tags/tag394.xml"/><Relationship Id="rId408" Type="http://schemas.openxmlformats.org/officeDocument/2006/relationships/tags" Target="../tags/tag408.xml"/><Relationship Id="rId212" Type="http://schemas.openxmlformats.org/officeDocument/2006/relationships/tags" Target="../tags/tag212.xml"/><Relationship Id="rId254" Type="http://schemas.openxmlformats.org/officeDocument/2006/relationships/tags" Target="../tags/tag254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275" Type="http://schemas.openxmlformats.org/officeDocument/2006/relationships/tags" Target="../tags/tag275.xml"/><Relationship Id="rId296" Type="http://schemas.openxmlformats.org/officeDocument/2006/relationships/tags" Target="../tags/tag296.xml"/><Relationship Id="rId300" Type="http://schemas.openxmlformats.org/officeDocument/2006/relationships/tags" Target="../tags/tag300.xml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321" Type="http://schemas.openxmlformats.org/officeDocument/2006/relationships/tags" Target="../tags/tag321.xml"/><Relationship Id="rId342" Type="http://schemas.openxmlformats.org/officeDocument/2006/relationships/tags" Target="../tags/tag342.xml"/><Relationship Id="rId363" Type="http://schemas.openxmlformats.org/officeDocument/2006/relationships/tags" Target="../tags/tag363.xml"/><Relationship Id="rId384" Type="http://schemas.openxmlformats.org/officeDocument/2006/relationships/tags" Target="../tags/tag384.xml"/><Relationship Id="rId419" Type="http://schemas.openxmlformats.org/officeDocument/2006/relationships/tags" Target="../tags/tag419.xml"/><Relationship Id="rId202" Type="http://schemas.openxmlformats.org/officeDocument/2006/relationships/tags" Target="../tags/tag202.xml"/><Relationship Id="rId223" Type="http://schemas.openxmlformats.org/officeDocument/2006/relationships/tags" Target="../tags/tag223.xml"/><Relationship Id="rId244" Type="http://schemas.openxmlformats.org/officeDocument/2006/relationships/tags" Target="../tags/tag244.xml"/><Relationship Id="rId430" Type="http://schemas.openxmlformats.org/officeDocument/2006/relationships/tags" Target="../tags/tag430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265" Type="http://schemas.openxmlformats.org/officeDocument/2006/relationships/tags" Target="../tags/tag265.xml"/><Relationship Id="rId286" Type="http://schemas.openxmlformats.org/officeDocument/2006/relationships/tags" Target="../tags/tag286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25" Type="http://schemas.openxmlformats.org/officeDocument/2006/relationships/tags" Target="../tags/tag125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311" Type="http://schemas.openxmlformats.org/officeDocument/2006/relationships/tags" Target="../tags/tag311.xml"/><Relationship Id="rId332" Type="http://schemas.openxmlformats.org/officeDocument/2006/relationships/tags" Target="../tags/tag332.xml"/><Relationship Id="rId353" Type="http://schemas.openxmlformats.org/officeDocument/2006/relationships/tags" Target="../tags/tag353.xml"/><Relationship Id="rId374" Type="http://schemas.openxmlformats.org/officeDocument/2006/relationships/tags" Target="../tags/tag374.xml"/><Relationship Id="rId395" Type="http://schemas.openxmlformats.org/officeDocument/2006/relationships/tags" Target="../tags/tag395.xml"/><Relationship Id="rId409" Type="http://schemas.openxmlformats.org/officeDocument/2006/relationships/tags" Target="../tags/tag409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234" Type="http://schemas.openxmlformats.org/officeDocument/2006/relationships/tags" Target="../tags/tag234.xml"/><Relationship Id="rId420" Type="http://schemas.openxmlformats.org/officeDocument/2006/relationships/tags" Target="../tags/tag420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55" Type="http://schemas.openxmlformats.org/officeDocument/2006/relationships/tags" Target="../tags/tag255.xml"/><Relationship Id="rId276" Type="http://schemas.openxmlformats.org/officeDocument/2006/relationships/tags" Target="../tags/tag276.xml"/><Relationship Id="rId297" Type="http://schemas.openxmlformats.org/officeDocument/2006/relationships/tags" Target="../tags/tag297.xml"/><Relationship Id="rId40" Type="http://schemas.openxmlformats.org/officeDocument/2006/relationships/tags" Target="../tags/tag40.xml"/><Relationship Id="rId115" Type="http://schemas.openxmlformats.org/officeDocument/2006/relationships/tags" Target="../tags/tag115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301" Type="http://schemas.openxmlformats.org/officeDocument/2006/relationships/tags" Target="../tags/tag301.xml"/><Relationship Id="rId322" Type="http://schemas.openxmlformats.org/officeDocument/2006/relationships/tags" Target="../tags/tag322.xml"/><Relationship Id="rId343" Type="http://schemas.openxmlformats.org/officeDocument/2006/relationships/tags" Target="../tags/tag343.xml"/><Relationship Id="rId364" Type="http://schemas.openxmlformats.org/officeDocument/2006/relationships/tags" Target="../tags/tag364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385" Type="http://schemas.openxmlformats.org/officeDocument/2006/relationships/tags" Target="../tags/tag385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5" Type="http://schemas.openxmlformats.org/officeDocument/2006/relationships/tags" Target="../tags/tag245.xml"/><Relationship Id="rId266" Type="http://schemas.openxmlformats.org/officeDocument/2006/relationships/tags" Target="../tags/tag266.xml"/><Relationship Id="rId287" Type="http://schemas.openxmlformats.org/officeDocument/2006/relationships/tags" Target="../tags/tag287.xml"/><Relationship Id="rId410" Type="http://schemas.openxmlformats.org/officeDocument/2006/relationships/tags" Target="../tags/tag410.xml"/><Relationship Id="rId431" Type="http://schemas.openxmlformats.org/officeDocument/2006/relationships/tags" Target="../tags/tag431.xml"/><Relationship Id="rId30" Type="http://schemas.openxmlformats.org/officeDocument/2006/relationships/tags" Target="../tags/tag3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312" Type="http://schemas.openxmlformats.org/officeDocument/2006/relationships/tags" Target="../tags/tag312.xml"/><Relationship Id="rId333" Type="http://schemas.openxmlformats.org/officeDocument/2006/relationships/tags" Target="../tags/tag333.xml"/><Relationship Id="rId354" Type="http://schemas.openxmlformats.org/officeDocument/2006/relationships/tags" Target="../tags/tag354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75" Type="http://schemas.openxmlformats.org/officeDocument/2006/relationships/tags" Target="../tags/tag375.xml"/><Relationship Id="rId396" Type="http://schemas.openxmlformats.org/officeDocument/2006/relationships/tags" Target="../tags/tag396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5" Type="http://schemas.openxmlformats.org/officeDocument/2006/relationships/tags" Target="../tags/tag235.xml"/><Relationship Id="rId256" Type="http://schemas.openxmlformats.org/officeDocument/2006/relationships/tags" Target="../tags/tag256.xml"/><Relationship Id="rId277" Type="http://schemas.openxmlformats.org/officeDocument/2006/relationships/tags" Target="../tags/tag277.xml"/><Relationship Id="rId298" Type="http://schemas.openxmlformats.org/officeDocument/2006/relationships/tags" Target="../tags/tag298.xml"/><Relationship Id="rId400" Type="http://schemas.openxmlformats.org/officeDocument/2006/relationships/tags" Target="../tags/tag400.xml"/><Relationship Id="rId421" Type="http://schemas.openxmlformats.org/officeDocument/2006/relationships/tags" Target="../tags/tag421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302" Type="http://schemas.openxmlformats.org/officeDocument/2006/relationships/tags" Target="../tags/tag302.xml"/><Relationship Id="rId323" Type="http://schemas.openxmlformats.org/officeDocument/2006/relationships/tags" Target="../tags/tag323.xml"/><Relationship Id="rId344" Type="http://schemas.openxmlformats.org/officeDocument/2006/relationships/tags" Target="../tags/tag344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365" Type="http://schemas.openxmlformats.org/officeDocument/2006/relationships/tags" Target="../tags/tag365.xml"/><Relationship Id="rId386" Type="http://schemas.openxmlformats.org/officeDocument/2006/relationships/tags" Target="../tags/tag386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5" Type="http://schemas.openxmlformats.org/officeDocument/2006/relationships/tags" Target="../tags/tag225.xml"/><Relationship Id="rId246" Type="http://schemas.openxmlformats.org/officeDocument/2006/relationships/tags" Target="../tags/tag246.xml"/><Relationship Id="rId267" Type="http://schemas.openxmlformats.org/officeDocument/2006/relationships/tags" Target="../tags/tag267.xml"/><Relationship Id="rId288" Type="http://schemas.openxmlformats.org/officeDocument/2006/relationships/tags" Target="../tags/tag288.xml"/><Relationship Id="rId411" Type="http://schemas.openxmlformats.org/officeDocument/2006/relationships/tags" Target="../tags/tag411.xml"/><Relationship Id="rId432" Type="http://schemas.openxmlformats.org/officeDocument/2006/relationships/tags" Target="../tags/tag432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313" Type="http://schemas.openxmlformats.org/officeDocument/2006/relationships/tags" Target="../tags/tag313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169" Type="http://schemas.openxmlformats.org/officeDocument/2006/relationships/tags" Target="../tags/tag169.xml"/><Relationship Id="rId334" Type="http://schemas.openxmlformats.org/officeDocument/2006/relationships/tags" Target="../tags/tag334.xml"/><Relationship Id="rId355" Type="http://schemas.openxmlformats.org/officeDocument/2006/relationships/tags" Target="../tags/tag355.xml"/><Relationship Id="rId376" Type="http://schemas.openxmlformats.org/officeDocument/2006/relationships/tags" Target="../tags/tag376.xml"/><Relationship Id="rId397" Type="http://schemas.openxmlformats.org/officeDocument/2006/relationships/tags" Target="../tags/tag397.xml"/><Relationship Id="rId4" Type="http://schemas.openxmlformats.org/officeDocument/2006/relationships/tags" Target="../tags/tag4.xml"/><Relationship Id="rId180" Type="http://schemas.openxmlformats.org/officeDocument/2006/relationships/tags" Target="../tags/tag180.xml"/><Relationship Id="rId215" Type="http://schemas.openxmlformats.org/officeDocument/2006/relationships/tags" Target="../tags/tag215.xml"/><Relationship Id="rId236" Type="http://schemas.openxmlformats.org/officeDocument/2006/relationships/tags" Target="../tags/tag236.xml"/><Relationship Id="rId257" Type="http://schemas.openxmlformats.org/officeDocument/2006/relationships/tags" Target="../tags/tag257.xml"/><Relationship Id="rId278" Type="http://schemas.openxmlformats.org/officeDocument/2006/relationships/tags" Target="../tags/tag278.xml"/><Relationship Id="rId401" Type="http://schemas.openxmlformats.org/officeDocument/2006/relationships/tags" Target="../tags/tag401.xml"/><Relationship Id="rId422" Type="http://schemas.openxmlformats.org/officeDocument/2006/relationships/tags" Target="../tags/tag422.xml"/><Relationship Id="rId303" Type="http://schemas.openxmlformats.org/officeDocument/2006/relationships/tags" Target="../tags/tag303.xml"/><Relationship Id="rId42" Type="http://schemas.openxmlformats.org/officeDocument/2006/relationships/tags" Target="../tags/tag42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345" Type="http://schemas.openxmlformats.org/officeDocument/2006/relationships/tags" Target="../tags/tag345.xml"/><Relationship Id="rId387" Type="http://schemas.openxmlformats.org/officeDocument/2006/relationships/tags" Target="../tags/tag387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47" Type="http://schemas.openxmlformats.org/officeDocument/2006/relationships/tags" Target="../tags/tag247.xml"/><Relationship Id="rId412" Type="http://schemas.openxmlformats.org/officeDocument/2006/relationships/tags" Target="../tags/tag412.xml"/><Relationship Id="rId107" Type="http://schemas.openxmlformats.org/officeDocument/2006/relationships/tags" Target="../tags/tag107.xml"/><Relationship Id="rId289" Type="http://schemas.openxmlformats.org/officeDocument/2006/relationships/tags" Target="../tags/tag289.xml"/><Relationship Id="rId11" Type="http://schemas.openxmlformats.org/officeDocument/2006/relationships/tags" Target="../tags/tag11.xml"/><Relationship Id="rId53" Type="http://schemas.openxmlformats.org/officeDocument/2006/relationships/tags" Target="../tags/tag53.xml"/><Relationship Id="rId149" Type="http://schemas.openxmlformats.org/officeDocument/2006/relationships/tags" Target="../tags/tag149.xml"/><Relationship Id="rId314" Type="http://schemas.openxmlformats.org/officeDocument/2006/relationships/tags" Target="../tags/tag314.xml"/><Relationship Id="rId356" Type="http://schemas.openxmlformats.org/officeDocument/2006/relationships/tags" Target="../tags/tag356.xml"/><Relationship Id="rId398" Type="http://schemas.openxmlformats.org/officeDocument/2006/relationships/tags" Target="../tags/tag398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216" Type="http://schemas.openxmlformats.org/officeDocument/2006/relationships/tags" Target="../tags/tag216.xml"/><Relationship Id="rId423" Type="http://schemas.openxmlformats.org/officeDocument/2006/relationships/tags" Target="../tags/tag423.xml"/><Relationship Id="rId258" Type="http://schemas.openxmlformats.org/officeDocument/2006/relationships/tags" Target="../tags/tag258.xml"/><Relationship Id="rId22" Type="http://schemas.openxmlformats.org/officeDocument/2006/relationships/tags" Target="../tags/tag22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325" Type="http://schemas.openxmlformats.org/officeDocument/2006/relationships/tags" Target="../tags/tag325.xml"/><Relationship Id="rId367" Type="http://schemas.openxmlformats.org/officeDocument/2006/relationships/tags" Target="../tags/tag367.xml"/><Relationship Id="rId171" Type="http://schemas.openxmlformats.org/officeDocument/2006/relationships/tags" Target="../tags/tag171.xml"/><Relationship Id="rId227" Type="http://schemas.openxmlformats.org/officeDocument/2006/relationships/tags" Target="../tags/tag227.xml"/><Relationship Id="rId269" Type="http://schemas.openxmlformats.org/officeDocument/2006/relationships/tags" Target="../tags/tag269.xml"/><Relationship Id="rId434" Type="http://schemas.openxmlformats.org/officeDocument/2006/relationships/notesSlide" Target="../notesSlides/notesSlide1.xml"/><Relationship Id="rId33" Type="http://schemas.openxmlformats.org/officeDocument/2006/relationships/tags" Target="../tags/tag33.xml"/><Relationship Id="rId129" Type="http://schemas.openxmlformats.org/officeDocument/2006/relationships/tags" Target="../tags/tag129.xml"/><Relationship Id="rId280" Type="http://schemas.openxmlformats.org/officeDocument/2006/relationships/tags" Target="../tags/tag280.xml"/><Relationship Id="rId336" Type="http://schemas.openxmlformats.org/officeDocument/2006/relationships/tags" Target="../tags/tag336.xml"/><Relationship Id="rId75" Type="http://schemas.openxmlformats.org/officeDocument/2006/relationships/tags" Target="../tags/tag75.xml"/><Relationship Id="rId140" Type="http://schemas.openxmlformats.org/officeDocument/2006/relationships/tags" Target="../tags/tag140.xml"/><Relationship Id="rId182" Type="http://schemas.openxmlformats.org/officeDocument/2006/relationships/tags" Target="../tags/tag182.xml"/><Relationship Id="rId378" Type="http://schemas.openxmlformats.org/officeDocument/2006/relationships/tags" Target="../tags/tag378.xml"/><Relationship Id="rId403" Type="http://schemas.openxmlformats.org/officeDocument/2006/relationships/tags" Target="../tags/tag403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291" Type="http://schemas.openxmlformats.org/officeDocument/2006/relationships/tags" Target="../tags/tag291.xml"/><Relationship Id="rId305" Type="http://schemas.openxmlformats.org/officeDocument/2006/relationships/tags" Target="../tags/tag305.xml"/><Relationship Id="rId347" Type="http://schemas.openxmlformats.org/officeDocument/2006/relationships/tags" Target="../tags/tag347.xml"/><Relationship Id="rId44" Type="http://schemas.openxmlformats.org/officeDocument/2006/relationships/tags" Target="../tags/tag44.xml"/><Relationship Id="rId86" Type="http://schemas.openxmlformats.org/officeDocument/2006/relationships/tags" Target="../tags/tag86.xml"/><Relationship Id="rId151" Type="http://schemas.openxmlformats.org/officeDocument/2006/relationships/tags" Target="../tags/tag151.xml"/><Relationship Id="rId389" Type="http://schemas.openxmlformats.org/officeDocument/2006/relationships/tags" Target="../tags/tag389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249" Type="http://schemas.openxmlformats.org/officeDocument/2006/relationships/tags" Target="../tags/tag249.xml"/><Relationship Id="rId414" Type="http://schemas.openxmlformats.org/officeDocument/2006/relationships/tags" Target="../tags/tag414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260" Type="http://schemas.openxmlformats.org/officeDocument/2006/relationships/tags" Target="../tags/tag260.xml"/><Relationship Id="rId316" Type="http://schemas.openxmlformats.org/officeDocument/2006/relationships/tags" Target="../tags/tag316.xml"/><Relationship Id="rId55" Type="http://schemas.openxmlformats.org/officeDocument/2006/relationships/tags" Target="../tags/tag55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358" Type="http://schemas.openxmlformats.org/officeDocument/2006/relationships/tags" Target="../tags/tag358.xml"/><Relationship Id="rId162" Type="http://schemas.openxmlformats.org/officeDocument/2006/relationships/tags" Target="../tags/tag162.xml"/><Relationship Id="rId218" Type="http://schemas.openxmlformats.org/officeDocument/2006/relationships/tags" Target="../tags/tag218.xml"/><Relationship Id="rId425" Type="http://schemas.openxmlformats.org/officeDocument/2006/relationships/tags" Target="../tags/tag425.xml"/><Relationship Id="rId271" Type="http://schemas.openxmlformats.org/officeDocument/2006/relationships/tags" Target="../tags/tag271.xml"/><Relationship Id="rId24" Type="http://schemas.openxmlformats.org/officeDocument/2006/relationships/tags" Target="../tags/tag24.xml"/><Relationship Id="rId66" Type="http://schemas.openxmlformats.org/officeDocument/2006/relationships/tags" Target="../tags/tag66.xml"/><Relationship Id="rId131" Type="http://schemas.openxmlformats.org/officeDocument/2006/relationships/tags" Target="../tags/tag131.xml"/><Relationship Id="rId327" Type="http://schemas.openxmlformats.org/officeDocument/2006/relationships/tags" Target="../tags/tag327.xml"/><Relationship Id="rId369" Type="http://schemas.openxmlformats.org/officeDocument/2006/relationships/tags" Target="../tags/tag369.xml"/><Relationship Id="rId173" Type="http://schemas.openxmlformats.org/officeDocument/2006/relationships/tags" Target="../tags/tag173.xml"/><Relationship Id="rId229" Type="http://schemas.openxmlformats.org/officeDocument/2006/relationships/tags" Target="../tags/tag229.xml"/><Relationship Id="rId380" Type="http://schemas.openxmlformats.org/officeDocument/2006/relationships/tags" Target="../tags/tag380.xml"/><Relationship Id="rId240" Type="http://schemas.openxmlformats.org/officeDocument/2006/relationships/tags" Target="../tags/tag240.xml"/><Relationship Id="rId35" Type="http://schemas.openxmlformats.org/officeDocument/2006/relationships/tags" Target="../tags/tag35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282" Type="http://schemas.openxmlformats.org/officeDocument/2006/relationships/tags" Target="../tags/tag282.xml"/><Relationship Id="rId338" Type="http://schemas.openxmlformats.org/officeDocument/2006/relationships/tags" Target="../tags/tag338.xml"/><Relationship Id="rId8" Type="http://schemas.openxmlformats.org/officeDocument/2006/relationships/tags" Target="../tags/tag8.xml"/><Relationship Id="rId142" Type="http://schemas.openxmlformats.org/officeDocument/2006/relationships/tags" Target="../tags/tag142.xml"/><Relationship Id="rId184" Type="http://schemas.openxmlformats.org/officeDocument/2006/relationships/tags" Target="../tags/tag184.xml"/><Relationship Id="rId391" Type="http://schemas.openxmlformats.org/officeDocument/2006/relationships/tags" Target="../tags/tag391.xml"/><Relationship Id="rId405" Type="http://schemas.openxmlformats.org/officeDocument/2006/relationships/tags" Target="../tags/tag405.xml"/><Relationship Id="rId251" Type="http://schemas.openxmlformats.org/officeDocument/2006/relationships/tags" Target="../tags/tag251.xml"/><Relationship Id="rId46" Type="http://schemas.openxmlformats.org/officeDocument/2006/relationships/tags" Target="../tags/tag46.xml"/><Relationship Id="rId293" Type="http://schemas.openxmlformats.org/officeDocument/2006/relationships/tags" Target="../tags/tag293.xml"/><Relationship Id="rId307" Type="http://schemas.openxmlformats.org/officeDocument/2006/relationships/tags" Target="../tags/tag307.xml"/><Relationship Id="rId349" Type="http://schemas.openxmlformats.org/officeDocument/2006/relationships/tags" Target="../tags/tag349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53" Type="http://schemas.openxmlformats.org/officeDocument/2006/relationships/tags" Target="../tags/tag153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360" Type="http://schemas.openxmlformats.org/officeDocument/2006/relationships/tags" Target="../tags/tag360.xml"/><Relationship Id="rId416" Type="http://schemas.openxmlformats.org/officeDocument/2006/relationships/tags" Target="../tags/tag416.xml"/><Relationship Id="rId220" Type="http://schemas.openxmlformats.org/officeDocument/2006/relationships/tags" Target="../tags/tag220.xml"/><Relationship Id="rId15" Type="http://schemas.openxmlformats.org/officeDocument/2006/relationships/tags" Target="../tags/tag15.xml"/><Relationship Id="rId57" Type="http://schemas.openxmlformats.org/officeDocument/2006/relationships/tags" Target="../tags/tag57.xml"/><Relationship Id="rId262" Type="http://schemas.openxmlformats.org/officeDocument/2006/relationships/tags" Target="../tags/tag262.xml"/><Relationship Id="rId318" Type="http://schemas.openxmlformats.org/officeDocument/2006/relationships/tags" Target="../tags/tag318.xml"/><Relationship Id="rId99" Type="http://schemas.openxmlformats.org/officeDocument/2006/relationships/tags" Target="../tags/tag99.xml"/><Relationship Id="rId122" Type="http://schemas.openxmlformats.org/officeDocument/2006/relationships/tags" Target="../tags/tag122.xml"/><Relationship Id="rId164" Type="http://schemas.openxmlformats.org/officeDocument/2006/relationships/tags" Target="../tags/tag164.xml"/><Relationship Id="rId371" Type="http://schemas.openxmlformats.org/officeDocument/2006/relationships/tags" Target="../tags/tag371.xml"/><Relationship Id="rId427" Type="http://schemas.openxmlformats.org/officeDocument/2006/relationships/tags" Target="../tags/tag427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73" Type="http://schemas.openxmlformats.org/officeDocument/2006/relationships/tags" Target="../tags/tag273.xml"/><Relationship Id="rId329" Type="http://schemas.openxmlformats.org/officeDocument/2006/relationships/tags" Target="../tags/tag329.xml"/><Relationship Id="rId68" Type="http://schemas.openxmlformats.org/officeDocument/2006/relationships/tags" Target="../tags/tag68.xml"/><Relationship Id="rId133" Type="http://schemas.openxmlformats.org/officeDocument/2006/relationships/tags" Target="../tags/tag133.xml"/><Relationship Id="rId175" Type="http://schemas.openxmlformats.org/officeDocument/2006/relationships/tags" Target="../tags/tag175.xml"/><Relationship Id="rId340" Type="http://schemas.openxmlformats.org/officeDocument/2006/relationships/tags" Target="../tags/tag340.xml"/><Relationship Id="rId200" Type="http://schemas.openxmlformats.org/officeDocument/2006/relationships/tags" Target="../tags/tag200.xml"/><Relationship Id="rId382" Type="http://schemas.openxmlformats.org/officeDocument/2006/relationships/tags" Target="../tags/tag382.xml"/><Relationship Id="rId242" Type="http://schemas.openxmlformats.org/officeDocument/2006/relationships/tags" Target="../tags/tag242.xml"/><Relationship Id="rId284" Type="http://schemas.openxmlformats.org/officeDocument/2006/relationships/tags" Target="../tags/tag284.xml"/><Relationship Id="rId37" Type="http://schemas.openxmlformats.org/officeDocument/2006/relationships/tags" Target="../tags/tag37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86" Type="http://schemas.openxmlformats.org/officeDocument/2006/relationships/tags" Target="../tags/tag186.xml"/><Relationship Id="rId351" Type="http://schemas.openxmlformats.org/officeDocument/2006/relationships/tags" Target="../tags/tag351.xml"/><Relationship Id="rId393" Type="http://schemas.openxmlformats.org/officeDocument/2006/relationships/tags" Target="../tags/tag393.xml"/><Relationship Id="rId407" Type="http://schemas.openxmlformats.org/officeDocument/2006/relationships/tags" Target="../tags/tag407.xml"/><Relationship Id="rId211" Type="http://schemas.openxmlformats.org/officeDocument/2006/relationships/tags" Target="../tags/tag211.xml"/><Relationship Id="rId253" Type="http://schemas.openxmlformats.org/officeDocument/2006/relationships/tags" Target="../tags/tag253.xml"/><Relationship Id="rId295" Type="http://schemas.openxmlformats.org/officeDocument/2006/relationships/tags" Target="../tags/tag295.xml"/><Relationship Id="rId309" Type="http://schemas.openxmlformats.org/officeDocument/2006/relationships/tags" Target="../tags/tag309.xml"/><Relationship Id="rId48" Type="http://schemas.openxmlformats.org/officeDocument/2006/relationships/tags" Target="../tags/tag48.xml"/><Relationship Id="rId113" Type="http://schemas.openxmlformats.org/officeDocument/2006/relationships/tags" Target="../tags/tag113.xml"/><Relationship Id="rId320" Type="http://schemas.openxmlformats.org/officeDocument/2006/relationships/tags" Target="../tags/tag320.xml"/><Relationship Id="rId155" Type="http://schemas.openxmlformats.org/officeDocument/2006/relationships/tags" Target="../tags/tag155.xml"/><Relationship Id="rId197" Type="http://schemas.openxmlformats.org/officeDocument/2006/relationships/tags" Target="../tags/tag197.xml"/><Relationship Id="rId362" Type="http://schemas.openxmlformats.org/officeDocument/2006/relationships/tags" Target="../tags/tag362.xml"/><Relationship Id="rId418" Type="http://schemas.openxmlformats.org/officeDocument/2006/relationships/tags" Target="../tags/tag418.xml"/><Relationship Id="rId222" Type="http://schemas.openxmlformats.org/officeDocument/2006/relationships/tags" Target="../tags/tag222.xml"/><Relationship Id="rId264" Type="http://schemas.openxmlformats.org/officeDocument/2006/relationships/tags" Target="../tags/tag264.xml"/><Relationship Id="rId17" Type="http://schemas.openxmlformats.org/officeDocument/2006/relationships/tags" Target="../tags/tag17.xml"/><Relationship Id="rId59" Type="http://schemas.openxmlformats.org/officeDocument/2006/relationships/tags" Target="../tags/tag59.xml"/><Relationship Id="rId124" Type="http://schemas.openxmlformats.org/officeDocument/2006/relationships/tags" Target="../tags/tag124.xml"/><Relationship Id="rId70" Type="http://schemas.openxmlformats.org/officeDocument/2006/relationships/tags" Target="../tags/tag70.xml"/><Relationship Id="rId166" Type="http://schemas.openxmlformats.org/officeDocument/2006/relationships/tags" Target="../tags/tag166.xml"/><Relationship Id="rId331" Type="http://schemas.openxmlformats.org/officeDocument/2006/relationships/tags" Target="../tags/tag331.xml"/><Relationship Id="rId373" Type="http://schemas.openxmlformats.org/officeDocument/2006/relationships/tags" Target="../tags/tag373.xml"/><Relationship Id="rId429" Type="http://schemas.openxmlformats.org/officeDocument/2006/relationships/tags" Target="../tags/tag429.xml"/><Relationship Id="rId1" Type="http://schemas.openxmlformats.org/officeDocument/2006/relationships/tags" Target="../tags/tag1.xml"/><Relationship Id="rId233" Type="http://schemas.openxmlformats.org/officeDocument/2006/relationships/tags" Target="../tags/tag2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TLSHAPE_SL_79f05e8de72e4cc385fce875fa65517f_BackgroundRectangle" hidden="1">
            <a:extLst>
              <a:ext uri="{FF2B5EF4-FFF2-40B4-BE49-F238E27FC236}">
                <a16:creationId xmlns:a16="http://schemas.microsoft.com/office/drawing/2014/main" id="{4C6F552F-2F6F-32F3-0BDE-E648F2D6ECD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386080"/>
            <a:ext cx="11290300" cy="6706870"/>
          </a:xfrm>
          <a:prstGeom prst="rect">
            <a:avLst/>
          </a:prstGeom>
          <a:solidFill>
            <a:srgbClr val="5B9BD5">
              <a:alpha val="1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OTLSHAPE_SL2A_8e5c7d79cbe2439585d4cbb53630e7d6_BackgroundRectangle" hidden="1">
            <a:extLst>
              <a:ext uri="{FF2B5EF4-FFF2-40B4-BE49-F238E27FC236}">
                <a16:creationId xmlns:a16="http://schemas.microsoft.com/office/drawing/2014/main" id="{8BDF180B-AAC6-E1BB-4127-0142E7A5EB1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84098" y="7599087"/>
            <a:ext cx="8966200" cy="861737"/>
          </a:xfrm>
          <a:prstGeom prst="rect">
            <a:avLst/>
          </a:prstGeom>
          <a:solidFill>
            <a:srgbClr val="FFC000">
              <a:alpha val="1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2" name="OTLSHAPE_SL2A_24c634baf60e476387ee9736772eaa88_BackgroundRectangle" hidden="1">
            <a:extLst>
              <a:ext uri="{FF2B5EF4-FFF2-40B4-BE49-F238E27FC236}">
                <a16:creationId xmlns:a16="http://schemas.microsoft.com/office/drawing/2014/main" id="{28DEAA24-4EF5-0560-17C9-17E42F6F519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84098" y="8486225"/>
            <a:ext cx="8966200" cy="1219200"/>
          </a:xfrm>
          <a:prstGeom prst="rect">
            <a:avLst/>
          </a:prstGeom>
          <a:solidFill>
            <a:srgbClr val="A5A5A5">
              <a:alpha val="1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TLSHAPE_SL_3fe7f0b71f594937a920779eb28b09f0_BackgroundRectangle">
            <a:extLst>
              <a:ext uri="{FF2B5EF4-FFF2-40B4-BE49-F238E27FC236}">
                <a16:creationId xmlns:a16="http://schemas.microsoft.com/office/drawing/2014/main" id="{AD146740-6EF6-F551-CA63-7AAB6A214016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3500" y="7599087"/>
            <a:ext cx="11163295" cy="861737"/>
          </a:xfrm>
          <a:prstGeom prst="rect">
            <a:avLst/>
          </a:prstGeom>
          <a:solidFill>
            <a:srgbClr val="FFC000">
              <a:alpha val="1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TLSHAPE_SL_9eb76584bb32452eac07fb2637baea1a_BackgroundRectangle">
            <a:extLst>
              <a:ext uri="{FF2B5EF4-FFF2-40B4-BE49-F238E27FC236}">
                <a16:creationId xmlns:a16="http://schemas.microsoft.com/office/drawing/2014/main" id="{DA0FC82D-3B86-AAB8-4177-17FABF68C0D4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3500" y="8486225"/>
            <a:ext cx="11290300" cy="744980"/>
          </a:xfrm>
          <a:prstGeom prst="rect">
            <a:avLst/>
          </a:prstGeom>
          <a:solidFill>
            <a:srgbClr val="A5A5A5">
              <a:alpha val="1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OTLSHAPE_SL2A_d3034adb229e4aa7baaa635326255d5b_BackgroundRectangle">
            <a:extLst>
              <a:ext uri="{FF2B5EF4-FFF2-40B4-BE49-F238E27FC236}">
                <a16:creationId xmlns:a16="http://schemas.microsoft.com/office/drawing/2014/main" id="{0F124277-CBD8-B28C-1B56-50B93A04F6B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965200" y="2942167"/>
            <a:ext cx="3731098" cy="689356"/>
          </a:xfrm>
          <a:prstGeom prst="rect">
            <a:avLst/>
          </a:prstGeom>
          <a:solidFill>
            <a:srgbClr val="5B9BD5">
              <a:alpha val="1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OTLSHAPE_SL2A_6b7376fccf574927b3e28e723bfc9b6b_BackgroundRectangle">
            <a:extLst>
              <a:ext uri="{FF2B5EF4-FFF2-40B4-BE49-F238E27FC236}">
                <a16:creationId xmlns:a16="http://schemas.microsoft.com/office/drawing/2014/main" id="{A555F460-57AF-9E70-3E70-C633753CDA4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965200" y="386080"/>
            <a:ext cx="12442677" cy="2556087"/>
          </a:xfrm>
          <a:prstGeom prst="rect">
            <a:avLst/>
          </a:prstGeom>
          <a:solidFill>
            <a:srgbClr val="5B9BD5">
              <a:alpha val="1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6" name="OTLSHAPE_SL2A_1b83f76b15af4cb38d85d2e43af43db2_BackgroundRectangle">
            <a:extLst>
              <a:ext uri="{FF2B5EF4-FFF2-40B4-BE49-F238E27FC236}">
                <a16:creationId xmlns:a16="http://schemas.microsoft.com/office/drawing/2014/main" id="{775A49A8-0248-7612-B7B5-54BF4EF3A29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965200" y="6115050"/>
            <a:ext cx="10388600" cy="745716"/>
          </a:xfrm>
          <a:prstGeom prst="rect">
            <a:avLst/>
          </a:prstGeom>
          <a:solidFill>
            <a:srgbClr val="5B9BD5">
              <a:alpha val="1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9" name="OTLSHAPE_SL2A_fb38aea1f1f0498e9eee3b96d8eb746d_BackgroundRectangle">
            <a:extLst>
              <a:ext uri="{FF2B5EF4-FFF2-40B4-BE49-F238E27FC236}">
                <a16:creationId xmlns:a16="http://schemas.microsoft.com/office/drawing/2014/main" id="{8D10E72B-F635-F252-9F2B-68051530AD7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965200" y="3631523"/>
            <a:ext cx="10388600" cy="2483527"/>
          </a:xfrm>
          <a:prstGeom prst="rect">
            <a:avLst/>
          </a:prstGeom>
          <a:solidFill>
            <a:srgbClr val="5B9BD5">
              <a:alpha val="1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7" name="OTLSHAPE_SL_d6cf33a162234d3782d265d43fa67604_BackgroundRectangle">
            <a:extLst>
              <a:ext uri="{FF2B5EF4-FFF2-40B4-BE49-F238E27FC236}">
                <a16:creationId xmlns:a16="http://schemas.microsoft.com/office/drawing/2014/main" id="{D6230710-C690-72BF-3C51-1ECF079DF6F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3500" y="7118350"/>
            <a:ext cx="11290300" cy="455337"/>
          </a:xfrm>
          <a:prstGeom prst="rect">
            <a:avLst/>
          </a:prstGeom>
          <a:solidFill>
            <a:schemeClr val="accent6">
              <a:lumMod val="20000"/>
              <a:lumOff val="80000"/>
              <a:alpha val="14902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2" name="OTLSHAPE_SL2A_17fdc880d883446cb25f285905271feb_BackgroundRectangle" hidden="1">
            <a:extLst>
              <a:ext uri="{FF2B5EF4-FFF2-40B4-BE49-F238E27FC236}">
                <a16:creationId xmlns:a16="http://schemas.microsoft.com/office/drawing/2014/main" id="{0F134508-F064-ADDC-6B23-C684E2A11AAF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384098" y="7118350"/>
            <a:ext cx="8966200" cy="455337"/>
          </a:xfrm>
          <a:prstGeom prst="rect">
            <a:avLst/>
          </a:prstGeom>
          <a:solidFill>
            <a:srgbClr val="FFC000">
              <a:alpha val="1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716E18CA-BCD6-DB41-171E-E65C80723DA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b="1">
                <a:solidFill>
                  <a:srgbClr val="ED7D3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E9179B15-D604-EF90-83C9-1350B73CF77C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b="1">
                <a:solidFill>
                  <a:srgbClr val="ED7D31"/>
                </a:solidFill>
                <a:latin typeface="Calibri" panose="020F0502020204030204" pitchFamily="34" charset="0"/>
              </a:rPr>
              <a:t>2027</a:t>
            </a:r>
          </a:p>
        </p:txBody>
      </p:sp>
      <p:cxnSp>
        <p:nvCxnSpPr>
          <p:cNvPr id="27" name="OTLSHAPE_M_177188707e544830b8ce884a45b14d3a_Connector1">
            <a:extLst>
              <a:ext uri="{FF2B5EF4-FFF2-40B4-BE49-F238E27FC236}">
                <a16:creationId xmlns:a16="http://schemas.microsoft.com/office/drawing/2014/main" id="{EACC37DC-72D2-1B2F-2803-A2F0A22E1133}"/>
              </a:ext>
            </a:extLst>
          </p:cNvPr>
          <p:cNvCxnSpPr>
            <a:cxnSpLocks noChangeAspect="1"/>
          </p:cNvCxnSpPr>
          <p:nvPr>
            <p:custDataLst>
              <p:tags r:id="rId15"/>
            </p:custDataLst>
          </p:nvPr>
        </p:nvCxnSpPr>
        <p:spPr>
          <a:xfrm>
            <a:off x="2734008" y="-452501"/>
            <a:ext cx="0" cy="521081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OTLSHAPE_M_b8c603269952439b977cb103e5f76bdb_Connector1">
            <a:extLst>
              <a:ext uri="{FF2B5EF4-FFF2-40B4-BE49-F238E27FC236}">
                <a16:creationId xmlns:a16="http://schemas.microsoft.com/office/drawing/2014/main" id="{270CACA2-3E00-1EF1-4AD2-095D9CF12E5A}"/>
              </a:ext>
            </a:extLst>
          </p:cNvPr>
          <p:cNvCxnSpPr>
            <a:cxnSpLocks noChangeAspect="1"/>
          </p:cNvCxnSpPr>
          <p:nvPr>
            <p:custDataLst>
              <p:tags r:id="rId16"/>
            </p:custDataLst>
          </p:nvPr>
        </p:nvCxnSpPr>
        <p:spPr>
          <a:xfrm>
            <a:off x="7383244" y="-367242"/>
            <a:ext cx="0" cy="435822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OTLSHAPE_M_b1a2b0ad50c54f3db24b3aab69d68fc5_Connector1">
            <a:extLst>
              <a:ext uri="{FF2B5EF4-FFF2-40B4-BE49-F238E27FC236}">
                <a16:creationId xmlns:a16="http://schemas.microsoft.com/office/drawing/2014/main" id="{47A11810-7B6B-AF41-5BF6-7DB9A5B12AC0}"/>
              </a:ext>
            </a:extLst>
          </p:cNvPr>
          <p:cNvCxnSpPr>
            <a:cxnSpLocks noChangeAspect="1"/>
          </p:cNvCxnSpPr>
          <p:nvPr>
            <p:custDataLst>
              <p:tags r:id="rId17"/>
            </p:custDataLst>
          </p:nvPr>
        </p:nvCxnSpPr>
        <p:spPr>
          <a:xfrm>
            <a:off x="9982196" y="-444754"/>
            <a:ext cx="0" cy="513334"/>
          </a:xfrm>
          <a:prstGeom prst="line">
            <a:avLst/>
          </a:prstGeom>
          <a:ln w="9525" cap="flat" cmpd="sng" algn="ctr">
            <a:solidFill>
              <a:srgbClr val="4F81BD">
                <a:alpha val="4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OTLSHAPE_SL2AL_00000000000000000000000000000000_ShapeBelow0">
            <a:extLst>
              <a:ext uri="{FF2B5EF4-FFF2-40B4-BE49-F238E27FC236}">
                <a16:creationId xmlns:a16="http://schemas.microsoft.com/office/drawing/2014/main" id="{EB63688D-0F8A-CB26-9D0B-9DD1048A7BD7}"/>
              </a:ext>
            </a:extLst>
          </p:cNvPr>
          <p:cNvCxnSpPr>
            <a:cxnSpLocks noChangeAspect="1"/>
          </p:cNvCxnSpPr>
          <p:nvPr>
            <p:custDataLst>
              <p:tags r:id="rId18"/>
            </p:custDataLst>
          </p:nvPr>
        </p:nvCxnSpPr>
        <p:spPr>
          <a:xfrm>
            <a:off x="965200" y="2942167"/>
            <a:ext cx="10382334" cy="0"/>
          </a:xfrm>
          <a:prstGeom prst="line">
            <a:avLst/>
          </a:prstGeom>
          <a:ln w="9525" cap="flat" cmpd="sng" algn="ctr">
            <a:solidFill>
              <a:srgbClr val="4472C4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OTLSHAPE_SL2AL_00000000000000000000000000000000_ShapeBelow1">
            <a:extLst>
              <a:ext uri="{FF2B5EF4-FFF2-40B4-BE49-F238E27FC236}">
                <a16:creationId xmlns:a16="http://schemas.microsoft.com/office/drawing/2014/main" id="{2F2CE487-52D8-C408-BF10-68E186351D8E}"/>
              </a:ext>
            </a:extLst>
          </p:cNvPr>
          <p:cNvCxnSpPr>
            <a:cxnSpLocks noChangeAspect="1"/>
          </p:cNvCxnSpPr>
          <p:nvPr>
            <p:custDataLst>
              <p:tags r:id="rId19"/>
            </p:custDataLst>
          </p:nvPr>
        </p:nvCxnSpPr>
        <p:spPr>
          <a:xfrm>
            <a:off x="965200" y="3631523"/>
            <a:ext cx="10382334" cy="0"/>
          </a:xfrm>
          <a:prstGeom prst="line">
            <a:avLst/>
          </a:prstGeom>
          <a:ln w="9525" cap="flat" cmpd="sng" algn="ctr">
            <a:solidFill>
              <a:srgbClr val="4472C4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OTLSHAPE_SL2AL_00000000000000000000000000000000_ShapeBelow2">
            <a:extLst>
              <a:ext uri="{FF2B5EF4-FFF2-40B4-BE49-F238E27FC236}">
                <a16:creationId xmlns:a16="http://schemas.microsoft.com/office/drawing/2014/main" id="{0D48BAA8-5C72-1939-C50D-36BA1D085D53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>
            <a:off x="965200" y="6115050"/>
            <a:ext cx="10382334" cy="0"/>
          </a:xfrm>
          <a:prstGeom prst="line">
            <a:avLst/>
          </a:prstGeom>
          <a:ln w="9525" cap="flat" cmpd="sng" algn="ctr">
            <a:solidFill>
              <a:srgbClr val="4472C4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OTLSHAPE_SLA_bda42802d16c41e3b9372f199e401bc2_Connector1">
            <a:extLst>
              <a:ext uri="{FF2B5EF4-FFF2-40B4-BE49-F238E27FC236}">
                <a16:creationId xmlns:a16="http://schemas.microsoft.com/office/drawing/2014/main" id="{3D61D00C-2DC5-85D7-C72B-DD1F9B9CB713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>
            <a:off x="3383745" y="3729482"/>
            <a:ext cx="0" cy="326560"/>
          </a:xfrm>
          <a:prstGeom prst="line">
            <a:avLst/>
          </a:prstGeom>
          <a:ln w="9525" cap="flat" cmpd="sng" algn="ctr">
            <a:solidFill>
              <a:srgbClr val="70AD47">
                <a:alpha val="4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OTLSHAPE_SL2A_8e5c7d79cbe2439585d4cbb53630e7d6_HeaderRectangle" hidden="1">
            <a:extLst>
              <a:ext uri="{FF2B5EF4-FFF2-40B4-BE49-F238E27FC236}">
                <a16:creationId xmlns:a16="http://schemas.microsoft.com/office/drawing/2014/main" id="{D983B22C-9811-5485-9067-F3EF5BDDD436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2384098" y="7599087"/>
            <a:ext cx="0" cy="0"/>
          </a:xfrm>
          <a:prstGeom prst="rect">
            <a:avLst/>
          </a:prstGeom>
          <a:solidFill>
            <a:srgbClr val="FFC000">
              <a:alpha val="24706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0" name="OTLSHAPE_SL2A_24c634baf60e476387ee9736772eaa88_HeaderRectangle" hidden="1">
            <a:extLst>
              <a:ext uri="{FF2B5EF4-FFF2-40B4-BE49-F238E27FC236}">
                <a16:creationId xmlns:a16="http://schemas.microsoft.com/office/drawing/2014/main" id="{0FE7764A-E704-8F07-52BD-610E88621C29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384098" y="8486225"/>
            <a:ext cx="0" cy="0"/>
          </a:xfrm>
          <a:prstGeom prst="rect">
            <a:avLst/>
          </a:prstGeom>
          <a:solidFill>
            <a:srgbClr val="A5A5A5">
              <a:alpha val="24706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8880E5B1-2A9A-DB89-0B98-3D41862551DE}"/>
              </a:ext>
            </a:extLst>
          </p:cNvPr>
          <p:cNvSpPr>
            <a:spLocks noChangeAspect="1"/>
          </p:cNvSpPr>
          <p:nvPr>
            <p:custDataLst>
              <p:tags r:id="rId24"/>
            </p:custDataLst>
          </p:nvPr>
        </p:nvSpPr>
        <p:spPr>
          <a:xfrm>
            <a:off x="2511098" y="68580"/>
            <a:ext cx="9296408" cy="254000"/>
          </a:xfrm>
          <a:prstGeom prst="roundRect">
            <a:avLst/>
          </a:prstGeom>
          <a:solidFill>
            <a:srgbClr val="44546A"/>
          </a:solidFill>
          <a:ln w="1905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905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TLSHAPE_SL_79f05e8de72e4cc385fce875fa65517f_HeaderRectangle">
            <a:extLst>
              <a:ext uri="{FF2B5EF4-FFF2-40B4-BE49-F238E27FC236}">
                <a16:creationId xmlns:a16="http://schemas.microsoft.com/office/drawing/2014/main" id="{F1F5B0E1-96BC-A308-37F7-11AA5BADCF91}"/>
              </a:ext>
            </a:extLst>
          </p:cNvPr>
          <p:cNvSpPr>
            <a:spLocks noChangeAspect="1"/>
          </p:cNvSpPr>
          <p:nvPr>
            <p:custDataLst>
              <p:tags r:id="rId25"/>
            </p:custDataLst>
          </p:nvPr>
        </p:nvSpPr>
        <p:spPr>
          <a:xfrm>
            <a:off x="63500" y="386080"/>
            <a:ext cx="1269427" cy="6706870"/>
          </a:xfrm>
          <a:prstGeom prst="rect">
            <a:avLst/>
          </a:prstGeom>
          <a:solidFill>
            <a:srgbClr val="5B9BD5">
              <a:alpha val="49804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TLSHAPE_SL_3fe7f0b71f594937a920779eb28b09f0_HeaderRectangle">
            <a:extLst>
              <a:ext uri="{FF2B5EF4-FFF2-40B4-BE49-F238E27FC236}">
                <a16:creationId xmlns:a16="http://schemas.microsoft.com/office/drawing/2014/main" id="{8232F1C0-6D06-BD21-633A-C310E4486E3A}"/>
              </a:ext>
            </a:extLst>
          </p:cNvPr>
          <p:cNvSpPr>
            <a:spLocks noChangeAspect="1"/>
          </p:cNvSpPr>
          <p:nvPr>
            <p:custDataLst>
              <p:tags r:id="rId26"/>
            </p:custDataLst>
          </p:nvPr>
        </p:nvSpPr>
        <p:spPr>
          <a:xfrm>
            <a:off x="63500" y="7599087"/>
            <a:ext cx="1854129" cy="861737"/>
          </a:xfrm>
          <a:prstGeom prst="rect">
            <a:avLst/>
          </a:prstGeom>
          <a:solidFill>
            <a:srgbClr val="FFC000">
              <a:alpha val="49804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OTLSHAPE_SL_9eb76584bb32452eac07fb2637baea1a_HeaderRectangle">
            <a:extLst>
              <a:ext uri="{FF2B5EF4-FFF2-40B4-BE49-F238E27FC236}">
                <a16:creationId xmlns:a16="http://schemas.microsoft.com/office/drawing/2014/main" id="{B4D0AFB6-DE52-153B-7145-450322121999}"/>
              </a:ext>
            </a:extLst>
          </p:cNvPr>
          <p:cNvSpPr>
            <a:spLocks noChangeAspect="1"/>
          </p:cNvSpPr>
          <p:nvPr>
            <p:custDataLst>
              <p:tags r:id="rId27"/>
            </p:custDataLst>
          </p:nvPr>
        </p:nvSpPr>
        <p:spPr>
          <a:xfrm>
            <a:off x="63500" y="8486225"/>
            <a:ext cx="2324100" cy="916992"/>
          </a:xfrm>
          <a:prstGeom prst="rect">
            <a:avLst/>
          </a:prstGeom>
          <a:solidFill>
            <a:srgbClr val="A5A5A5">
              <a:alpha val="49804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OTLSHAPE_SL2A_d3034adb229e4aa7baaa635326255d5b_HeaderRectangle">
            <a:extLst>
              <a:ext uri="{FF2B5EF4-FFF2-40B4-BE49-F238E27FC236}">
                <a16:creationId xmlns:a16="http://schemas.microsoft.com/office/drawing/2014/main" id="{3E70DF91-A0F2-3D14-961D-FBCBE82C46BF}"/>
              </a:ext>
            </a:extLst>
          </p:cNvPr>
          <p:cNvSpPr>
            <a:spLocks noChangeAspect="1"/>
          </p:cNvSpPr>
          <p:nvPr>
            <p:custDataLst>
              <p:tags r:id="rId28"/>
            </p:custDataLst>
          </p:nvPr>
        </p:nvSpPr>
        <p:spPr>
          <a:xfrm>
            <a:off x="965200" y="2942167"/>
            <a:ext cx="346655" cy="689356"/>
          </a:xfrm>
          <a:prstGeom prst="rect">
            <a:avLst/>
          </a:prstGeom>
          <a:solidFill>
            <a:srgbClr val="5B9BD5">
              <a:alpha val="24706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OTLSHAPE_SL2A_6b7376fccf574927b3e28e723bfc9b6b_HeaderRectangle">
            <a:extLst>
              <a:ext uri="{FF2B5EF4-FFF2-40B4-BE49-F238E27FC236}">
                <a16:creationId xmlns:a16="http://schemas.microsoft.com/office/drawing/2014/main" id="{1A2BD93D-7DD6-ADFE-B295-048E0417622C}"/>
              </a:ext>
            </a:extLst>
          </p:cNvPr>
          <p:cNvSpPr>
            <a:spLocks noChangeAspect="1"/>
          </p:cNvSpPr>
          <p:nvPr>
            <p:custDataLst>
              <p:tags r:id="rId29"/>
            </p:custDataLst>
          </p:nvPr>
        </p:nvSpPr>
        <p:spPr>
          <a:xfrm>
            <a:off x="965200" y="386080"/>
            <a:ext cx="1170350" cy="2556087"/>
          </a:xfrm>
          <a:prstGeom prst="rect">
            <a:avLst/>
          </a:prstGeom>
          <a:solidFill>
            <a:srgbClr val="5B9BD5">
              <a:alpha val="24706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4" name="OTLSHAPE_SL2A_1b83f76b15af4cb38d85d2e43af43db2_HeaderRectangle">
            <a:extLst>
              <a:ext uri="{FF2B5EF4-FFF2-40B4-BE49-F238E27FC236}">
                <a16:creationId xmlns:a16="http://schemas.microsoft.com/office/drawing/2014/main" id="{86B54AF0-0EFA-C055-C29D-8BE1A6E993E1}"/>
              </a:ext>
            </a:extLst>
          </p:cNvPr>
          <p:cNvSpPr>
            <a:spLocks noChangeAspect="1"/>
          </p:cNvSpPr>
          <p:nvPr>
            <p:custDataLst>
              <p:tags r:id="rId30"/>
            </p:custDataLst>
          </p:nvPr>
        </p:nvSpPr>
        <p:spPr>
          <a:xfrm>
            <a:off x="965200" y="6115050"/>
            <a:ext cx="1422400" cy="1085516"/>
          </a:xfrm>
          <a:prstGeom prst="rect">
            <a:avLst/>
          </a:prstGeom>
          <a:solidFill>
            <a:srgbClr val="5B9BD5">
              <a:alpha val="24706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7" name="OTLSHAPE_SL2A_fb38aea1f1f0498e9eee3b96d8eb746d_HeaderRectangle">
            <a:extLst>
              <a:ext uri="{FF2B5EF4-FFF2-40B4-BE49-F238E27FC236}">
                <a16:creationId xmlns:a16="http://schemas.microsoft.com/office/drawing/2014/main" id="{0B71DC31-0607-5758-92F4-EF30ADED8541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965200" y="3631523"/>
            <a:ext cx="1422400" cy="2483527"/>
          </a:xfrm>
          <a:prstGeom prst="rect">
            <a:avLst/>
          </a:prstGeom>
          <a:solidFill>
            <a:srgbClr val="5B9BD5">
              <a:alpha val="24706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8" name="OTLSHAPE_SL_d6cf33a162234d3782d265d43fa67604_HeaderRectangle">
            <a:extLst>
              <a:ext uri="{FF2B5EF4-FFF2-40B4-BE49-F238E27FC236}">
                <a16:creationId xmlns:a16="http://schemas.microsoft.com/office/drawing/2014/main" id="{B3CCC132-1CD8-BC1E-D247-C8EBD6342607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63500" y="7118350"/>
            <a:ext cx="2324100" cy="455337"/>
          </a:xfrm>
          <a:prstGeom prst="rect">
            <a:avLst/>
          </a:prstGeom>
          <a:solidFill>
            <a:schemeClr val="accent6">
              <a:lumMod val="75000"/>
              <a:alpha val="49804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80" name="OTLSHAPE_SL2A_17fdc880d883446cb25f285905271feb_HeaderRectangle" hidden="1">
            <a:extLst>
              <a:ext uri="{FF2B5EF4-FFF2-40B4-BE49-F238E27FC236}">
                <a16:creationId xmlns:a16="http://schemas.microsoft.com/office/drawing/2014/main" id="{47747739-D9C2-3EDF-AA89-488CC8237E2D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2384098" y="7118350"/>
            <a:ext cx="0" cy="0"/>
          </a:xfrm>
          <a:prstGeom prst="rect">
            <a:avLst/>
          </a:prstGeom>
          <a:solidFill>
            <a:srgbClr val="FFC000">
              <a:alpha val="24706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OTLSHAPE_G_00000000000000000000000000000000_ShapeBelow0">
            <a:extLst>
              <a:ext uri="{FF2B5EF4-FFF2-40B4-BE49-F238E27FC236}">
                <a16:creationId xmlns:a16="http://schemas.microsoft.com/office/drawing/2014/main" id="{434A6510-3B2B-FAC3-09AB-4BE1BFF27EBD}"/>
              </a:ext>
            </a:extLst>
          </p:cNvPr>
          <p:cNvCxnSpPr>
            <a:cxnSpLocks noChangeAspect="1"/>
          </p:cNvCxnSpPr>
          <p:nvPr>
            <p:custDataLst>
              <p:tags r:id="rId34"/>
            </p:custDataLst>
          </p:nvPr>
        </p:nvCxnSpPr>
        <p:spPr>
          <a:xfrm>
            <a:off x="3377415" y="322579"/>
            <a:ext cx="0" cy="9382844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OTLSHAPE_G_00000000000000000000000000000000_ShapeBelow1">
            <a:extLst>
              <a:ext uri="{FF2B5EF4-FFF2-40B4-BE49-F238E27FC236}">
                <a16:creationId xmlns:a16="http://schemas.microsoft.com/office/drawing/2014/main" id="{4B3B05DC-A598-4C68-D2FF-9E5A2BB4F0CB}"/>
              </a:ext>
            </a:extLst>
          </p:cNvPr>
          <p:cNvCxnSpPr>
            <a:cxnSpLocks noChangeAspect="1"/>
          </p:cNvCxnSpPr>
          <p:nvPr>
            <p:custDataLst>
              <p:tags r:id="rId35"/>
            </p:custDataLst>
          </p:nvPr>
        </p:nvCxnSpPr>
        <p:spPr>
          <a:xfrm>
            <a:off x="4272610" y="322579"/>
            <a:ext cx="0" cy="9382844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OTLSHAPE_G_00000000000000000000000000000000_ShapeBelow2">
            <a:extLst>
              <a:ext uri="{FF2B5EF4-FFF2-40B4-BE49-F238E27FC236}">
                <a16:creationId xmlns:a16="http://schemas.microsoft.com/office/drawing/2014/main" id="{B6ED5D5D-E1FB-9471-2525-5584656180B1}"/>
              </a:ext>
            </a:extLst>
          </p:cNvPr>
          <p:cNvCxnSpPr>
            <a:cxnSpLocks noChangeAspect="1"/>
          </p:cNvCxnSpPr>
          <p:nvPr>
            <p:custDataLst>
              <p:tags r:id="rId36"/>
            </p:custDataLst>
          </p:nvPr>
        </p:nvCxnSpPr>
        <p:spPr>
          <a:xfrm>
            <a:off x="5138927" y="322579"/>
            <a:ext cx="0" cy="9382844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OTLSHAPE_G_00000000000000000000000000000000_ShapeBelow3">
            <a:extLst>
              <a:ext uri="{FF2B5EF4-FFF2-40B4-BE49-F238E27FC236}">
                <a16:creationId xmlns:a16="http://schemas.microsoft.com/office/drawing/2014/main" id="{99E3BDFE-F073-7803-5A42-384F2DAE2EC8}"/>
              </a:ext>
            </a:extLst>
          </p:cNvPr>
          <p:cNvCxnSpPr>
            <a:cxnSpLocks noChangeAspect="1"/>
          </p:cNvCxnSpPr>
          <p:nvPr>
            <p:custDataLst>
              <p:tags r:id="rId37"/>
            </p:custDataLst>
          </p:nvPr>
        </p:nvCxnSpPr>
        <p:spPr>
          <a:xfrm>
            <a:off x="6034122" y="322579"/>
            <a:ext cx="0" cy="9382844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OTLSHAPE_G_00000000000000000000000000000000_ShapeBelow4">
            <a:extLst>
              <a:ext uri="{FF2B5EF4-FFF2-40B4-BE49-F238E27FC236}">
                <a16:creationId xmlns:a16="http://schemas.microsoft.com/office/drawing/2014/main" id="{88C75EA9-35B7-D965-89C1-AEC5CADB920D}"/>
              </a:ext>
            </a:extLst>
          </p:cNvPr>
          <p:cNvCxnSpPr>
            <a:cxnSpLocks noChangeAspect="1"/>
          </p:cNvCxnSpPr>
          <p:nvPr>
            <p:custDataLst>
              <p:tags r:id="rId38"/>
            </p:custDataLst>
          </p:nvPr>
        </p:nvCxnSpPr>
        <p:spPr>
          <a:xfrm>
            <a:off x="6929317" y="322579"/>
            <a:ext cx="0" cy="9382844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OTLSHAPE_G_00000000000000000000000000000000_ShapeBelow5">
            <a:extLst>
              <a:ext uri="{FF2B5EF4-FFF2-40B4-BE49-F238E27FC236}">
                <a16:creationId xmlns:a16="http://schemas.microsoft.com/office/drawing/2014/main" id="{50B4FB71-D189-961B-88AC-926678F183CE}"/>
              </a:ext>
            </a:extLst>
          </p:cNvPr>
          <p:cNvCxnSpPr>
            <a:cxnSpLocks noChangeAspect="1"/>
          </p:cNvCxnSpPr>
          <p:nvPr>
            <p:custDataLst>
              <p:tags r:id="rId39"/>
            </p:custDataLst>
          </p:nvPr>
        </p:nvCxnSpPr>
        <p:spPr>
          <a:xfrm>
            <a:off x="7795633" y="322579"/>
            <a:ext cx="0" cy="9382844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OTLSHAPE_G_00000000000000000000000000000000_ShapeBelow6">
            <a:extLst>
              <a:ext uri="{FF2B5EF4-FFF2-40B4-BE49-F238E27FC236}">
                <a16:creationId xmlns:a16="http://schemas.microsoft.com/office/drawing/2014/main" id="{EAF4A332-B72F-46CA-A83E-846350EC4FC0}"/>
              </a:ext>
            </a:extLst>
          </p:cNvPr>
          <p:cNvCxnSpPr>
            <a:cxnSpLocks noChangeAspect="1"/>
          </p:cNvCxnSpPr>
          <p:nvPr>
            <p:custDataLst>
              <p:tags r:id="rId40"/>
            </p:custDataLst>
          </p:nvPr>
        </p:nvCxnSpPr>
        <p:spPr>
          <a:xfrm>
            <a:off x="8690828" y="322579"/>
            <a:ext cx="0" cy="9382844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OTLSHAPE_G_00000000000000000000000000000000_ShapeBelow7">
            <a:extLst>
              <a:ext uri="{FF2B5EF4-FFF2-40B4-BE49-F238E27FC236}">
                <a16:creationId xmlns:a16="http://schemas.microsoft.com/office/drawing/2014/main" id="{0A777DBE-8484-888F-F521-31D0B6CDEF81}"/>
              </a:ext>
            </a:extLst>
          </p:cNvPr>
          <p:cNvCxnSpPr>
            <a:cxnSpLocks noChangeAspect="1"/>
          </p:cNvCxnSpPr>
          <p:nvPr>
            <p:custDataLst>
              <p:tags r:id="rId41"/>
            </p:custDataLst>
          </p:nvPr>
        </p:nvCxnSpPr>
        <p:spPr>
          <a:xfrm>
            <a:off x="9557145" y="322579"/>
            <a:ext cx="0" cy="9382844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OTLSHAPE_G_00000000000000000000000000000000_ShapeBelow8">
            <a:extLst>
              <a:ext uri="{FF2B5EF4-FFF2-40B4-BE49-F238E27FC236}">
                <a16:creationId xmlns:a16="http://schemas.microsoft.com/office/drawing/2014/main" id="{76E2AA00-7969-8159-5419-842A37C4167E}"/>
              </a:ext>
            </a:extLst>
          </p:cNvPr>
          <p:cNvCxnSpPr>
            <a:cxnSpLocks noChangeAspect="1"/>
          </p:cNvCxnSpPr>
          <p:nvPr>
            <p:custDataLst>
              <p:tags r:id="rId42"/>
            </p:custDataLst>
          </p:nvPr>
        </p:nvCxnSpPr>
        <p:spPr>
          <a:xfrm>
            <a:off x="10452340" y="322579"/>
            <a:ext cx="0" cy="9382844"/>
          </a:xfrm>
          <a:prstGeom prst="line">
            <a:avLst/>
          </a:prstGeom>
          <a:ln w="9525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TLSHAPE_SLT_2ff5b8e034b64a828622147da9a2f6b2_Shape">
            <a:extLst>
              <a:ext uri="{FF2B5EF4-FFF2-40B4-BE49-F238E27FC236}">
                <a16:creationId xmlns:a16="http://schemas.microsoft.com/office/drawing/2014/main" id="{28C1C2AC-A396-E406-0972-D1658D69129F}"/>
              </a:ext>
            </a:extLst>
          </p:cNvPr>
          <p:cNvSpPr>
            <a:spLocks noChangeAspect="1"/>
          </p:cNvSpPr>
          <p:nvPr>
            <p:custDataLst>
              <p:tags r:id="rId43"/>
            </p:custDataLst>
          </p:nvPr>
        </p:nvSpPr>
        <p:spPr>
          <a:xfrm>
            <a:off x="3464047" y="2988014"/>
            <a:ext cx="1824264" cy="155025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OTLSHAPE_SLT_7278bea1c2834835988ba75236d86ee5_Shape">
            <a:extLst>
              <a:ext uri="{FF2B5EF4-FFF2-40B4-BE49-F238E27FC236}">
                <a16:creationId xmlns:a16="http://schemas.microsoft.com/office/drawing/2014/main" id="{C6140F29-572D-C047-AEA8-E3E6AB18E658}"/>
              </a:ext>
            </a:extLst>
          </p:cNvPr>
          <p:cNvSpPr>
            <a:spLocks noChangeAspect="1"/>
          </p:cNvSpPr>
          <p:nvPr>
            <p:custDataLst>
              <p:tags r:id="rId44"/>
            </p:custDataLst>
          </p:nvPr>
        </p:nvSpPr>
        <p:spPr>
          <a:xfrm>
            <a:off x="4373661" y="3236045"/>
            <a:ext cx="381000" cy="60900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OTLSHAPE_SLT_610ce48f97844ee6b66fb66246cf5756_Shape">
            <a:extLst>
              <a:ext uri="{FF2B5EF4-FFF2-40B4-BE49-F238E27FC236}">
                <a16:creationId xmlns:a16="http://schemas.microsoft.com/office/drawing/2014/main" id="{9B50B7FC-C57D-3E28-73C5-612A20915FD6}"/>
              </a:ext>
            </a:extLst>
          </p:cNvPr>
          <p:cNvSpPr>
            <a:spLocks noChangeAspect="1"/>
          </p:cNvSpPr>
          <p:nvPr>
            <p:custDataLst>
              <p:tags r:id="rId45"/>
            </p:custDataLst>
          </p:nvPr>
        </p:nvSpPr>
        <p:spPr>
          <a:xfrm>
            <a:off x="3146378" y="445939"/>
            <a:ext cx="444500" cy="271280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OTLSHAPE_SLT_fd1880fae7724c35b9cc370e6f31e830_Shape">
            <a:extLst>
              <a:ext uri="{FF2B5EF4-FFF2-40B4-BE49-F238E27FC236}">
                <a16:creationId xmlns:a16="http://schemas.microsoft.com/office/drawing/2014/main" id="{D1DD5B04-0D6B-6410-F4FF-6937852F0838}"/>
              </a:ext>
            </a:extLst>
          </p:cNvPr>
          <p:cNvSpPr>
            <a:spLocks noChangeAspect="1"/>
          </p:cNvSpPr>
          <p:nvPr>
            <p:custDataLst>
              <p:tags r:id="rId46"/>
            </p:custDataLst>
          </p:nvPr>
        </p:nvSpPr>
        <p:spPr>
          <a:xfrm>
            <a:off x="3608413" y="632799"/>
            <a:ext cx="1612901" cy="170519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OTLSHAPE_SLT_2a9db05f742340faadae30b2e993372e_Shape">
            <a:extLst>
              <a:ext uri="{FF2B5EF4-FFF2-40B4-BE49-F238E27FC236}">
                <a16:creationId xmlns:a16="http://schemas.microsoft.com/office/drawing/2014/main" id="{E9EB2574-7B34-167F-BD55-52F7F85A371F}"/>
              </a:ext>
            </a:extLst>
          </p:cNvPr>
          <p:cNvSpPr>
            <a:spLocks noChangeAspect="1"/>
          </p:cNvSpPr>
          <p:nvPr>
            <p:custDataLst>
              <p:tags r:id="rId47"/>
            </p:custDataLst>
          </p:nvPr>
        </p:nvSpPr>
        <p:spPr>
          <a:xfrm>
            <a:off x="6409506" y="863177"/>
            <a:ext cx="728327" cy="127000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OTLSHAPE_SLT_caaa4e5d5f3a4f5290cc50bfe0359c08_Shape">
            <a:extLst>
              <a:ext uri="{FF2B5EF4-FFF2-40B4-BE49-F238E27FC236}">
                <a16:creationId xmlns:a16="http://schemas.microsoft.com/office/drawing/2014/main" id="{3F0E71BC-33DE-98E0-10CB-383695E23D72}"/>
              </a:ext>
            </a:extLst>
          </p:cNvPr>
          <p:cNvSpPr>
            <a:spLocks noChangeAspect="1"/>
          </p:cNvSpPr>
          <p:nvPr>
            <p:custDataLst>
              <p:tags r:id="rId48"/>
            </p:custDataLst>
          </p:nvPr>
        </p:nvSpPr>
        <p:spPr>
          <a:xfrm>
            <a:off x="6987071" y="1514433"/>
            <a:ext cx="406400" cy="545659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OTLSHAPE_SLT_45a82ce571a44e28840de9a5b98e480e_Shape">
            <a:extLst>
              <a:ext uri="{FF2B5EF4-FFF2-40B4-BE49-F238E27FC236}">
                <a16:creationId xmlns:a16="http://schemas.microsoft.com/office/drawing/2014/main" id="{E2E55C53-BDFF-8E7C-CB5B-45F75D895F5E}"/>
              </a:ext>
            </a:extLst>
          </p:cNvPr>
          <p:cNvSpPr>
            <a:spLocks noChangeAspect="1"/>
          </p:cNvSpPr>
          <p:nvPr>
            <p:custDataLst>
              <p:tags r:id="rId49"/>
            </p:custDataLst>
          </p:nvPr>
        </p:nvSpPr>
        <p:spPr>
          <a:xfrm>
            <a:off x="7391353" y="1701292"/>
            <a:ext cx="2463800" cy="170519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OTLSHAPE_SLT_ddfa65e0bde445129b80a793833cb2fe_Shape">
            <a:extLst>
              <a:ext uri="{FF2B5EF4-FFF2-40B4-BE49-F238E27FC236}">
                <a16:creationId xmlns:a16="http://schemas.microsoft.com/office/drawing/2014/main" id="{F919E797-414B-A7E0-5235-44F63BC4B468}"/>
              </a:ext>
            </a:extLst>
          </p:cNvPr>
          <p:cNvSpPr>
            <a:spLocks noChangeAspect="1"/>
          </p:cNvSpPr>
          <p:nvPr>
            <p:custDataLst>
              <p:tags r:id="rId50"/>
            </p:custDataLst>
          </p:nvPr>
        </p:nvSpPr>
        <p:spPr>
          <a:xfrm>
            <a:off x="5687595" y="2109470"/>
            <a:ext cx="2463802" cy="170519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0" name="OTLSHAPE_SLT_1a5815dc46424af0a362eed0aea0aff9_Shape">
            <a:extLst>
              <a:ext uri="{FF2B5EF4-FFF2-40B4-BE49-F238E27FC236}">
                <a16:creationId xmlns:a16="http://schemas.microsoft.com/office/drawing/2014/main" id="{AE17D341-7E62-9758-ADEE-10D362757A7E}"/>
              </a:ext>
            </a:extLst>
          </p:cNvPr>
          <p:cNvSpPr>
            <a:spLocks noChangeAspect="1"/>
          </p:cNvSpPr>
          <p:nvPr>
            <p:custDataLst>
              <p:tags r:id="rId51"/>
            </p:custDataLst>
          </p:nvPr>
        </p:nvSpPr>
        <p:spPr>
          <a:xfrm>
            <a:off x="9124007" y="2543048"/>
            <a:ext cx="876300" cy="152803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OTLSHAPE_SLT_8bafd2b064904afbb1c11e027e18f1c2_Shape">
            <a:extLst>
              <a:ext uri="{FF2B5EF4-FFF2-40B4-BE49-F238E27FC236}">
                <a16:creationId xmlns:a16="http://schemas.microsoft.com/office/drawing/2014/main" id="{1ECAFAE7-CC19-EE08-E3FB-0278B525BFDB}"/>
              </a:ext>
            </a:extLst>
          </p:cNvPr>
          <p:cNvSpPr>
            <a:spLocks noChangeAspect="1"/>
          </p:cNvSpPr>
          <p:nvPr>
            <p:custDataLst>
              <p:tags r:id="rId52"/>
            </p:custDataLst>
          </p:nvPr>
        </p:nvSpPr>
        <p:spPr>
          <a:xfrm>
            <a:off x="2886483" y="7836746"/>
            <a:ext cx="1172318" cy="170519"/>
          </a:xfrm>
          <a:prstGeom prst="roundRect">
            <a:avLst/>
          </a:prstGeom>
          <a:solidFill>
            <a:srgbClr val="CE92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OTLSHAPE_SLT_b0084b7ab19f454ab91058e59ce03604_Shape">
            <a:extLst>
              <a:ext uri="{FF2B5EF4-FFF2-40B4-BE49-F238E27FC236}">
                <a16:creationId xmlns:a16="http://schemas.microsoft.com/office/drawing/2014/main" id="{173BEFEF-71B4-9934-3FDE-E89EE312E326}"/>
              </a:ext>
            </a:extLst>
          </p:cNvPr>
          <p:cNvSpPr>
            <a:spLocks noChangeAspect="1"/>
          </p:cNvSpPr>
          <p:nvPr>
            <p:custDataLst>
              <p:tags r:id="rId53"/>
            </p:custDataLst>
          </p:nvPr>
        </p:nvSpPr>
        <p:spPr>
          <a:xfrm>
            <a:off x="7824491" y="8248566"/>
            <a:ext cx="2323319" cy="170519"/>
          </a:xfrm>
          <a:prstGeom prst="roundRect">
            <a:avLst/>
          </a:prstGeom>
          <a:solidFill>
            <a:srgbClr val="CE92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OTLSHAPE_SLT_2503871154dd4946a30768afa26b3696_Shape">
            <a:extLst>
              <a:ext uri="{FF2B5EF4-FFF2-40B4-BE49-F238E27FC236}">
                <a16:creationId xmlns:a16="http://schemas.microsoft.com/office/drawing/2014/main" id="{0E9626F6-60DB-970E-D330-FFFC94917B24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2742096" y="4056041"/>
            <a:ext cx="673100" cy="127000"/>
          </a:xfrm>
          <a:prstGeom prst="roundRect">
            <a:avLst/>
          </a:prstGeom>
          <a:solidFill>
            <a:srgbClr val="74AD49"/>
          </a:solidFill>
          <a:ln w="1905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OTLSHAPE_SLT_9ea2df71eb134dae91cc10cc8f3c30e3_Shape">
            <a:extLst>
              <a:ext uri="{FF2B5EF4-FFF2-40B4-BE49-F238E27FC236}">
                <a16:creationId xmlns:a16="http://schemas.microsoft.com/office/drawing/2014/main" id="{A500FD38-F4D8-2BAF-ECF1-3B27E9A6AB83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3406273" y="4264660"/>
            <a:ext cx="2374900" cy="127000"/>
          </a:xfrm>
          <a:prstGeom prst="roundRect">
            <a:avLst/>
          </a:prstGeom>
          <a:solidFill>
            <a:srgbClr val="74AD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0" name="OTLSHAPE_SLT_fd78de88d52e40c29d8a23210b65ef27_Shape">
            <a:extLst>
              <a:ext uri="{FF2B5EF4-FFF2-40B4-BE49-F238E27FC236}">
                <a16:creationId xmlns:a16="http://schemas.microsoft.com/office/drawing/2014/main" id="{AD06C7D5-5DE4-358F-7E81-618EC19E58A8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4301467" y="4451519"/>
            <a:ext cx="1739900" cy="170519"/>
          </a:xfrm>
          <a:prstGeom prst="roundRect">
            <a:avLst/>
          </a:prstGeom>
          <a:solidFill>
            <a:srgbClr val="FEBA0A"/>
          </a:solidFill>
          <a:ln w="1905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8" name="OTLSHAPE_SLT_b7dbb505b1df4e17b7e3768d3bdb8e77_Shape">
            <a:extLst>
              <a:ext uri="{FF2B5EF4-FFF2-40B4-BE49-F238E27FC236}">
                <a16:creationId xmlns:a16="http://schemas.microsoft.com/office/drawing/2014/main" id="{553A089D-98A0-8480-B4EC-34D9B74372B7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6062979" y="4660138"/>
            <a:ext cx="1282700" cy="170519"/>
          </a:xfrm>
          <a:prstGeom prst="roundRect">
            <a:avLst/>
          </a:prstGeom>
          <a:solidFill>
            <a:srgbClr val="FEBA0A"/>
          </a:solidFill>
          <a:ln w="1905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3" name="OTLSHAPE_SLT_88abe54f65c242ecbee8aae0349aa0b7_Shape">
            <a:extLst>
              <a:ext uri="{FF2B5EF4-FFF2-40B4-BE49-F238E27FC236}">
                <a16:creationId xmlns:a16="http://schemas.microsoft.com/office/drawing/2014/main" id="{02747F0E-851E-9FB2-230A-9FCFFA16F065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7362455" y="5068316"/>
            <a:ext cx="2628900" cy="170519"/>
          </a:xfrm>
          <a:prstGeom prst="roundRect">
            <a:avLst/>
          </a:prstGeom>
          <a:solidFill>
            <a:srgbClr val="FEBA0A"/>
          </a:solidFill>
          <a:ln w="1905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6" name="OTLSHAPE_SLT_0779e939f3ad43288a450896a62d4350_Shape">
            <a:extLst>
              <a:ext uri="{FF2B5EF4-FFF2-40B4-BE49-F238E27FC236}">
                <a16:creationId xmlns:a16="http://schemas.microsoft.com/office/drawing/2014/main" id="{5CD69724-1E9D-484A-7A39-74A0B9C9CA09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6467261" y="5280575"/>
            <a:ext cx="876300" cy="170519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1" name="OTLSHAPE_SLT_fbdd0dc7a47b48dfbe3e235be5e95495_Shape">
            <a:extLst>
              <a:ext uri="{FF2B5EF4-FFF2-40B4-BE49-F238E27FC236}">
                <a16:creationId xmlns:a16="http://schemas.microsoft.com/office/drawing/2014/main" id="{D6114366-8AD4-ED88-BD33-32CCA5ED5D1A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3406273" y="1050036"/>
            <a:ext cx="1562100" cy="170519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2" name="OTLSHAPE_SLT_aef5732d237d4978a66d2c62910d5575_Shape">
            <a:extLst>
              <a:ext uri="{FF2B5EF4-FFF2-40B4-BE49-F238E27FC236}">
                <a16:creationId xmlns:a16="http://schemas.microsoft.com/office/drawing/2014/main" id="{9DC56B2B-CA09-93E3-68A7-83BCDD910A75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5572066" y="1284055"/>
            <a:ext cx="876300" cy="170519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1" name="OTLSHAPE_SLT_3bd57d7902a246b8a93363b7ad80bb42_Shape">
            <a:extLst>
              <a:ext uri="{FF2B5EF4-FFF2-40B4-BE49-F238E27FC236}">
                <a16:creationId xmlns:a16="http://schemas.microsoft.com/office/drawing/2014/main" id="{A7572841-AF10-2846-115D-932F35DF39B6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5687595" y="2733548"/>
            <a:ext cx="1244600" cy="170519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1" name="OTLSHAPE_SLT_4db32e43c99a4ccb97f4ac403b0aff42_Shape">
            <a:extLst>
              <a:ext uri="{FF2B5EF4-FFF2-40B4-BE49-F238E27FC236}">
                <a16:creationId xmlns:a16="http://schemas.microsoft.com/office/drawing/2014/main" id="{C73A9D3F-9760-A8F4-7467-73B4ED47FFA3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4373661" y="3444663"/>
            <a:ext cx="787400" cy="127000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5" name="OTLSHAPE_SLT_ac02fe290c1a4ea5967aeaa3dd7fa762_Shape">
            <a:extLst>
              <a:ext uri="{FF2B5EF4-FFF2-40B4-BE49-F238E27FC236}">
                <a16:creationId xmlns:a16="http://schemas.microsoft.com/office/drawing/2014/main" id="{92FE6B8A-6C42-2151-492C-208AACCCF5C4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7362455" y="5489194"/>
            <a:ext cx="876300" cy="170519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5" name="OTLSHAPE_SLT_87eecb04af854c6aaf380581074d8f7c_Shape">
            <a:extLst>
              <a:ext uri="{FF2B5EF4-FFF2-40B4-BE49-F238E27FC236}">
                <a16:creationId xmlns:a16="http://schemas.microsoft.com/office/drawing/2014/main" id="{E74F8A93-2888-BA5D-717A-7076CA94E45A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8257649" y="5719572"/>
            <a:ext cx="584200" cy="127000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5" name="OTLSHAPE_SLT_1b09ed3a6055409c9087864b93d96641_Shape">
            <a:extLst>
              <a:ext uri="{FF2B5EF4-FFF2-40B4-BE49-F238E27FC236}">
                <a16:creationId xmlns:a16="http://schemas.microsoft.com/office/drawing/2014/main" id="{4243D7F8-0AAB-15E3-754B-10433152885D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8835195" y="5928190"/>
            <a:ext cx="698500" cy="127000"/>
          </a:xfrm>
          <a:prstGeom prst="roundRect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3" name="OTLSHAPE_SLT_cdaeaa627aee4655b57ed82b6a1f2eca_Shape">
            <a:extLst>
              <a:ext uri="{FF2B5EF4-FFF2-40B4-BE49-F238E27FC236}">
                <a16:creationId xmlns:a16="http://schemas.microsoft.com/office/drawing/2014/main" id="{53170076-DC88-FE2C-9047-D73D56C4CF9D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5355487" y="7156450"/>
            <a:ext cx="2832100" cy="170519"/>
          </a:xfrm>
          <a:prstGeom prst="roundRect">
            <a:avLst/>
          </a:prstGeom>
          <a:solidFill>
            <a:srgbClr val="74AD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3" name="OTLSHAPE_SLT_a824c3fedc044f4fb777eced9ad21625_Shape">
            <a:extLst>
              <a:ext uri="{FF2B5EF4-FFF2-40B4-BE49-F238E27FC236}">
                <a16:creationId xmlns:a16="http://schemas.microsoft.com/office/drawing/2014/main" id="{B7F289FA-54B1-332F-6A2E-EA61204742CF}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5355487" y="7365069"/>
            <a:ext cx="1079500" cy="170519"/>
          </a:xfrm>
          <a:prstGeom prst="roundRect">
            <a:avLst/>
          </a:prstGeom>
          <a:solidFill>
            <a:srgbClr val="74AD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balanced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OTLSHAPE_SLT_2ff5b8e034b64a828622147da9a2f6b2_ShapePercentage" hidden="1">
            <a:extLst>
              <a:ext uri="{FF2B5EF4-FFF2-40B4-BE49-F238E27FC236}">
                <a16:creationId xmlns:a16="http://schemas.microsoft.com/office/drawing/2014/main" id="{83A18A78-A46C-21F6-16A7-15556567C6AF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3464047" y="2988014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OTLSHAPE_SLT_7278bea1c2834835988ba75236d86ee5_ShapePercentage" hidden="1">
            <a:extLst>
              <a:ext uri="{FF2B5EF4-FFF2-40B4-BE49-F238E27FC236}">
                <a16:creationId xmlns:a16="http://schemas.microsoft.com/office/drawing/2014/main" id="{3994757A-0C25-26D2-389A-8E0C5855A8E2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4373661" y="3236045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3" name="OTLSHAPE_SLT_610ce48f97844ee6b66fb66246cf5756_ShapePercentage" hidden="1">
            <a:extLst>
              <a:ext uri="{FF2B5EF4-FFF2-40B4-BE49-F238E27FC236}">
                <a16:creationId xmlns:a16="http://schemas.microsoft.com/office/drawing/2014/main" id="{3F9AFFEC-A48C-402F-657A-7EFCDF839E9D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3146378" y="445939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OTLSHAPE_SLT_fd1880fae7724c35b9cc370e6f31e830_ShapePercentage" hidden="1">
            <a:extLst>
              <a:ext uri="{FF2B5EF4-FFF2-40B4-BE49-F238E27FC236}">
                <a16:creationId xmlns:a16="http://schemas.microsoft.com/office/drawing/2014/main" id="{492C7C26-2ABD-B339-BB18-5461ECC91E5F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3608413" y="632799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OTLSHAPE_SLT_2a9db05f742340faadae30b2e993372e_ShapePercentage" hidden="1">
            <a:extLst>
              <a:ext uri="{FF2B5EF4-FFF2-40B4-BE49-F238E27FC236}">
                <a16:creationId xmlns:a16="http://schemas.microsoft.com/office/drawing/2014/main" id="{3AF91FC4-DF84-8066-670F-0539DB9EC3CA}"/>
              </a:ext>
            </a:extLst>
          </p:cNvPr>
          <p:cNvSpPr/>
          <p:nvPr>
            <p:custDataLst>
              <p:tags r:id="rId73"/>
            </p:custDataLst>
          </p:nvPr>
        </p:nvSpPr>
        <p:spPr>
          <a:xfrm>
            <a:off x="6409506" y="863177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OTLSHAPE_SLT_caaa4e5d5f3a4f5290cc50bfe0359c08_ShapePercentage" hidden="1">
            <a:extLst>
              <a:ext uri="{FF2B5EF4-FFF2-40B4-BE49-F238E27FC236}">
                <a16:creationId xmlns:a16="http://schemas.microsoft.com/office/drawing/2014/main" id="{2269E48E-5531-D3A4-AA55-0FDB489A2059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6987071" y="1514433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OTLSHAPE_SLT_45a82ce571a44e28840de9a5b98e480e_ShapePercentage" hidden="1">
            <a:extLst>
              <a:ext uri="{FF2B5EF4-FFF2-40B4-BE49-F238E27FC236}">
                <a16:creationId xmlns:a16="http://schemas.microsoft.com/office/drawing/2014/main" id="{57013CE8-7FC7-A60F-D247-2EA8EDA8E08A}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7391353" y="1701292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OTLSHAPE_SLT_ddfa65e0bde445129b80a793833cb2fe_ShapePercentage" hidden="1">
            <a:extLst>
              <a:ext uri="{FF2B5EF4-FFF2-40B4-BE49-F238E27FC236}">
                <a16:creationId xmlns:a16="http://schemas.microsoft.com/office/drawing/2014/main" id="{F644C9DC-54D3-41EB-F3D1-439F0FF76FE8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5687595" y="2109470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1" name="OTLSHAPE_SLT_1a5815dc46424af0a362eed0aea0aff9_ShapePercentage" hidden="1">
            <a:extLst>
              <a:ext uri="{FF2B5EF4-FFF2-40B4-BE49-F238E27FC236}">
                <a16:creationId xmlns:a16="http://schemas.microsoft.com/office/drawing/2014/main" id="{B6C466C5-5215-733E-A55D-D82E6DE38BB9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9124007" y="2543048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3" name="OTLSHAPE_SLT_8bafd2b064904afbb1c11e027e18f1c2_ShapePercentage" hidden="1">
            <a:extLst>
              <a:ext uri="{FF2B5EF4-FFF2-40B4-BE49-F238E27FC236}">
                <a16:creationId xmlns:a16="http://schemas.microsoft.com/office/drawing/2014/main" id="{E1D73389-D4C4-2291-5786-DD05D6934400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2886483" y="7836746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7" name="OTLSHAPE_SLT_b0084b7ab19f454ab91058e59ce03604_ShapePercentage" hidden="1">
            <a:extLst>
              <a:ext uri="{FF2B5EF4-FFF2-40B4-BE49-F238E27FC236}">
                <a16:creationId xmlns:a16="http://schemas.microsoft.com/office/drawing/2014/main" id="{C263E929-44EE-1016-8ACA-2BDDDBFC714B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7824491" y="8248566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CE7A6DDB-2E5E-C416-658F-506284EB7D7B}"/>
              </a:ext>
            </a:extLst>
          </p:cNvPr>
          <p:cNvSpPr>
            <a:spLocks noChangeAspect="1"/>
          </p:cNvSpPr>
          <p:nvPr>
            <p:custDataLst>
              <p:tags r:id="rId80"/>
            </p:custDataLst>
          </p:nvPr>
        </p:nvSpPr>
        <p:spPr>
          <a:xfrm>
            <a:off x="2511098" y="68580"/>
            <a:ext cx="3822700" cy="463358"/>
          </a:xfrm>
          <a:prstGeom prst="roundRect">
            <a:avLst/>
          </a:prstGeom>
          <a:solidFill>
            <a:srgbClr val="FF0000">
              <a:alpha val="7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12700" h="139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TLSHAPE_SLT_2503871154dd4946a30768afa26b3696_ShapePercentage" hidden="1">
            <a:extLst>
              <a:ext uri="{FF2B5EF4-FFF2-40B4-BE49-F238E27FC236}">
                <a16:creationId xmlns:a16="http://schemas.microsoft.com/office/drawing/2014/main" id="{DC24971C-20A4-AADE-0C13-357A8448A187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2742096" y="4056041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TLSHAPE_SLT_9ea2df71eb134dae91cc10cc8f3c30e3_ShapePercentage" hidden="1">
            <a:extLst>
              <a:ext uri="{FF2B5EF4-FFF2-40B4-BE49-F238E27FC236}">
                <a16:creationId xmlns:a16="http://schemas.microsoft.com/office/drawing/2014/main" id="{F93D0FA5-ED96-3E9C-9642-A5516BB15708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3406273" y="4264660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1" name="OTLSHAPE_SLT_fd78de88d52e40c29d8a23210b65ef27_ShapePercentage" hidden="1">
            <a:extLst>
              <a:ext uri="{FF2B5EF4-FFF2-40B4-BE49-F238E27FC236}">
                <a16:creationId xmlns:a16="http://schemas.microsoft.com/office/drawing/2014/main" id="{0D36729B-8D81-812E-74E8-78CCB4BCDBE6}"/>
              </a:ext>
            </a:extLst>
          </p:cNvPr>
          <p:cNvSpPr/>
          <p:nvPr>
            <p:custDataLst>
              <p:tags r:id="rId83"/>
            </p:custDataLst>
          </p:nvPr>
        </p:nvSpPr>
        <p:spPr>
          <a:xfrm>
            <a:off x="4301467" y="4451519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9" name="OTLSHAPE_SLT_b7dbb505b1df4e17b7e3768d3bdb8e77_ShapePercentage" hidden="1">
            <a:extLst>
              <a:ext uri="{FF2B5EF4-FFF2-40B4-BE49-F238E27FC236}">
                <a16:creationId xmlns:a16="http://schemas.microsoft.com/office/drawing/2014/main" id="{A9C2D43E-C6B3-F83A-B6C7-0A7B00487FE9}"/>
              </a:ext>
            </a:extLst>
          </p:cNvPr>
          <p:cNvSpPr/>
          <p:nvPr>
            <p:custDataLst>
              <p:tags r:id="rId84"/>
            </p:custDataLst>
          </p:nvPr>
        </p:nvSpPr>
        <p:spPr>
          <a:xfrm>
            <a:off x="6062979" y="4660138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4" name="OTLSHAPE_SLT_88abe54f65c242ecbee8aae0349aa0b7_ShapePercentage" hidden="1">
            <a:extLst>
              <a:ext uri="{FF2B5EF4-FFF2-40B4-BE49-F238E27FC236}">
                <a16:creationId xmlns:a16="http://schemas.microsoft.com/office/drawing/2014/main" id="{ADCE6087-FFF1-1BD1-4572-A112771F20D5}"/>
              </a:ext>
            </a:extLst>
          </p:cNvPr>
          <p:cNvSpPr/>
          <p:nvPr>
            <p:custDataLst>
              <p:tags r:id="rId85"/>
            </p:custDataLst>
          </p:nvPr>
        </p:nvSpPr>
        <p:spPr>
          <a:xfrm>
            <a:off x="7362455" y="5068316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6" name="OTLSHAPE_SLT_0779e939f3ad43288a450896a62d4350_ShapePercentage" hidden="1">
            <a:extLst>
              <a:ext uri="{FF2B5EF4-FFF2-40B4-BE49-F238E27FC236}">
                <a16:creationId xmlns:a16="http://schemas.microsoft.com/office/drawing/2014/main" id="{D03A1F91-E506-8E55-F084-4936B779F0DA}"/>
              </a:ext>
            </a:extLst>
          </p:cNvPr>
          <p:cNvSpPr/>
          <p:nvPr>
            <p:custDataLst>
              <p:tags r:id="rId86"/>
            </p:custDataLst>
          </p:nvPr>
        </p:nvSpPr>
        <p:spPr>
          <a:xfrm>
            <a:off x="6467261" y="5280575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2" name="OTLSHAPE_SLT_fbdd0dc7a47b48dfbe3e235be5e95495_ShapePercentage" hidden="1">
            <a:extLst>
              <a:ext uri="{FF2B5EF4-FFF2-40B4-BE49-F238E27FC236}">
                <a16:creationId xmlns:a16="http://schemas.microsoft.com/office/drawing/2014/main" id="{18A5A300-0AE0-39A6-8189-D60F3389A02C}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3406273" y="1050036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3" name="OTLSHAPE_SLT_aef5732d237d4978a66d2c62910d5575_ShapePercentage" hidden="1">
            <a:extLst>
              <a:ext uri="{FF2B5EF4-FFF2-40B4-BE49-F238E27FC236}">
                <a16:creationId xmlns:a16="http://schemas.microsoft.com/office/drawing/2014/main" id="{3F1D3166-E7D1-AF1F-8663-9E80C4CFD5F2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5572066" y="1284055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2" name="OTLSHAPE_SLT_3bd57d7902a246b8a93363b7ad80bb42_ShapePercentage" hidden="1">
            <a:extLst>
              <a:ext uri="{FF2B5EF4-FFF2-40B4-BE49-F238E27FC236}">
                <a16:creationId xmlns:a16="http://schemas.microsoft.com/office/drawing/2014/main" id="{0CF3FCB2-E8A7-4954-3E06-CEDC7D2F3C66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>
            <a:off x="5687595" y="2733548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2" name="OTLSHAPE_SLT_4db32e43c99a4ccb97f4ac403b0aff42_ShapePercentage" hidden="1">
            <a:extLst>
              <a:ext uri="{FF2B5EF4-FFF2-40B4-BE49-F238E27FC236}">
                <a16:creationId xmlns:a16="http://schemas.microsoft.com/office/drawing/2014/main" id="{829852EF-1C09-30C3-509C-555CFC7ABF6F}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4373661" y="3444663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6" name="OTLSHAPE_SLT_ac02fe290c1a4ea5967aeaa3dd7fa762_ShapePercentage" hidden="1">
            <a:extLst>
              <a:ext uri="{FF2B5EF4-FFF2-40B4-BE49-F238E27FC236}">
                <a16:creationId xmlns:a16="http://schemas.microsoft.com/office/drawing/2014/main" id="{A2AB913F-FED3-EB36-3A3B-361D61F11A1C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7362455" y="5489194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6" name="OTLSHAPE_SLT_87eecb04af854c6aaf380581074d8f7c_ShapePercentage" hidden="1">
            <a:extLst>
              <a:ext uri="{FF2B5EF4-FFF2-40B4-BE49-F238E27FC236}">
                <a16:creationId xmlns:a16="http://schemas.microsoft.com/office/drawing/2014/main" id="{9D563356-7DCB-8CBC-974B-B7456C349F32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8257649" y="5719572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6" name="OTLSHAPE_SLT_1b09ed3a6055409c9087864b93d96641_ShapePercentage" hidden="1">
            <a:extLst>
              <a:ext uri="{FF2B5EF4-FFF2-40B4-BE49-F238E27FC236}">
                <a16:creationId xmlns:a16="http://schemas.microsoft.com/office/drawing/2014/main" id="{AB173416-4285-EE06-7E86-EF6BD17DFB19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8835195" y="5928190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4" name="OTLSHAPE_SLT_cdaeaa627aee4655b57ed82b6a1f2eca_ShapePercentage" hidden="1">
            <a:extLst>
              <a:ext uri="{FF2B5EF4-FFF2-40B4-BE49-F238E27FC236}">
                <a16:creationId xmlns:a16="http://schemas.microsoft.com/office/drawing/2014/main" id="{4626B39A-75DE-72F9-AECB-B629EA24C74A}"/>
              </a:ext>
            </a:extLst>
          </p:cNvPr>
          <p:cNvSpPr/>
          <p:nvPr>
            <p:custDataLst>
              <p:tags r:id="rId94"/>
            </p:custDataLst>
          </p:nvPr>
        </p:nvSpPr>
        <p:spPr>
          <a:xfrm>
            <a:off x="5355487" y="7156450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4" name="OTLSHAPE_SLT_a824c3fedc044f4fb777eced9ad21625_ShapePercentage" hidden="1">
            <a:extLst>
              <a:ext uri="{FF2B5EF4-FFF2-40B4-BE49-F238E27FC236}">
                <a16:creationId xmlns:a16="http://schemas.microsoft.com/office/drawing/2014/main" id="{E60C3C5A-F8C6-CCCC-A8DA-86FE5259C165}"/>
              </a:ext>
            </a:extLst>
          </p:cNvPr>
          <p:cNvSpPr/>
          <p:nvPr>
            <p:custDataLst>
              <p:tags r:id="rId95"/>
            </p:custDataLst>
          </p:nvPr>
        </p:nvSpPr>
        <p:spPr>
          <a:xfrm>
            <a:off x="5355487" y="7365069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OTLSHAPE_SL2A_8e5c7d79cbe2439585d4cbb53630e7d6_Header" hidden="1">
            <a:extLst>
              <a:ext uri="{FF2B5EF4-FFF2-40B4-BE49-F238E27FC236}">
                <a16:creationId xmlns:a16="http://schemas.microsoft.com/office/drawing/2014/main" id="{2DC0B3B3-FE4B-6312-478A-4DF70D35F397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12700" y="-6866109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61" name="OTLSHAPE_SL2A_24c634baf60e476387ee9736772eaa88_Header" hidden="1">
            <a:extLst>
              <a:ext uri="{FF2B5EF4-FFF2-40B4-BE49-F238E27FC236}">
                <a16:creationId xmlns:a16="http://schemas.microsoft.com/office/drawing/2014/main" id="{59B92D63-8CA5-C437-A3D4-B9F9212E3B47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12700" y="-6866109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OTLSHAPE_SL_79f05e8de72e4cc385fce875fa65517f_Header">
            <a:extLst>
              <a:ext uri="{FF2B5EF4-FFF2-40B4-BE49-F238E27FC236}">
                <a16:creationId xmlns:a16="http://schemas.microsoft.com/office/drawing/2014/main" id="{8A9C5D03-7400-584A-8599-0A133A24499C}"/>
              </a:ext>
            </a:extLst>
          </p:cNvPr>
          <p:cNvSpPr txBox="1">
            <a:spLocks noChangeAspect="1"/>
          </p:cNvSpPr>
          <p:nvPr>
            <p:custDataLst>
              <p:tags r:id="rId98"/>
            </p:custDataLst>
          </p:nvPr>
        </p:nvSpPr>
        <p:spPr>
          <a:xfrm>
            <a:off x="63500" y="3667527"/>
            <a:ext cx="843621" cy="14397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000">
                <a:solidFill>
                  <a:srgbClr val="203864"/>
                </a:solidFill>
                <a:latin typeface="Franklin Gothic Medium" panose="020B0603020102020204" pitchFamily="34" charset="0"/>
              </a:rPr>
              <a:t>Bifrost</a:t>
            </a:r>
          </a:p>
        </p:txBody>
      </p:sp>
      <p:sp>
        <p:nvSpPr>
          <p:cNvPr id="47" name="OTLSHAPE_SL_3fe7f0b71f594937a920779eb28b09f0_Header">
            <a:extLst>
              <a:ext uri="{FF2B5EF4-FFF2-40B4-BE49-F238E27FC236}">
                <a16:creationId xmlns:a16="http://schemas.microsoft.com/office/drawing/2014/main" id="{5AB9EC81-AC4B-0B4E-3AEF-C1EA8B234186}"/>
              </a:ext>
            </a:extLst>
          </p:cNvPr>
          <p:cNvSpPr txBox="1">
            <a:spLocks noChangeAspect="1"/>
          </p:cNvSpPr>
          <p:nvPr>
            <p:custDataLst>
              <p:tags r:id="rId99"/>
            </p:custDataLst>
          </p:nvPr>
        </p:nvSpPr>
        <p:spPr>
          <a:xfrm>
            <a:off x="63500" y="7885981"/>
            <a:ext cx="2174389" cy="28795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000">
                <a:solidFill>
                  <a:srgbClr val="765A00"/>
                </a:solidFill>
                <a:latin typeface="Franklin Gothic Medium" panose="020B0603020102020204" pitchFamily="34" charset="0"/>
              </a:rPr>
              <a:t>Autonomus Navigation (Aerostack2)</a:t>
            </a:r>
          </a:p>
          <a:p>
            <a:pPr algn="ctr"/>
            <a:r>
              <a:rPr lang="en-GB" sz="1000">
                <a:solidFill>
                  <a:srgbClr val="765A00"/>
                </a:solidFill>
                <a:latin typeface="Franklin Gothic Medium" panose="020B0603020102020204" pitchFamily="34" charset="0"/>
              </a:rPr>
              <a:t>(UPM)</a:t>
            </a:r>
            <a:endParaRPr lang="en-GB" sz="1000" dirty="0">
              <a:solidFill>
                <a:srgbClr val="765A00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50" name="OTLSHAPE_SL_9eb76584bb32452eac07fb2637baea1a_Header">
            <a:extLst>
              <a:ext uri="{FF2B5EF4-FFF2-40B4-BE49-F238E27FC236}">
                <a16:creationId xmlns:a16="http://schemas.microsoft.com/office/drawing/2014/main" id="{29833B8A-38C5-5BBF-7211-C1C7A6B26E01}"/>
              </a:ext>
            </a:extLst>
          </p:cNvPr>
          <p:cNvSpPr txBox="1">
            <a:spLocks noChangeAspect="1"/>
          </p:cNvSpPr>
          <p:nvPr>
            <p:custDataLst>
              <p:tags r:id="rId100"/>
            </p:custDataLst>
          </p:nvPr>
        </p:nvSpPr>
        <p:spPr>
          <a:xfrm>
            <a:off x="63500" y="9023837"/>
            <a:ext cx="2174404" cy="14397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Franklin Gothic Medium" panose="020B0603020102020204" pitchFamily="34" charset="0"/>
              </a:rPr>
              <a:t>Development Release</a:t>
            </a:r>
          </a:p>
        </p:txBody>
      </p:sp>
      <p:sp>
        <p:nvSpPr>
          <p:cNvPr id="61" name="OTLSHAPE_SL2A_d3034adb229e4aa7baaa635326255d5b_Header">
            <a:extLst>
              <a:ext uri="{FF2B5EF4-FFF2-40B4-BE49-F238E27FC236}">
                <a16:creationId xmlns:a16="http://schemas.microsoft.com/office/drawing/2014/main" id="{CB6BE940-E76E-F5A9-DDA4-B8D3AF2A0A36}"/>
              </a:ext>
            </a:extLst>
          </p:cNvPr>
          <p:cNvSpPr txBox="1">
            <a:spLocks noChangeAspect="1"/>
          </p:cNvSpPr>
          <p:nvPr>
            <p:custDataLst>
              <p:tags r:id="rId101"/>
            </p:custDataLst>
          </p:nvPr>
        </p:nvSpPr>
        <p:spPr>
          <a:xfrm>
            <a:off x="1028700" y="2914735"/>
            <a:ext cx="1305144" cy="7442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dk1"/>
                </a:solidFill>
                <a:latin typeface="Calibri" panose="020F0502020204030204" pitchFamily="34" charset="0"/>
              </a:rPr>
              <a:t>System</a:t>
            </a:r>
          </a:p>
          <a:p>
            <a:r>
              <a:rPr lang="en-GB" sz="1200">
                <a:solidFill>
                  <a:schemeClr val="dk1"/>
                </a:solidFill>
                <a:latin typeface="Calibri" panose="020F0502020204030204" pitchFamily="34" charset="0"/>
              </a:rPr>
              <a:t>Embedding on Advanced Platform</a:t>
            </a:r>
          </a:p>
          <a:p>
            <a:r>
              <a:rPr lang="en-GB" sz="1200">
                <a:solidFill>
                  <a:schemeClr val="dk1"/>
                </a:solidFill>
                <a:latin typeface="Calibri" panose="020F0502020204030204" pitchFamily="34" charset="0"/>
              </a:rPr>
              <a:t>(Yisus)</a:t>
            </a:r>
            <a:endParaRPr lang="en-GB" sz="1200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30" name="OTLSHAPE_SL2A_6b7376fccf574927b3e28e723bfc9b6b_Header">
            <a:extLst>
              <a:ext uri="{FF2B5EF4-FFF2-40B4-BE49-F238E27FC236}">
                <a16:creationId xmlns:a16="http://schemas.microsoft.com/office/drawing/2014/main" id="{4883ECE6-E75D-0A46-2CC1-AA5BAFC5B756}"/>
              </a:ext>
            </a:extLst>
          </p:cNvPr>
          <p:cNvSpPr txBox="1">
            <a:spLocks noChangeAspect="1"/>
          </p:cNvSpPr>
          <p:nvPr>
            <p:custDataLst>
              <p:tags r:id="rId102"/>
            </p:custDataLst>
          </p:nvPr>
        </p:nvSpPr>
        <p:spPr>
          <a:xfrm>
            <a:off x="1028700" y="1478068"/>
            <a:ext cx="1305144" cy="3721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dk1"/>
                </a:solidFill>
                <a:latin typeface="Calibri" panose="020F0502020204030204" pitchFamily="34" charset="0"/>
              </a:rPr>
              <a:t>Event-Based Bifrost</a:t>
            </a:r>
          </a:p>
          <a:p>
            <a:r>
              <a:rPr lang="en-GB" sz="1200">
                <a:solidFill>
                  <a:schemeClr val="dk1"/>
                </a:solidFill>
                <a:latin typeface="Calibri" panose="020F0502020204030204" pitchFamily="34" charset="0"/>
              </a:rPr>
              <a:t>(Fer, Gio)</a:t>
            </a:r>
          </a:p>
        </p:txBody>
      </p:sp>
      <p:sp>
        <p:nvSpPr>
          <p:cNvPr id="215" name="OTLSHAPE_SL2A_1b83f76b15af4cb38d85d2e43af43db2_Header">
            <a:extLst>
              <a:ext uri="{FF2B5EF4-FFF2-40B4-BE49-F238E27FC236}">
                <a16:creationId xmlns:a16="http://schemas.microsoft.com/office/drawing/2014/main" id="{D1250AD6-8BD8-978D-7536-3F7288E89433}"/>
              </a:ext>
            </a:extLst>
          </p:cNvPr>
          <p:cNvSpPr txBox="1">
            <a:spLocks noChangeAspect="1"/>
          </p:cNvSpPr>
          <p:nvPr>
            <p:custDataLst>
              <p:tags r:id="rId103"/>
            </p:custDataLst>
          </p:nvPr>
        </p:nvSpPr>
        <p:spPr>
          <a:xfrm>
            <a:off x="1028700" y="6324917"/>
            <a:ext cx="1305144" cy="5581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dk1"/>
                </a:solidFill>
                <a:latin typeface="Calibri" panose="020F0502020204030204" pitchFamily="34" charset="0"/>
              </a:rPr>
              <a:t>Mechanical Development</a:t>
            </a:r>
          </a:p>
          <a:p>
            <a:r>
              <a:rPr lang="en-GB" sz="1200">
                <a:solidFill>
                  <a:schemeClr val="dk1"/>
                </a:solidFill>
                <a:latin typeface="Calibri" panose="020F0502020204030204" pitchFamily="34" charset="0"/>
              </a:rPr>
              <a:t>(Salva)</a:t>
            </a:r>
          </a:p>
        </p:txBody>
      </p:sp>
      <p:sp>
        <p:nvSpPr>
          <p:cNvPr id="318" name="OTLSHAPE_SL2A_fb38aea1f1f0498e9eee3b96d8eb746d_Header">
            <a:extLst>
              <a:ext uri="{FF2B5EF4-FFF2-40B4-BE49-F238E27FC236}">
                <a16:creationId xmlns:a16="http://schemas.microsoft.com/office/drawing/2014/main" id="{88BB7436-2899-413C-42C9-211E800E05EF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1028700" y="4687231"/>
            <a:ext cx="1295400" cy="3721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dk1"/>
                </a:solidFill>
                <a:latin typeface="Calibri" panose="020F0502020204030204" pitchFamily="34" charset="0"/>
              </a:rPr>
              <a:t>Optics</a:t>
            </a:r>
          </a:p>
          <a:p>
            <a:r>
              <a:rPr lang="en-GB" sz="1200">
                <a:solidFill>
                  <a:schemeClr val="dk1"/>
                </a:solidFill>
                <a:latin typeface="Calibri" panose="020F0502020204030204" pitchFamily="34" charset="0"/>
              </a:rPr>
              <a:t>(Nicola)</a:t>
            </a:r>
          </a:p>
        </p:txBody>
      </p:sp>
      <p:sp>
        <p:nvSpPr>
          <p:cNvPr id="279" name="OTLSHAPE_SL_d6cf33a162234d3782d265d43fa67604_Header">
            <a:extLst>
              <a:ext uri="{FF2B5EF4-FFF2-40B4-BE49-F238E27FC236}">
                <a16:creationId xmlns:a16="http://schemas.microsoft.com/office/drawing/2014/main" id="{E4DCFB2F-B1AC-2D16-A1B6-CF4D2F5CB8B7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63500" y="7274031"/>
            <a:ext cx="2324100" cy="14397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000">
                <a:solidFill>
                  <a:srgbClr val="765A00"/>
                </a:solidFill>
                <a:latin typeface="Franklin Gothic Medium" panose="020B0603020102020204" pitchFamily="34" charset="0"/>
              </a:rPr>
              <a:t>nSLAM (Yisus)</a:t>
            </a:r>
            <a:endParaRPr lang="en-GB" sz="1000" dirty="0">
              <a:solidFill>
                <a:srgbClr val="765A00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1" name="OTLSHAPE_SL2A_17fdc880d883446cb25f285905271feb_Header" hidden="1">
            <a:extLst>
              <a:ext uri="{FF2B5EF4-FFF2-40B4-BE49-F238E27FC236}">
                <a16:creationId xmlns:a16="http://schemas.microsoft.com/office/drawing/2014/main" id="{B01FB9F7-9DFD-B89A-61F8-66BBC4F14974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12700" y="-402799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75" name="OTLSHAPE_SLT_2ff5b8e034b64a828622147da9a2f6b2_BaselineShape" hidden="1">
            <a:extLst>
              <a:ext uri="{FF2B5EF4-FFF2-40B4-BE49-F238E27FC236}">
                <a16:creationId xmlns:a16="http://schemas.microsoft.com/office/drawing/2014/main" id="{E0B3B5C7-C4CC-8263-7FE6-3318B1541F9A}"/>
              </a:ext>
            </a:extLst>
          </p:cNvPr>
          <p:cNvSpPr/>
          <p:nvPr>
            <p:custDataLst>
              <p:tags r:id="rId107"/>
            </p:custDataLst>
          </p:nvPr>
        </p:nvSpPr>
        <p:spPr>
          <a:xfrm>
            <a:off x="2511098" y="3104938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OTLSHAPE_SLT_7278bea1c2834835988ba75236d86ee5_BaselineShape" hidden="1">
            <a:extLst>
              <a:ext uri="{FF2B5EF4-FFF2-40B4-BE49-F238E27FC236}">
                <a16:creationId xmlns:a16="http://schemas.microsoft.com/office/drawing/2014/main" id="{54736D78-E43E-0282-E970-BE9DA128C216}"/>
              </a:ext>
            </a:extLst>
          </p:cNvPr>
          <p:cNvSpPr/>
          <p:nvPr>
            <p:custDataLst>
              <p:tags r:id="rId108"/>
            </p:custDataLst>
          </p:nvPr>
        </p:nvSpPr>
        <p:spPr>
          <a:xfrm>
            <a:off x="2511098" y="3324945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OTLSHAPE_SLT_610ce48f97844ee6b66fb66246cf5756_BaselineShape" hidden="1">
            <a:extLst>
              <a:ext uri="{FF2B5EF4-FFF2-40B4-BE49-F238E27FC236}">
                <a16:creationId xmlns:a16="http://schemas.microsoft.com/office/drawing/2014/main" id="{122B25D8-313A-CD02-05E2-CCEE6C40F094}"/>
              </a:ext>
            </a:extLst>
          </p:cNvPr>
          <p:cNvSpPr/>
          <p:nvPr>
            <p:custDataLst>
              <p:tags r:id="rId109"/>
            </p:custDataLst>
          </p:nvPr>
        </p:nvSpPr>
        <p:spPr>
          <a:xfrm>
            <a:off x="2511098" y="53483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OTLSHAPE_SLT_fd1880fae7724c35b9cc370e6f31e830_BaselineShape" hidden="1">
            <a:extLst>
              <a:ext uri="{FF2B5EF4-FFF2-40B4-BE49-F238E27FC236}">
                <a16:creationId xmlns:a16="http://schemas.microsoft.com/office/drawing/2014/main" id="{AA6E8CF4-AB70-A690-10AF-B2D152E7E87F}"/>
              </a:ext>
            </a:extLst>
          </p:cNvPr>
          <p:cNvSpPr/>
          <p:nvPr>
            <p:custDataLst>
              <p:tags r:id="rId110"/>
            </p:custDataLst>
          </p:nvPr>
        </p:nvSpPr>
        <p:spPr>
          <a:xfrm>
            <a:off x="2511098" y="76521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OTLSHAPE_SLT_2a9db05f742340faadae30b2e993372e_BaselineShape" hidden="1">
            <a:extLst>
              <a:ext uri="{FF2B5EF4-FFF2-40B4-BE49-F238E27FC236}">
                <a16:creationId xmlns:a16="http://schemas.microsoft.com/office/drawing/2014/main" id="{F3A5933C-3E43-19AE-B0D0-14324C95CC1A}"/>
              </a:ext>
            </a:extLst>
          </p:cNvPr>
          <p:cNvSpPr/>
          <p:nvPr>
            <p:custDataLst>
              <p:tags r:id="rId111"/>
            </p:custDataLst>
          </p:nvPr>
        </p:nvSpPr>
        <p:spPr>
          <a:xfrm>
            <a:off x="2511098" y="95207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OTLSHAPE_SLT_caaa4e5d5f3a4f5290cc50bfe0359c08_BaselineShape" hidden="1">
            <a:extLst>
              <a:ext uri="{FF2B5EF4-FFF2-40B4-BE49-F238E27FC236}">
                <a16:creationId xmlns:a16="http://schemas.microsoft.com/office/drawing/2014/main" id="{1BC06A5B-0EA5-5A03-AB58-DFD2E66626B8}"/>
              </a:ext>
            </a:extLst>
          </p:cNvPr>
          <p:cNvSpPr/>
          <p:nvPr>
            <p:custDataLst>
              <p:tags r:id="rId112"/>
            </p:custDataLst>
          </p:nvPr>
        </p:nvSpPr>
        <p:spPr>
          <a:xfrm>
            <a:off x="2511098" y="1603333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OTLSHAPE_SLT_45a82ce571a44e28840de9a5b98e480e_BaselineShape" hidden="1">
            <a:extLst>
              <a:ext uri="{FF2B5EF4-FFF2-40B4-BE49-F238E27FC236}">
                <a16:creationId xmlns:a16="http://schemas.microsoft.com/office/drawing/2014/main" id="{17CD104D-0AEF-6547-4997-0108DDC2C608}"/>
              </a:ext>
            </a:extLst>
          </p:cNvPr>
          <p:cNvSpPr/>
          <p:nvPr>
            <p:custDataLst>
              <p:tags r:id="rId113"/>
            </p:custDataLst>
          </p:nvPr>
        </p:nvSpPr>
        <p:spPr>
          <a:xfrm>
            <a:off x="2511098" y="1833711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OTLSHAPE_SLT_ddfa65e0bde445129b80a793833cb2fe_BaselineShape" hidden="1">
            <a:extLst>
              <a:ext uri="{FF2B5EF4-FFF2-40B4-BE49-F238E27FC236}">
                <a16:creationId xmlns:a16="http://schemas.microsoft.com/office/drawing/2014/main" id="{D5E6CE67-F082-9BC4-EFE3-A67D44CB5244}"/>
              </a:ext>
            </a:extLst>
          </p:cNvPr>
          <p:cNvSpPr/>
          <p:nvPr>
            <p:custDataLst>
              <p:tags r:id="rId114"/>
            </p:custDataLst>
          </p:nvPr>
        </p:nvSpPr>
        <p:spPr>
          <a:xfrm>
            <a:off x="2511098" y="224188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2" name="OTLSHAPE_SLT_1a5815dc46424af0a362eed0aea0aff9_BaselineShape" hidden="1">
            <a:extLst>
              <a:ext uri="{FF2B5EF4-FFF2-40B4-BE49-F238E27FC236}">
                <a16:creationId xmlns:a16="http://schemas.microsoft.com/office/drawing/2014/main" id="{36AD668F-200C-1ACD-1C44-D7E9BED05033}"/>
              </a:ext>
            </a:extLst>
          </p:cNvPr>
          <p:cNvSpPr/>
          <p:nvPr>
            <p:custDataLst>
              <p:tags r:id="rId115"/>
            </p:custDataLst>
          </p:nvPr>
        </p:nvSpPr>
        <p:spPr>
          <a:xfrm>
            <a:off x="2511098" y="2631948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OTLSHAPE_SLT_8bafd2b064904afbb1c11e027e18f1c2_BaselineShape" hidden="1">
            <a:extLst>
              <a:ext uri="{FF2B5EF4-FFF2-40B4-BE49-F238E27FC236}">
                <a16:creationId xmlns:a16="http://schemas.microsoft.com/office/drawing/2014/main" id="{6D15DFCC-9937-1F3F-060C-7669A5F8198C}"/>
              </a:ext>
            </a:extLst>
          </p:cNvPr>
          <p:cNvSpPr/>
          <p:nvPr>
            <p:custDataLst>
              <p:tags r:id="rId116"/>
            </p:custDataLst>
          </p:nvPr>
        </p:nvSpPr>
        <p:spPr>
          <a:xfrm>
            <a:off x="2511098" y="7969166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8" name="OTLSHAPE_SLT_b0084b7ab19f454ab91058e59ce03604_BaselineShape" hidden="1">
            <a:extLst>
              <a:ext uri="{FF2B5EF4-FFF2-40B4-BE49-F238E27FC236}">
                <a16:creationId xmlns:a16="http://schemas.microsoft.com/office/drawing/2014/main" id="{9D1B7222-5921-6979-5311-078038884A69}"/>
              </a:ext>
            </a:extLst>
          </p:cNvPr>
          <p:cNvSpPr/>
          <p:nvPr>
            <p:custDataLst>
              <p:tags r:id="rId117"/>
            </p:custDataLst>
          </p:nvPr>
        </p:nvSpPr>
        <p:spPr>
          <a:xfrm>
            <a:off x="2511098" y="8380984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OTLSHAPE_SLT_2503871154dd4946a30768afa26b3696_BaselineShape" hidden="1">
            <a:extLst>
              <a:ext uri="{FF2B5EF4-FFF2-40B4-BE49-F238E27FC236}">
                <a16:creationId xmlns:a16="http://schemas.microsoft.com/office/drawing/2014/main" id="{26604420-FE1C-D884-BE4A-5477CC7E88AF}"/>
              </a:ext>
            </a:extLst>
          </p:cNvPr>
          <p:cNvSpPr/>
          <p:nvPr>
            <p:custDataLst>
              <p:tags r:id="rId118"/>
            </p:custDataLst>
          </p:nvPr>
        </p:nvSpPr>
        <p:spPr>
          <a:xfrm>
            <a:off x="2511098" y="4144941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OTLSHAPE_SLT_9ea2df71eb134dae91cc10cc8f3c30e3_BaselineShape" hidden="1">
            <a:extLst>
              <a:ext uri="{FF2B5EF4-FFF2-40B4-BE49-F238E27FC236}">
                <a16:creationId xmlns:a16="http://schemas.microsoft.com/office/drawing/2014/main" id="{41336E1D-2109-5E1E-E7E2-0FA328E70345}"/>
              </a:ext>
            </a:extLst>
          </p:cNvPr>
          <p:cNvSpPr/>
          <p:nvPr>
            <p:custDataLst>
              <p:tags r:id="rId119"/>
            </p:custDataLst>
          </p:nvPr>
        </p:nvSpPr>
        <p:spPr>
          <a:xfrm>
            <a:off x="2511098" y="4353560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2" name="OTLSHAPE_SLT_fd78de88d52e40c29d8a23210b65ef27_BaselineShape" hidden="1">
            <a:extLst>
              <a:ext uri="{FF2B5EF4-FFF2-40B4-BE49-F238E27FC236}">
                <a16:creationId xmlns:a16="http://schemas.microsoft.com/office/drawing/2014/main" id="{192AA5BF-FE53-40A2-FD18-3608D1832064}"/>
              </a:ext>
            </a:extLst>
          </p:cNvPr>
          <p:cNvSpPr/>
          <p:nvPr>
            <p:custDataLst>
              <p:tags r:id="rId120"/>
            </p:custDataLst>
          </p:nvPr>
        </p:nvSpPr>
        <p:spPr>
          <a:xfrm>
            <a:off x="2511098" y="4583938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3" name="OTLSHAPE_SLT_b7dbb505b1df4e17b7e3768d3bdb8e77_BaselineShape" hidden="1">
            <a:extLst>
              <a:ext uri="{FF2B5EF4-FFF2-40B4-BE49-F238E27FC236}">
                <a16:creationId xmlns:a16="http://schemas.microsoft.com/office/drawing/2014/main" id="{A4447FE5-F7D2-4E3F-2603-BAFAD20C8E93}"/>
              </a:ext>
            </a:extLst>
          </p:cNvPr>
          <p:cNvSpPr/>
          <p:nvPr>
            <p:custDataLst>
              <p:tags r:id="rId121"/>
            </p:custDataLst>
          </p:nvPr>
        </p:nvSpPr>
        <p:spPr>
          <a:xfrm>
            <a:off x="2511098" y="479255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5" name="OTLSHAPE_SLT_88abe54f65c242ecbee8aae0349aa0b7_BaselineShape" hidden="1">
            <a:extLst>
              <a:ext uri="{FF2B5EF4-FFF2-40B4-BE49-F238E27FC236}">
                <a16:creationId xmlns:a16="http://schemas.microsoft.com/office/drawing/2014/main" id="{555AA87F-AF30-FB50-FE5D-1AF3A812F56A}"/>
              </a:ext>
            </a:extLst>
          </p:cNvPr>
          <p:cNvSpPr/>
          <p:nvPr>
            <p:custDataLst>
              <p:tags r:id="rId122"/>
            </p:custDataLst>
          </p:nvPr>
        </p:nvSpPr>
        <p:spPr>
          <a:xfrm>
            <a:off x="2511098" y="5200734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7" name="OTLSHAPE_SLT_0779e939f3ad43288a450896a62d4350_BaselineShape" hidden="1">
            <a:extLst>
              <a:ext uri="{FF2B5EF4-FFF2-40B4-BE49-F238E27FC236}">
                <a16:creationId xmlns:a16="http://schemas.microsoft.com/office/drawing/2014/main" id="{75559EF6-04A3-FC98-77AF-D4E99668B03C}"/>
              </a:ext>
            </a:extLst>
          </p:cNvPr>
          <p:cNvSpPr/>
          <p:nvPr>
            <p:custDataLst>
              <p:tags r:id="rId123"/>
            </p:custDataLst>
          </p:nvPr>
        </p:nvSpPr>
        <p:spPr>
          <a:xfrm>
            <a:off x="2511098" y="5412994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3" name="OTLSHAPE_SLT_fbdd0dc7a47b48dfbe3e235be5e95495_BaselineShape" hidden="1">
            <a:extLst>
              <a:ext uri="{FF2B5EF4-FFF2-40B4-BE49-F238E27FC236}">
                <a16:creationId xmlns:a16="http://schemas.microsoft.com/office/drawing/2014/main" id="{37350F5A-5D2D-B095-B438-6EA07819C746}"/>
              </a:ext>
            </a:extLst>
          </p:cNvPr>
          <p:cNvSpPr/>
          <p:nvPr>
            <p:custDataLst>
              <p:tags r:id="rId124"/>
            </p:custDataLst>
          </p:nvPr>
        </p:nvSpPr>
        <p:spPr>
          <a:xfrm>
            <a:off x="2511098" y="1182455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4" name="OTLSHAPE_SLT_aef5732d237d4978a66d2c62910d5575_BaselineShape" hidden="1">
            <a:extLst>
              <a:ext uri="{FF2B5EF4-FFF2-40B4-BE49-F238E27FC236}">
                <a16:creationId xmlns:a16="http://schemas.microsoft.com/office/drawing/2014/main" id="{A8791604-A9DF-77AB-261A-C8F2ADC2E1CB}"/>
              </a:ext>
            </a:extLst>
          </p:cNvPr>
          <p:cNvSpPr/>
          <p:nvPr>
            <p:custDataLst>
              <p:tags r:id="rId125"/>
            </p:custDataLst>
          </p:nvPr>
        </p:nvSpPr>
        <p:spPr>
          <a:xfrm>
            <a:off x="2511098" y="1416473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3" name="OTLSHAPE_SLT_3bd57d7902a246b8a93363b7ad80bb42_BaselineShape" hidden="1">
            <a:extLst>
              <a:ext uri="{FF2B5EF4-FFF2-40B4-BE49-F238E27FC236}">
                <a16:creationId xmlns:a16="http://schemas.microsoft.com/office/drawing/2014/main" id="{EFECFA61-FBB8-4514-BEF8-9AC195591F1E}"/>
              </a:ext>
            </a:extLst>
          </p:cNvPr>
          <p:cNvSpPr/>
          <p:nvPr>
            <p:custDataLst>
              <p:tags r:id="rId126"/>
            </p:custDataLst>
          </p:nvPr>
        </p:nvSpPr>
        <p:spPr>
          <a:xfrm>
            <a:off x="2511098" y="286596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3" name="OTLSHAPE_SLT_4db32e43c99a4ccb97f4ac403b0aff42_BaselineShape" hidden="1">
            <a:extLst>
              <a:ext uri="{FF2B5EF4-FFF2-40B4-BE49-F238E27FC236}">
                <a16:creationId xmlns:a16="http://schemas.microsoft.com/office/drawing/2014/main" id="{15D88A66-0D64-D430-A975-116C649FDA06}"/>
              </a:ext>
            </a:extLst>
          </p:cNvPr>
          <p:cNvSpPr/>
          <p:nvPr>
            <p:custDataLst>
              <p:tags r:id="rId127"/>
            </p:custDataLst>
          </p:nvPr>
        </p:nvSpPr>
        <p:spPr>
          <a:xfrm>
            <a:off x="2511098" y="3533563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7" name="OTLSHAPE_SLT_ac02fe290c1a4ea5967aeaa3dd7fa762_BaselineShape" hidden="1">
            <a:extLst>
              <a:ext uri="{FF2B5EF4-FFF2-40B4-BE49-F238E27FC236}">
                <a16:creationId xmlns:a16="http://schemas.microsoft.com/office/drawing/2014/main" id="{3024690A-C795-7BCB-B8B1-67EE42BB6B9D}"/>
              </a:ext>
            </a:extLst>
          </p:cNvPr>
          <p:cNvSpPr/>
          <p:nvPr>
            <p:custDataLst>
              <p:tags r:id="rId128"/>
            </p:custDataLst>
          </p:nvPr>
        </p:nvSpPr>
        <p:spPr>
          <a:xfrm>
            <a:off x="2511098" y="5621613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7" name="OTLSHAPE_SLT_87eecb04af854c6aaf380581074d8f7c_BaselineShape" hidden="1">
            <a:extLst>
              <a:ext uri="{FF2B5EF4-FFF2-40B4-BE49-F238E27FC236}">
                <a16:creationId xmlns:a16="http://schemas.microsoft.com/office/drawing/2014/main" id="{82F7D4F4-88B9-D598-7B5A-0FC14159A18F}"/>
              </a:ext>
            </a:extLst>
          </p:cNvPr>
          <p:cNvSpPr/>
          <p:nvPr>
            <p:custDataLst>
              <p:tags r:id="rId129"/>
            </p:custDataLst>
          </p:nvPr>
        </p:nvSpPr>
        <p:spPr>
          <a:xfrm>
            <a:off x="2511098" y="5808472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7" name="OTLSHAPE_SLT_1b09ed3a6055409c9087864b93d96641_BaselineShape" hidden="1">
            <a:extLst>
              <a:ext uri="{FF2B5EF4-FFF2-40B4-BE49-F238E27FC236}">
                <a16:creationId xmlns:a16="http://schemas.microsoft.com/office/drawing/2014/main" id="{F23A7B79-B376-0E63-6854-66A34185AC1A}"/>
              </a:ext>
            </a:extLst>
          </p:cNvPr>
          <p:cNvSpPr/>
          <p:nvPr>
            <p:custDataLst>
              <p:tags r:id="rId130"/>
            </p:custDataLst>
          </p:nvPr>
        </p:nvSpPr>
        <p:spPr>
          <a:xfrm>
            <a:off x="2511098" y="6017090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5" name="OTLSHAPE_SLT_cdaeaa627aee4655b57ed82b6a1f2eca_BaselineShape" hidden="1">
            <a:extLst>
              <a:ext uri="{FF2B5EF4-FFF2-40B4-BE49-F238E27FC236}">
                <a16:creationId xmlns:a16="http://schemas.microsoft.com/office/drawing/2014/main" id="{ED311713-D1E5-51EB-88D9-96AE18758B61}"/>
              </a:ext>
            </a:extLst>
          </p:cNvPr>
          <p:cNvSpPr/>
          <p:nvPr>
            <p:custDataLst>
              <p:tags r:id="rId131"/>
            </p:custDataLst>
          </p:nvPr>
        </p:nvSpPr>
        <p:spPr>
          <a:xfrm>
            <a:off x="2511098" y="728886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5" name="OTLSHAPE_SLT_a824c3fedc044f4fb777eced9ad21625_BaselineShape" hidden="1">
            <a:extLst>
              <a:ext uri="{FF2B5EF4-FFF2-40B4-BE49-F238E27FC236}">
                <a16:creationId xmlns:a16="http://schemas.microsoft.com/office/drawing/2014/main" id="{16C90DDD-03EB-8F11-0BF5-D949E5EA3D5F}"/>
              </a:ext>
            </a:extLst>
          </p:cNvPr>
          <p:cNvSpPr/>
          <p:nvPr>
            <p:custDataLst>
              <p:tags r:id="rId132"/>
            </p:custDataLst>
          </p:nvPr>
        </p:nvSpPr>
        <p:spPr>
          <a:xfrm>
            <a:off x="2511098" y="749748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7" name="OTLSHAPE_SLM_fcf2b52652ef4b4b875ab5eb4d80630b_Shape">
            <a:extLst>
              <a:ext uri="{FF2B5EF4-FFF2-40B4-BE49-F238E27FC236}">
                <a16:creationId xmlns:a16="http://schemas.microsoft.com/office/drawing/2014/main" id="{0ECA8813-CB95-9636-CF09-4501C458B773}"/>
              </a:ext>
            </a:extLst>
          </p:cNvPr>
          <p:cNvSpPr>
            <a:spLocks noChangeAspect="1"/>
          </p:cNvSpPr>
          <p:nvPr>
            <p:custDataLst>
              <p:tags r:id="rId133"/>
            </p:custDataLst>
          </p:nvPr>
        </p:nvSpPr>
        <p:spPr>
          <a:xfrm>
            <a:off x="5698027" y="6153150"/>
            <a:ext cx="152400" cy="177800"/>
          </a:xfrm>
          <a:prstGeom prst="diamond">
            <a:avLst/>
          </a:prstGeom>
          <a:solidFill>
            <a:srgbClr val="44546A"/>
          </a:solidFill>
          <a:ln w="2286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22860" cap="flat" cmpd="sng" algn="ctr">
                <a:solidFill>
                  <a:srgbClr val="008000"/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5" name="OTLSHAPE_SLM_4ce450ab70154165b9c41340cde6073d_Shape">
            <a:extLst>
              <a:ext uri="{FF2B5EF4-FFF2-40B4-BE49-F238E27FC236}">
                <a16:creationId xmlns:a16="http://schemas.microsoft.com/office/drawing/2014/main" id="{371DE72E-15D1-B88A-FF58-3A1714F0546F}"/>
              </a:ext>
            </a:extLst>
          </p:cNvPr>
          <p:cNvSpPr>
            <a:spLocks noChangeAspect="1"/>
          </p:cNvSpPr>
          <p:nvPr>
            <p:custDataLst>
              <p:tags r:id="rId134"/>
            </p:custDataLst>
          </p:nvPr>
        </p:nvSpPr>
        <p:spPr>
          <a:xfrm>
            <a:off x="8614608" y="6877050"/>
            <a:ext cx="152400" cy="177800"/>
          </a:xfrm>
          <a:prstGeom prst="diamond">
            <a:avLst/>
          </a:prstGeom>
          <a:solidFill>
            <a:srgbClr val="44546A"/>
          </a:solidFill>
          <a:ln w="2286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22860" cap="flat" cmpd="sng" algn="ctr">
                <a:solidFill>
                  <a:srgbClr val="FF0000"/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3" name="OTLSHAPE_SLM_155dc0df6f4143a8a05b7f187d16f3cb_Shape">
            <a:extLst>
              <a:ext uri="{FF2B5EF4-FFF2-40B4-BE49-F238E27FC236}">
                <a16:creationId xmlns:a16="http://schemas.microsoft.com/office/drawing/2014/main" id="{28DBD724-BC23-F071-7F77-ACE0E8C8BC6B}"/>
              </a:ext>
            </a:extLst>
          </p:cNvPr>
          <p:cNvSpPr>
            <a:spLocks noChangeAspect="1"/>
          </p:cNvSpPr>
          <p:nvPr>
            <p:custDataLst>
              <p:tags r:id="rId135"/>
            </p:custDataLst>
          </p:nvPr>
        </p:nvSpPr>
        <p:spPr>
          <a:xfrm>
            <a:off x="7704975" y="8524325"/>
            <a:ext cx="152400" cy="1778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70AD47"/>
          </a:solidFill>
          <a:ln w="2286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22860" cap="flat" cmpd="sng" algn="ctr">
                <a:solidFill>
                  <a:srgbClr val="FF0000"/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7" name="OTLSHAPE_SLM_07b98bcf678d4671aa63e6c90f0402aa_Shape">
            <a:extLst>
              <a:ext uri="{FF2B5EF4-FFF2-40B4-BE49-F238E27FC236}">
                <a16:creationId xmlns:a16="http://schemas.microsoft.com/office/drawing/2014/main" id="{2483031E-A6EA-6F86-4C4E-4C235A2B08C6}"/>
              </a:ext>
            </a:extLst>
          </p:cNvPr>
          <p:cNvSpPr>
            <a:spLocks noChangeAspect="1"/>
          </p:cNvSpPr>
          <p:nvPr>
            <p:custDataLst>
              <p:tags r:id="rId136"/>
            </p:custDataLst>
          </p:nvPr>
        </p:nvSpPr>
        <p:spPr>
          <a:xfrm>
            <a:off x="9986277" y="9006925"/>
            <a:ext cx="152400" cy="1778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1" name="OTLSHAPE_SLM_a9cab79ae3714a009b005736974e1376_Shape">
            <a:extLst>
              <a:ext uri="{FF2B5EF4-FFF2-40B4-BE49-F238E27FC236}">
                <a16:creationId xmlns:a16="http://schemas.microsoft.com/office/drawing/2014/main" id="{C5F2357E-F367-3420-962D-3CD67D4B2C12}"/>
              </a:ext>
            </a:extLst>
          </p:cNvPr>
          <p:cNvSpPr>
            <a:spLocks noChangeAspect="1"/>
          </p:cNvSpPr>
          <p:nvPr>
            <p:custDataLst>
              <p:tags r:id="rId137"/>
            </p:custDataLst>
          </p:nvPr>
        </p:nvSpPr>
        <p:spPr>
          <a:xfrm>
            <a:off x="5943464" y="9248225"/>
            <a:ext cx="152400" cy="1778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6" name="OTLSHAPE_SLM_6729fbb9e14b454c9d7d8db3db2cfe33_Shape">
            <a:extLst>
              <a:ext uri="{FF2B5EF4-FFF2-40B4-BE49-F238E27FC236}">
                <a16:creationId xmlns:a16="http://schemas.microsoft.com/office/drawing/2014/main" id="{30B005AF-73FE-FEEE-04E2-648BCFC0A312}"/>
              </a:ext>
            </a:extLst>
          </p:cNvPr>
          <p:cNvSpPr/>
          <p:nvPr>
            <p:custDataLst>
              <p:tags r:id="rId138"/>
            </p:custDataLst>
          </p:nvPr>
        </p:nvSpPr>
        <p:spPr>
          <a:xfrm>
            <a:off x="10996981" y="9489525"/>
            <a:ext cx="152400" cy="1778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5" name="OTLSHAPE_SLM_767291ba5c244479aeb6207ab4ae1f81_Shape">
            <a:extLst>
              <a:ext uri="{FF2B5EF4-FFF2-40B4-BE49-F238E27FC236}">
                <a16:creationId xmlns:a16="http://schemas.microsoft.com/office/drawing/2014/main" id="{2306E1DA-B6AC-A2C6-771B-1BA1D4E43E22}"/>
              </a:ext>
            </a:extLst>
          </p:cNvPr>
          <p:cNvSpPr/>
          <p:nvPr>
            <p:custDataLst>
              <p:tags r:id="rId139"/>
            </p:custDataLst>
          </p:nvPr>
        </p:nvSpPr>
        <p:spPr>
          <a:xfrm>
            <a:off x="5062708" y="6394450"/>
            <a:ext cx="152400" cy="177800"/>
          </a:xfrm>
          <a:prstGeom prst="diamond">
            <a:avLst/>
          </a:prstGeom>
          <a:solidFill>
            <a:srgbClr val="4454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OTLSHAPE_SLM_6c32e507ec7242a592d8df25c7436320_Shape">
            <a:extLst>
              <a:ext uri="{FF2B5EF4-FFF2-40B4-BE49-F238E27FC236}">
                <a16:creationId xmlns:a16="http://schemas.microsoft.com/office/drawing/2014/main" id="{8D0C4BA9-D617-496C-CD8B-1B6C86DCF1DA}"/>
              </a:ext>
            </a:extLst>
          </p:cNvPr>
          <p:cNvSpPr/>
          <p:nvPr>
            <p:custDataLst>
              <p:tags r:id="rId140"/>
            </p:custDataLst>
          </p:nvPr>
        </p:nvSpPr>
        <p:spPr>
          <a:xfrm>
            <a:off x="6853096" y="6635750"/>
            <a:ext cx="152400" cy="177800"/>
          </a:xfrm>
          <a:prstGeom prst="diamond">
            <a:avLst/>
          </a:prstGeom>
          <a:solidFill>
            <a:srgbClr val="4454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4" name="OTLSHAPE_SLM_316cc7f8fce840d498294af0a1d9adfe_Shape">
            <a:extLst>
              <a:ext uri="{FF2B5EF4-FFF2-40B4-BE49-F238E27FC236}">
                <a16:creationId xmlns:a16="http://schemas.microsoft.com/office/drawing/2014/main" id="{E45E8B65-0FA3-8451-6543-B2231F6ACEBF}"/>
              </a:ext>
            </a:extLst>
          </p:cNvPr>
          <p:cNvSpPr/>
          <p:nvPr>
            <p:custDataLst>
              <p:tags r:id="rId141"/>
            </p:custDataLst>
          </p:nvPr>
        </p:nvSpPr>
        <p:spPr>
          <a:xfrm>
            <a:off x="8138134" y="8765625"/>
            <a:ext cx="152400" cy="1778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TLSHAPE_SLM_517442c35d824caa83292143505cb542_Shape">
            <a:extLst>
              <a:ext uri="{FF2B5EF4-FFF2-40B4-BE49-F238E27FC236}">
                <a16:creationId xmlns:a16="http://schemas.microsoft.com/office/drawing/2014/main" id="{7039E003-6658-9C89-C53C-7626F68634BB}"/>
              </a:ext>
            </a:extLst>
          </p:cNvPr>
          <p:cNvSpPr/>
          <p:nvPr>
            <p:custDataLst>
              <p:tags r:id="rId142"/>
            </p:custDataLst>
          </p:nvPr>
        </p:nvSpPr>
        <p:spPr>
          <a:xfrm>
            <a:off x="4943721" y="1084495"/>
            <a:ext cx="101600" cy="101600"/>
          </a:xfrm>
          <a:prstGeom prst="wave">
            <a:avLst/>
          </a:prstGeom>
          <a:solidFill>
            <a:srgbClr val="B20E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TLSHAPE_SLM_9a2b19f8c0224f1c889d8cd8d7bb1e76_Shape">
            <a:extLst>
              <a:ext uri="{FF2B5EF4-FFF2-40B4-BE49-F238E27FC236}">
                <a16:creationId xmlns:a16="http://schemas.microsoft.com/office/drawing/2014/main" id="{7E9B6ADA-5EF9-16CB-8812-AA5CF279DD77}"/>
              </a:ext>
            </a:extLst>
          </p:cNvPr>
          <p:cNvSpPr/>
          <p:nvPr>
            <p:custDataLst>
              <p:tags r:id="rId143"/>
            </p:custDataLst>
          </p:nvPr>
        </p:nvSpPr>
        <p:spPr>
          <a:xfrm>
            <a:off x="4337299" y="3014726"/>
            <a:ext cx="101600" cy="101600"/>
          </a:xfrm>
          <a:prstGeom prst="wave">
            <a:avLst/>
          </a:prstGeom>
          <a:solidFill>
            <a:srgbClr val="B20E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TLSHAPE_SLM_f61d192d2e654f7d9d98b34e91bd605d_Shape">
            <a:extLst>
              <a:ext uri="{FF2B5EF4-FFF2-40B4-BE49-F238E27FC236}">
                <a16:creationId xmlns:a16="http://schemas.microsoft.com/office/drawing/2014/main" id="{023AF646-9077-2C9F-4F3C-39892809FAA6}"/>
              </a:ext>
            </a:extLst>
          </p:cNvPr>
          <p:cNvSpPr/>
          <p:nvPr>
            <p:custDataLst>
              <p:tags r:id="rId144"/>
            </p:custDataLst>
          </p:nvPr>
        </p:nvSpPr>
        <p:spPr>
          <a:xfrm>
            <a:off x="5131423" y="3457363"/>
            <a:ext cx="101600" cy="101600"/>
          </a:xfrm>
          <a:prstGeom prst="wave">
            <a:avLst/>
          </a:prstGeom>
          <a:solidFill>
            <a:srgbClr val="74AD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662B5256-77B9-AA92-1A61-30E449E00E0E}"/>
              </a:ext>
            </a:extLst>
          </p:cNvPr>
          <p:cNvSpPr/>
          <p:nvPr>
            <p:custDataLst>
              <p:tags r:id="rId145"/>
            </p:custDataLst>
          </p:nvPr>
        </p:nvSpPr>
        <p:spPr>
          <a:xfrm flipV="1">
            <a:off x="6297087" y="-16087"/>
            <a:ext cx="76200" cy="84667"/>
          </a:xfrm>
          <a:prstGeom prst="triangle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85062EDB-6A5E-6935-13B5-7E6106BA6D1F}"/>
              </a:ext>
            </a:extLst>
          </p:cNvPr>
          <p:cNvSpPr txBox="1"/>
          <p:nvPr>
            <p:custDataLst>
              <p:tags r:id="rId146"/>
            </p:custDataLst>
          </p:nvPr>
        </p:nvSpPr>
        <p:spPr>
          <a:xfrm>
            <a:off x="6153244" y="-202142"/>
            <a:ext cx="368300" cy="1905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sz="120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76" name="OTLSHAPE_SLT_2ff5b8e034b64a828622147da9a2f6b2_Duration" hidden="1">
            <a:extLst>
              <a:ext uri="{FF2B5EF4-FFF2-40B4-BE49-F238E27FC236}">
                <a16:creationId xmlns:a16="http://schemas.microsoft.com/office/drawing/2014/main" id="{1E643DDC-6D64-CC39-A02C-733F2CBF991B}"/>
              </a:ext>
            </a:extLst>
          </p:cNvPr>
          <p:cNvSpPr txBox="1"/>
          <p:nvPr>
            <p:custDataLst>
              <p:tags r:id="rId147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23 days</a:t>
            </a:r>
          </a:p>
        </p:txBody>
      </p:sp>
      <p:sp>
        <p:nvSpPr>
          <p:cNvPr id="77" name="OTLSHAPE_SLT_2ff5b8e034b64a828622147da9a2f6b2_TextPercentage" hidden="1">
            <a:extLst>
              <a:ext uri="{FF2B5EF4-FFF2-40B4-BE49-F238E27FC236}">
                <a16:creationId xmlns:a16="http://schemas.microsoft.com/office/drawing/2014/main" id="{05B11C0D-FE0D-637D-4F07-73B24661244D}"/>
              </a:ext>
            </a:extLst>
          </p:cNvPr>
          <p:cNvSpPr txBox="1"/>
          <p:nvPr>
            <p:custDataLst>
              <p:tags r:id="rId14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78" name="OTLSHAPE_SLT_2ff5b8e034b64a828622147da9a2f6b2_JoinedDate">
            <a:extLst>
              <a:ext uri="{FF2B5EF4-FFF2-40B4-BE49-F238E27FC236}">
                <a16:creationId xmlns:a16="http://schemas.microsoft.com/office/drawing/2014/main" id="{FBE6599E-4424-3EC3-1455-76DF23E4CCF1}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3571169" y="2988014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4">
                <a:solidFill>
                  <a:srgbClr val="44546A"/>
                </a:solidFill>
                <a:latin typeface="Calibri" panose="020F0502020204030204" pitchFamily="34" charset="0"/>
              </a:rPr>
              <a:t>May 4 - Jun 3</a:t>
            </a:r>
            <a:endParaRPr lang="en-GB" sz="1000" spc="-4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9" name="OTLSHAPE_SLT_2ff5b8e034b64a828622147da9a2f6b2_Variance" hidden="1">
            <a:extLst>
              <a:ext uri="{FF2B5EF4-FFF2-40B4-BE49-F238E27FC236}">
                <a16:creationId xmlns:a16="http://schemas.microsoft.com/office/drawing/2014/main" id="{0DB63120-A5C3-58A0-A852-6FE47D99ED39}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2700" y="-161851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0" name="OTLSHAPE_SLT_2ff5b8e034b64a828622147da9a2f6b2_StartDate" hidden="1">
            <a:extLst>
              <a:ext uri="{FF2B5EF4-FFF2-40B4-BE49-F238E27FC236}">
                <a16:creationId xmlns:a16="http://schemas.microsoft.com/office/drawing/2014/main" id="{30A43F1E-DD60-6CDA-A8AF-800DE27CE9C4}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OTLSHAPE_SLT_2ff5b8e034b64a828622147da9a2f6b2_EndDate" hidden="1">
            <a:extLst>
              <a:ext uri="{FF2B5EF4-FFF2-40B4-BE49-F238E27FC236}">
                <a16:creationId xmlns:a16="http://schemas.microsoft.com/office/drawing/2014/main" id="{0107AB92-05CF-C4B7-24F2-AB223FFC1872}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0" name="OTLSHAPE_SLT_7278bea1c2834835988ba75236d86ee5_Duration" hidden="1">
            <a:extLst>
              <a:ext uri="{FF2B5EF4-FFF2-40B4-BE49-F238E27FC236}">
                <a16:creationId xmlns:a16="http://schemas.microsoft.com/office/drawing/2014/main" id="{C8348641-CFAA-9440-8103-CF50DB0E5855}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12700" y="-304860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9 days</a:t>
            </a:r>
          </a:p>
        </p:txBody>
      </p:sp>
      <p:sp>
        <p:nvSpPr>
          <p:cNvPr id="91" name="OTLSHAPE_SLT_7278bea1c2834835988ba75236d86ee5_TextPercentage" hidden="1">
            <a:extLst>
              <a:ext uri="{FF2B5EF4-FFF2-40B4-BE49-F238E27FC236}">
                <a16:creationId xmlns:a16="http://schemas.microsoft.com/office/drawing/2014/main" id="{228CC9F4-8589-9357-ECA1-2C8A4F19EFEC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92" name="OTLSHAPE_SLT_7278bea1c2834835988ba75236d86ee5_JoinedDate" hidden="1">
            <a:extLst>
              <a:ext uri="{FF2B5EF4-FFF2-40B4-BE49-F238E27FC236}">
                <a16:creationId xmlns:a16="http://schemas.microsoft.com/office/drawing/2014/main" id="{1B614671-AB8D-2EC2-B8AE-5AC8102B9C8D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12700" y="-766524"/>
            <a:ext cx="6985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Jun 4 - Jun 17</a:t>
            </a:r>
          </a:p>
        </p:txBody>
      </p:sp>
      <p:sp>
        <p:nvSpPr>
          <p:cNvPr id="93" name="OTLSHAPE_SLT_7278bea1c2834835988ba75236d86ee5_Variance" hidden="1">
            <a:extLst>
              <a:ext uri="{FF2B5EF4-FFF2-40B4-BE49-F238E27FC236}">
                <a16:creationId xmlns:a16="http://schemas.microsoft.com/office/drawing/2014/main" id="{F4C401E9-05CE-BABF-E369-4E8E99273DA3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12700" y="-38740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4" name="OTLSHAPE_SLT_7278bea1c2834835988ba75236d86ee5_StartDate" hidden="1">
            <a:extLst>
              <a:ext uri="{FF2B5EF4-FFF2-40B4-BE49-F238E27FC236}">
                <a16:creationId xmlns:a16="http://schemas.microsoft.com/office/drawing/2014/main" id="{C82CA0B6-7E7E-E336-249F-5C37A2736D31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5" name="OTLSHAPE_SLT_7278bea1c2834835988ba75236d86ee5_EndDate" hidden="1">
            <a:extLst>
              <a:ext uri="{FF2B5EF4-FFF2-40B4-BE49-F238E27FC236}">
                <a16:creationId xmlns:a16="http://schemas.microsoft.com/office/drawing/2014/main" id="{FCD9BCF1-50BB-6D0F-0071-D25BA8D4295E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35" name="OTLSHAPE_SLT_610ce48f97844ee6b66fb66246cf5756_Duration" hidden="1">
            <a:extLst>
              <a:ext uri="{FF2B5EF4-FFF2-40B4-BE49-F238E27FC236}">
                <a16:creationId xmlns:a16="http://schemas.microsoft.com/office/drawing/2014/main" id="{EB8926F1-6C93-2F25-95A0-1CE9A511B451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12700" y="-304859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11 days</a:t>
            </a:r>
          </a:p>
        </p:txBody>
      </p:sp>
      <p:sp>
        <p:nvSpPr>
          <p:cNvPr id="136" name="OTLSHAPE_SLT_610ce48f97844ee6b66fb66246cf5756_TextPercentage" hidden="1">
            <a:extLst>
              <a:ext uri="{FF2B5EF4-FFF2-40B4-BE49-F238E27FC236}">
                <a16:creationId xmlns:a16="http://schemas.microsoft.com/office/drawing/2014/main" id="{668B2011-4C9C-30B0-915D-09B11B2CA318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37" name="OTLSHAPE_SLT_610ce48f97844ee6b66fb66246cf5756_JoinedDate" hidden="1">
            <a:extLst>
              <a:ext uri="{FF2B5EF4-FFF2-40B4-BE49-F238E27FC236}">
                <a16:creationId xmlns:a16="http://schemas.microsoft.com/office/drawing/2014/main" id="{23D840E5-D28B-CE6B-0BD3-C9C1D18264C7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12700" y="-612636"/>
            <a:ext cx="762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Apr 22 - May 7</a:t>
            </a:r>
          </a:p>
        </p:txBody>
      </p:sp>
      <p:sp>
        <p:nvSpPr>
          <p:cNvPr id="138" name="OTLSHAPE_SLT_610ce48f97844ee6b66fb66246cf5756_Variance" hidden="1">
            <a:extLst>
              <a:ext uri="{FF2B5EF4-FFF2-40B4-BE49-F238E27FC236}">
                <a16:creationId xmlns:a16="http://schemas.microsoft.com/office/drawing/2014/main" id="{8E252AF5-C423-2B2D-0986-CD4BF591B12F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12700" y="-38740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39" name="OTLSHAPE_SLT_610ce48f97844ee6b66fb66246cf5756_StartDate" hidden="1">
            <a:extLst>
              <a:ext uri="{FF2B5EF4-FFF2-40B4-BE49-F238E27FC236}">
                <a16:creationId xmlns:a16="http://schemas.microsoft.com/office/drawing/2014/main" id="{ACA8507D-BEEC-15FE-B29E-E6146438D9D8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40" name="OTLSHAPE_SLT_610ce48f97844ee6b66fb66246cf5756_EndDate" hidden="1">
            <a:extLst>
              <a:ext uri="{FF2B5EF4-FFF2-40B4-BE49-F238E27FC236}">
                <a16:creationId xmlns:a16="http://schemas.microsoft.com/office/drawing/2014/main" id="{77BEE8C3-5F4B-450B-198F-4F294D061472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45" name="OTLSHAPE_SLT_fd1880fae7724c35b9cc370e6f31e830_Duration" hidden="1">
            <a:extLst>
              <a:ext uri="{FF2B5EF4-FFF2-40B4-BE49-F238E27FC236}">
                <a16:creationId xmlns:a16="http://schemas.microsoft.com/office/drawing/2014/main" id="{C4468892-73FB-C39A-2A49-2A6303B5883D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58 days</a:t>
            </a:r>
          </a:p>
        </p:txBody>
      </p:sp>
      <p:sp>
        <p:nvSpPr>
          <p:cNvPr id="146" name="OTLSHAPE_SLT_fd1880fae7724c35b9cc370e6f31e830_TextPercentage" hidden="1">
            <a:extLst>
              <a:ext uri="{FF2B5EF4-FFF2-40B4-BE49-F238E27FC236}">
                <a16:creationId xmlns:a16="http://schemas.microsoft.com/office/drawing/2014/main" id="{65434F4B-ECA5-13D8-B8F7-49D9388D287B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47" name="OTLSHAPE_SLT_fd1880fae7724c35b9cc370e6f31e830_JoinedDate" hidden="1">
            <a:extLst>
              <a:ext uri="{FF2B5EF4-FFF2-40B4-BE49-F238E27FC236}">
                <a16:creationId xmlns:a16="http://schemas.microsoft.com/office/drawing/2014/main" id="{F8DBD728-4A4E-D270-116F-D0BBA3879943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12700" y="-612636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May 8 - Jul 29</a:t>
            </a:r>
          </a:p>
        </p:txBody>
      </p:sp>
      <p:sp>
        <p:nvSpPr>
          <p:cNvPr id="148" name="OTLSHAPE_SLT_fd1880fae7724c35b9cc370e6f31e830_Variance" hidden="1">
            <a:extLst>
              <a:ext uri="{FF2B5EF4-FFF2-40B4-BE49-F238E27FC236}">
                <a16:creationId xmlns:a16="http://schemas.microsoft.com/office/drawing/2014/main" id="{B9E595DF-09D0-3170-F4A5-A32343DD0859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12700" y="-38740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49" name="OTLSHAPE_SLT_fd1880fae7724c35b9cc370e6f31e830_StartDate" hidden="1">
            <a:extLst>
              <a:ext uri="{FF2B5EF4-FFF2-40B4-BE49-F238E27FC236}">
                <a16:creationId xmlns:a16="http://schemas.microsoft.com/office/drawing/2014/main" id="{B39FC3A3-BF7F-F672-CFC6-6698BCC23742}"/>
              </a:ext>
            </a:extLst>
          </p:cNvPr>
          <p:cNvSpPr txBox="1"/>
          <p:nvPr>
            <p:custDataLst>
              <p:tags r:id="rId16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50" name="OTLSHAPE_SLT_fd1880fae7724c35b9cc370e6f31e830_EndDate" hidden="1">
            <a:extLst>
              <a:ext uri="{FF2B5EF4-FFF2-40B4-BE49-F238E27FC236}">
                <a16:creationId xmlns:a16="http://schemas.microsoft.com/office/drawing/2014/main" id="{F856C16B-0722-A009-16F2-33501D5E21B4}"/>
              </a:ext>
            </a:extLst>
          </p:cNvPr>
          <p:cNvSpPr txBox="1"/>
          <p:nvPr>
            <p:custDataLst>
              <p:tags r:id="rId17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55" name="OTLSHAPE_SLT_2a9db05f742340faadae30b2e993372e_Duration" hidden="1">
            <a:extLst>
              <a:ext uri="{FF2B5EF4-FFF2-40B4-BE49-F238E27FC236}">
                <a16:creationId xmlns:a16="http://schemas.microsoft.com/office/drawing/2014/main" id="{1944B08B-BB61-B964-9EAF-4E30D7BAC4C0}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12700" y="-304860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156" name="OTLSHAPE_SLT_2a9db05f742340faadae30b2e993372e_TextPercentage" hidden="1">
            <a:extLst>
              <a:ext uri="{FF2B5EF4-FFF2-40B4-BE49-F238E27FC236}">
                <a16:creationId xmlns:a16="http://schemas.microsoft.com/office/drawing/2014/main" id="{72F8B46C-8851-7217-888F-341159301D6B}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57" name="OTLSHAPE_SLT_2a9db05f742340faadae30b2e993372e_JoinedDate" hidden="1">
            <a:extLst>
              <a:ext uri="{FF2B5EF4-FFF2-40B4-BE49-F238E27FC236}">
                <a16:creationId xmlns:a16="http://schemas.microsoft.com/office/drawing/2014/main" id="{2F1B7387-CDA5-F741-4B38-6CBA34642D18}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12700" y="-837862"/>
            <a:ext cx="812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Aug 13 - Aug 21</a:t>
            </a:r>
          </a:p>
        </p:txBody>
      </p:sp>
      <p:sp>
        <p:nvSpPr>
          <p:cNvPr id="158" name="OTLSHAPE_SLT_2a9db05f742340faadae30b2e993372e_Variance" hidden="1">
            <a:extLst>
              <a:ext uri="{FF2B5EF4-FFF2-40B4-BE49-F238E27FC236}">
                <a16:creationId xmlns:a16="http://schemas.microsoft.com/office/drawing/2014/main" id="{01478291-87DD-7904-076D-A03B32D442CB}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12700" y="-38740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59" name="OTLSHAPE_SLT_2a9db05f742340faadae30b2e993372e_StartDate" hidden="1">
            <a:extLst>
              <a:ext uri="{FF2B5EF4-FFF2-40B4-BE49-F238E27FC236}">
                <a16:creationId xmlns:a16="http://schemas.microsoft.com/office/drawing/2014/main" id="{8D154EDC-3B43-F4E7-D8F8-DAB26673369B}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0" name="OTLSHAPE_SLT_2a9db05f742340faadae30b2e993372e_EndDate" hidden="1">
            <a:extLst>
              <a:ext uri="{FF2B5EF4-FFF2-40B4-BE49-F238E27FC236}">
                <a16:creationId xmlns:a16="http://schemas.microsoft.com/office/drawing/2014/main" id="{EF5EA7C4-3A13-E42B-E1D9-8635A8E41E54}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9" name="OTLSHAPE_SLT_caaa4e5d5f3a4f5290cc50bfe0359c08_Duration" hidden="1">
            <a:extLst>
              <a:ext uri="{FF2B5EF4-FFF2-40B4-BE49-F238E27FC236}">
                <a16:creationId xmlns:a16="http://schemas.microsoft.com/office/drawing/2014/main" id="{4DA529C7-BBF2-840A-B885-05A59C65BA2C}"/>
              </a:ext>
            </a:extLst>
          </p:cNvPr>
          <p:cNvSpPr txBox="1"/>
          <p:nvPr>
            <p:custDataLst>
              <p:tags r:id="rId177"/>
            </p:custDataLst>
          </p:nvPr>
        </p:nvSpPr>
        <p:spPr>
          <a:xfrm>
            <a:off x="12700" y="-304859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170" name="OTLSHAPE_SLT_caaa4e5d5f3a4f5290cc50bfe0359c08_TextPercentage" hidden="1">
            <a:extLst>
              <a:ext uri="{FF2B5EF4-FFF2-40B4-BE49-F238E27FC236}">
                <a16:creationId xmlns:a16="http://schemas.microsoft.com/office/drawing/2014/main" id="{751547E0-9433-C942-24FB-EFA0B6492B38}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1" name="OTLSHAPE_SLT_caaa4e5d5f3a4f5290cc50bfe0359c08_JoinedDate" hidden="1">
            <a:extLst>
              <a:ext uri="{FF2B5EF4-FFF2-40B4-BE49-F238E27FC236}">
                <a16:creationId xmlns:a16="http://schemas.microsoft.com/office/drawing/2014/main" id="{EE09D015-CBA7-7B0B-9C78-96157BA426A7}"/>
              </a:ext>
            </a:extLst>
          </p:cNvPr>
          <p:cNvSpPr txBox="1"/>
          <p:nvPr>
            <p:custDataLst>
              <p:tags r:id="rId179"/>
            </p:custDataLst>
          </p:nvPr>
        </p:nvSpPr>
        <p:spPr>
          <a:xfrm>
            <a:off x="12700" y="-607030"/>
            <a:ext cx="7239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Sep 3 - Sep 16</a:t>
            </a:r>
          </a:p>
        </p:txBody>
      </p:sp>
      <p:sp>
        <p:nvSpPr>
          <p:cNvPr id="172" name="OTLSHAPE_SLT_caaa4e5d5f3a4f5290cc50bfe0359c08_Variance" hidden="1">
            <a:extLst>
              <a:ext uri="{FF2B5EF4-FFF2-40B4-BE49-F238E27FC236}">
                <a16:creationId xmlns:a16="http://schemas.microsoft.com/office/drawing/2014/main" id="{2078D41B-882A-B50C-6E9F-99380D61BAB6}"/>
              </a:ext>
            </a:extLst>
          </p:cNvPr>
          <p:cNvSpPr txBox="1"/>
          <p:nvPr>
            <p:custDataLst>
              <p:tags r:id="rId180"/>
            </p:custDataLst>
          </p:nvPr>
        </p:nvSpPr>
        <p:spPr>
          <a:xfrm>
            <a:off x="12700" y="-38740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3" name="OTLSHAPE_SLT_caaa4e5d5f3a4f5290cc50bfe0359c08_StartDate" hidden="1">
            <a:extLst>
              <a:ext uri="{FF2B5EF4-FFF2-40B4-BE49-F238E27FC236}">
                <a16:creationId xmlns:a16="http://schemas.microsoft.com/office/drawing/2014/main" id="{85A136E4-05F4-2694-D085-5D3EAE1FBD2A}"/>
              </a:ext>
            </a:extLst>
          </p:cNvPr>
          <p:cNvSpPr txBox="1"/>
          <p:nvPr>
            <p:custDataLst>
              <p:tags r:id="rId18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4" name="OTLSHAPE_SLT_caaa4e5d5f3a4f5290cc50bfe0359c08_EndDate" hidden="1">
            <a:extLst>
              <a:ext uri="{FF2B5EF4-FFF2-40B4-BE49-F238E27FC236}">
                <a16:creationId xmlns:a16="http://schemas.microsoft.com/office/drawing/2014/main" id="{039A2587-AC28-A46B-0030-4A810267913E}"/>
              </a:ext>
            </a:extLst>
          </p:cNvPr>
          <p:cNvSpPr txBox="1"/>
          <p:nvPr>
            <p:custDataLst>
              <p:tags r:id="rId18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9" name="OTLSHAPE_SLT_45a82ce571a44e28840de9a5b98e480e_Duration" hidden="1">
            <a:extLst>
              <a:ext uri="{FF2B5EF4-FFF2-40B4-BE49-F238E27FC236}">
                <a16:creationId xmlns:a16="http://schemas.microsoft.com/office/drawing/2014/main" id="{CB28667A-ABC6-0383-2642-7F06E36DE699}"/>
              </a:ext>
            </a:extLst>
          </p:cNvPr>
          <p:cNvSpPr txBox="1"/>
          <p:nvPr>
            <p:custDataLst>
              <p:tags r:id="rId183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43 days</a:t>
            </a:r>
          </a:p>
        </p:txBody>
      </p:sp>
      <p:sp>
        <p:nvSpPr>
          <p:cNvPr id="180" name="OTLSHAPE_SLT_45a82ce571a44e28840de9a5b98e480e_TextPercentage" hidden="1">
            <a:extLst>
              <a:ext uri="{FF2B5EF4-FFF2-40B4-BE49-F238E27FC236}">
                <a16:creationId xmlns:a16="http://schemas.microsoft.com/office/drawing/2014/main" id="{9D326C9D-EF1D-30C1-398F-44DA375A6B13}"/>
              </a:ext>
            </a:extLst>
          </p:cNvPr>
          <p:cNvSpPr txBox="1"/>
          <p:nvPr>
            <p:custDataLst>
              <p:tags r:id="rId18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81" name="OTLSHAPE_SLT_45a82ce571a44e28840de9a5b98e480e_JoinedDate" hidden="1">
            <a:extLst>
              <a:ext uri="{FF2B5EF4-FFF2-40B4-BE49-F238E27FC236}">
                <a16:creationId xmlns:a16="http://schemas.microsoft.com/office/drawing/2014/main" id="{58311164-F173-C417-12E4-012D74B4194E}"/>
              </a:ext>
            </a:extLst>
          </p:cNvPr>
          <p:cNvSpPr txBox="1"/>
          <p:nvPr>
            <p:custDataLst>
              <p:tags r:id="rId185"/>
            </p:custDataLst>
          </p:nvPr>
        </p:nvSpPr>
        <p:spPr>
          <a:xfrm>
            <a:off x="12700" y="-766524"/>
            <a:ext cx="812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Sep 17 - Nov 16</a:t>
            </a:r>
          </a:p>
        </p:txBody>
      </p:sp>
      <p:sp>
        <p:nvSpPr>
          <p:cNvPr id="182" name="OTLSHAPE_SLT_45a82ce571a44e28840de9a5b98e480e_Variance" hidden="1">
            <a:extLst>
              <a:ext uri="{FF2B5EF4-FFF2-40B4-BE49-F238E27FC236}">
                <a16:creationId xmlns:a16="http://schemas.microsoft.com/office/drawing/2014/main" id="{27C881FC-48A3-1233-4ED5-345287FBC687}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12700" y="-38740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83" name="OTLSHAPE_SLT_45a82ce571a44e28840de9a5b98e480e_StartDate" hidden="1">
            <a:extLst>
              <a:ext uri="{FF2B5EF4-FFF2-40B4-BE49-F238E27FC236}">
                <a16:creationId xmlns:a16="http://schemas.microsoft.com/office/drawing/2014/main" id="{87442555-B69A-D57B-6DBB-D3C2C384AA75}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4" name="OTLSHAPE_SLT_45a82ce571a44e28840de9a5b98e480e_EndDate" hidden="1">
            <a:extLst>
              <a:ext uri="{FF2B5EF4-FFF2-40B4-BE49-F238E27FC236}">
                <a16:creationId xmlns:a16="http://schemas.microsoft.com/office/drawing/2014/main" id="{8539601D-3A07-D068-29FA-8F222A872A91}"/>
              </a:ext>
            </a:extLst>
          </p:cNvPr>
          <p:cNvSpPr txBox="1"/>
          <p:nvPr>
            <p:custDataLst>
              <p:tags r:id="rId18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9" name="OTLSHAPE_SLT_ddfa65e0bde445129b80a793833cb2fe_Duration" hidden="1">
            <a:extLst>
              <a:ext uri="{FF2B5EF4-FFF2-40B4-BE49-F238E27FC236}">
                <a16:creationId xmlns:a16="http://schemas.microsoft.com/office/drawing/2014/main" id="{C231FD36-E684-192C-FBCC-41D8445AFB7F}"/>
              </a:ext>
            </a:extLst>
          </p:cNvPr>
          <p:cNvSpPr txBox="1"/>
          <p:nvPr>
            <p:custDataLst>
              <p:tags r:id="rId189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85 days</a:t>
            </a:r>
          </a:p>
        </p:txBody>
      </p:sp>
      <p:sp>
        <p:nvSpPr>
          <p:cNvPr id="190" name="OTLSHAPE_SLT_ddfa65e0bde445129b80a793833cb2fe_TextPercentage" hidden="1">
            <a:extLst>
              <a:ext uri="{FF2B5EF4-FFF2-40B4-BE49-F238E27FC236}">
                <a16:creationId xmlns:a16="http://schemas.microsoft.com/office/drawing/2014/main" id="{500861B2-4B1B-BA3E-0358-BECE776DE5F0}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91" name="OTLSHAPE_SLT_ddfa65e0bde445129b80a793833cb2fe_JoinedDate" hidden="1">
            <a:extLst>
              <a:ext uri="{FF2B5EF4-FFF2-40B4-BE49-F238E27FC236}">
                <a16:creationId xmlns:a16="http://schemas.microsoft.com/office/drawing/2014/main" id="{7EC3AC81-2092-4037-063B-CC5436CC1C51}"/>
              </a:ext>
            </a:extLst>
          </p:cNvPr>
          <p:cNvSpPr txBox="1"/>
          <p:nvPr>
            <p:custDataLst>
              <p:tags r:id="rId191"/>
            </p:custDataLst>
          </p:nvPr>
        </p:nvSpPr>
        <p:spPr>
          <a:xfrm>
            <a:off x="12700" y="-766524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Jul 20 - Nov 16</a:t>
            </a:r>
          </a:p>
        </p:txBody>
      </p:sp>
      <p:sp>
        <p:nvSpPr>
          <p:cNvPr id="192" name="OTLSHAPE_SLT_ddfa65e0bde445129b80a793833cb2fe_Variance" hidden="1">
            <a:extLst>
              <a:ext uri="{FF2B5EF4-FFF2-40B4-BE49-F238E27FC236}">
                <a16:creationId xmlns:a16="http://schemas.microsoft.com/office/drawing/2014/main" id="{1FF8DC4D-7167-A289-87EE-02FAEACA45DC}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12700" y="-38740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93" name="OTLSHAPE_SLT_ddfa65e0bde445129b80a793833cb2fe_StartDate" hidden="1">
            <a:extLst>
              <a:ext uri="{FF2B5EF4-FFF2-40B4-BE49-F238E27FC236}">
                <a16:creationId xmlns:a16="http://schemas.microsoft.com/office/drawing/2014/main" id="{DB806F6C-E182-F42A-673B-EA1AAAC82394}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94" name="OTLSHAPE_SLT_ddfa65e0bde445129b80a793833cb2fe_EndDate" hidden="1">
            <a:extLst>
              <a:ext uri="{FF2B5EF4-FFF2-40B4-BE49-F238E27FC236}">
                <a16:creationId xmlns:a16="http://schemas.microsoft.com/office/drawing/2014/main" id="{0A1AA43F-58C6-FAF9-50E0-F9A93B506719}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3" name="OTLSHAPE_SLT_1a5815dc46424af0a362eed0aea0aff9_Duration" hidden="1">
            <a:extLst>
              <a:ext uri="{FF2B5EF4-FFF2-40B4-BE49-F238E27FC236}">
                <a16:creationId xmlns:a16="http://schemas.microsoft.com/office/drawing/2014/main" id="{52D8360A-33C9-6E15-9FDD-0919F716A87B}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22 days</a:t>
            </a:r>
          </a:p>
        </p:txBody>
      </p:sp>
      <p:sp>
        <p:nvSpPr>
          <p:cNvPr id="204" name="OTLSHAPE_SLT_1a5815dc46424af0a362eed0aea0aff9_TextPercentage" hidden="1">
            <a:extLst>
              <a:ext uri="{FF2B5EF4-FFF2-40B4-BE49-F238E27FC236}">
                <a16:creationId xmlns:a16="http://schemas.microsoft.com/office/drawing/2014/main" id="{1CA70AB5-4081-00DB-403E-44910CBAD95C}"/>
              </a:ext>
            </a:extLst>
          </p:cNvPr>
          <p:cNvSpPr txBox="1"/>
          <p:nvPr>
            <p:custDataLst>
              <p:tags r:id="rId19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05" name="OTLSHAPE_SLT_1a5815dc46424af0a362eed0aea0aff9_JoinedDate" hidden="1">
            <a:extLst>
              <a:ext uri="{FF2B5EF4-FFF2-40B4-BE49-F238E27FC236}">
                <a16:creationId xmlns:a16="http://schemas.microsoft.com/office/drawing/2014/main" id="{F3D8A052-2967-6493-87E4-691EF08CB01C}"/>
              </a:ext>
            </a:extLst>
          </p:cNvPr>
          <p:cNvSpPr txBox="1"/>
          <p:nvPr>
            <p:custDataLst>
              <p:tags r:id="rId197"/>
            </p:custDataLst>
          </p:nvPr>
        </p:nvSpPr>
        <p:spPr>
          <a:xfrm>
            <a:off x="12700" y="-612636"/>
            <a:ext cx="812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Nov 16 - Dec 16</a:t>
            </a:r>
          </a:p>
        </p:txBody>
      </p:sp>
      <p:sp>
        <p:nvSpPr>
          <p:cNvPr id="206" name="OTLSHAPE_SLT_1a5815dc46424af0a362eed0aea0aff9_Variance" hidden="1">
            <a:extLst>
              <a:ext uri="{FF2B5EF4-FFF2-40B4-BE49-F238E27FC236}">
                <a16:creationId xmlns:a16="http://schemas.microsoft.com/office/drawing/2014/main" id="{44E0048D-BF69-0E6D-1B6B-E9555714A83A}"/>
              </a:ext>
            </a:extLst>
          </p:cNvPr>
          <p:cNvSpPr txBox="1"/>
          <p:nvPr>
            <p:custDataLst>
              <p:tags r:id="rId198"/>
            </p:custDataLst>
          </p:nvPr>
        </p:nvSpPr>
        <p:spPr>
          <a:xfrm>
            <a:off x="12700" y="-38740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07" name="OTLSHAPE_SLT_1a5815dc46424af0a362eed0aea0aff9_StartDate" hidden="1">
            <a:extLst>
              <a:ext uri="{FF2B5EF4-FFF2-40B4-BE49-F238E27FC236}">
                <a16:creationId xmlns:a16="http://schemas.microsoft.com/office/drawing/2014/main" id="{B924D011-AAAC-920C-DD82-69D31A1CF8EE}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8" name="OTLSHAPE_SLT_1a5815dc46424af0a362eed0aea0aff9_EndDate" hidden="1">
            <a:extLst>
              <a:ext uri="{FF2B5EF4-FFF2-40B4-BE49-F238E27FC236}">
                <a16:creationId xmlns:a16="http://schemas.microsoft.com/office/drawing/2014/main" id="{9BD0A6BC-E04C-23EF-59E5-03D1E964C1D1}"/>
              </a:ext>
            </a:extLst>
          </p:cNvPr>
          <p:cNvSpPr txBox="1"/>
          <p:nvPr>
            <p:custDataLst>
              <p:tags r:id="rId20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8" name="OTLSHAPE_SLM_fcf2b52652ef4b4b875ab5eb4d80630b_Date" hidden="1">
            <a:extLst>
              <a:ext uri="{FF2B5EF4-FFF2-40B4-BE49-F238E27FC236}">
                <a16:creationId xmlns:a16="http://schemas.microsoft.com/office/drawing/2014/main" id="{D93FD5A3-7F3F-339D-FBEE-ED4317A9A5AE}"/>
              </a:ext>
            </a:extLst>
          </p:cNvPr>
          <p:cNvSpPr txBox="1"/>
          <p:nvPr>
            <p:custDataLst>
              <p:tags r:id="rId201"/>
            </p:custDataLst>
          </p:nvPr>
        </p:nvSpPr>
        <p:spPr>
          <a:xfrm>
            <a:off x="12700" y="-1618513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Jul 23</a:t>
            </a:r>
          </a:p>
        </p:txBody>
      </p:sp>
      <p:sp>
        <p:nvSpPr>
          <p:cNvPr id="219" name="OTLSHAPE_SLM_fcf2b52652ef4b4b875ab5eb4d80630b_Variance" hidden="1">
            <a:extLst>
              <a:ext uri="{FF2B5EF4-FFF2-40B4-BE49-F238E27FC236}">
                <a16:creationId xmlns:a16="http://schemas.microsoft.com/office/drawing/2014/main" id="{F58EBFD7-5A27-611F-1FD2-E79F042DF45C}"/>
              </a:ext>
            </a:extLst>
          </p:cNvPr>
          <p:cNvSpPr txBox="1"/>
          <p:nvPr>
            <p:custDataLst>
              <p:tags r:id="rId202"/>
            </p:custDataLst>
          </p:nvPr>
        </p:nvSpPr>
        <p:spPr>
          <a:xfrm>
            <a:off x="5350028" y="512868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6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226" name="OTLSHAPE_SLM_4ce450ab70154165b9c41340cde6073d_Date" hidden="1">
            <a:extLst>
              <a:ext uri="{FF2B5EF4-FFF2-40B4-BE49-F238E27FC236}">
                <a16:creationId xmlns:a16="http://schemas.microsoft.com/office/drawing/2014/main" id="{54306C8C-FB70-C029-5FC7-DD8AEC209BCF}"/>
              </a:ext>
            </a:extLst>
          </p:cNvPr>
          <p:cNvSpPr txBox="1"/>
          <p:nvPr>
            <p:custDataLst>
              <p:tags r:id="rId203"/>
            </p:custDataLst>
          </p:nvPr>
        </p:nvSpPr>
        <p:spPr>
          <a:xfrm>
            <a:off x="12700" y="-92601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Oct 31</a:t>
            </a:r>
          </a:p>
        </p:txBody>
      </p:sp>
      <p:sp>
        <p:nvSpPr>
          <p:cNvPr id="227" name="OTLSHAPE_SLM_4ce450ab70154165b9c41340cde6073d_Variance" hidden="1">
            <a:extLst>
              <a:ext uri="{FF2B5EF4-FFF2-40B4-BE49-F238E27FC236}">
                <a16:creationId xmlns:a16="http://schemas.microsoft.com/office/drawing/2014/main" id="{79FE3815-2291-E9AD-6C36-FEC8B2BF7D14}"/>
              </a:ext>
            </a:extLst>
          </p:cNvPr>
          <p:cNvSpPr txBox="1"/>
          <p:nvPr>
            <p:custDataLst>
              <p:tags r:id="rId204"/>
            </p:custDataLst>
          </p:nvPr>
        </p:nvSpPr>
        <p:spPr>
          <a:xfrm>
            <a:off x="6123580" y="636968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 spc="-8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235" name="OTLSHAPE_SLT_8bafd2b064904afbb1c11e027e18f1c2_Duration" hidden="1">
            <a:extLst>
              <a:ext uri="{FF2B5EF4-FFF2-40B4-BE49-F238E27FC236}">
                <a16:creationId xmlns:a16="http://schemas.microsoft.com/office/drawing/2014/main" id="{56C50D80-D936-84C1-969F-7F543AB4EF58}"/>
              </a:ext>
            </a:extLst>
          </p:cNvPr>
          <p:cNvSpPr txBox="1"/>
          <p:nvPr>
            <p:custDataLst>
              <p:tags r:id="rId205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34 days</a:t>
            </a:r>
          </a:p>
        </p:txBody>
      </p:sp>
      <p:sp>
        <p:nvSpPr>
          <p:cNvPr id="236" name="OTLSHAPE_SLT_8bafd2b064904afbb1c11e027e18f1c2_TextPercentage" hidden="1">
            <a:extLst>
              <a:ext uri="{FF2B5EF4-FFF2-40B4-BE49-F238E27FC236}">
                <a16:creationId xmlns:a16="http://schemas.microsoft.com/office/drawing/2014/main" id="{D882638D-8F27-8CC2-1DF0-E4D548244EFA}"/>
              </a:ext>
            </a:extLst>
          </p:cNvPr>
          <p:cNvSpPr txBox="1"/>
          <p:nvPr>
            <p:custDataLst>
              <p:tags r:id="rId20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37" name="OTLSHAPE_SLT_8bafd2b064904afbb1c11e027e18f1c2_JoinedDate" hidden="1">
            <a:extLst>
              <a:ext uri="{FF2B5EF4-FFF2-40B4-BE49-F238E27FC236}">
                <a16:creationId xmlns:a16="http://schemas.microsoft.com/office/drawing/2014/main" id="{408FAB1A-66BF-5C51-E9FE-53C0B9F4B96C}"/>
              </a:ext>
            </a:extLst>
          </p:cNvPr>
          <p:cNvSpPr txBox="1"/>
          <p:nvPr>
            <p:custDataLst>
              <p:tags r:id="rId207"/>
            </p:custDataLst>
          </p:nvPr>
        </p:nvSpPr>
        <p:spPr>
          <a:xfrm>
            <a:off x="12700" y="-689580"/>
            <a:ext cx="8255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Apr 13 - May 31</a:t>
            </a:r>
          </a:p>
        </p:txBody>
      </p:sp>
      <p:sp>
        <p:nvSpPr>
          <p:cNvPr id="238" name="OTLSHAPE_SLT_8bafd2b064904afbb1c11e027e18f1c2_Variance" hidden="1">
            <a:extLst>
              <a:ext uri="{FF2B5EF4-FFF2-40B4-BE49-F238E27FC236}">
                <a16:creationId xmlns:a16="http://schemas.microsoft.com/office/drawing/2014/main" id="{8C2035D7-D742-7DC8-F13D-CBF5433F96E4}"/>
              </a:ext>
            </a:extLst>
          </p:cNvPr>
          <p:cNvSpPr txBox="1"/>
          <p:nvPr>
            <p:custDataLst>
              <p:tags r:id="rId208"/>
            </p:custDataLst>
          </p:nvPr>
        </p:nvSpPr>
        <p:spPr>
          <a:xfrm>
            <a:off x="12700" y="-38740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39" name="OTLSHAPE_SLT_8bafd2b064904afbb1c11e027e18f1c2_StartDate" hidden="1">
            <a:extLst>
              <a:ext uri="{FF2B5EF4-FFF2-40B4-BE49-F238E27FC236}">
                <a16:creationId xmlns:a16="http://schemas.microsoft.com/office/drawing/2014/main" id="{48605119-F4AA-D93F-EA86-396EF8BF41BD}"/>
              </a:ext>
            </a:extLst>
          </p:cNvPr>
          <p:cNvSpPr txBox="1"/>
          <p:nvPr>
            <p:custDataLst>
              <p:tags r:id="rId20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0" name="OTLSHAPE_SLT_8bafd2b064904afbb1c11e027e18f1c2_EndDate" hidden="1">
            <a:extLst>
              <a:ext uri="{FF2B5EF4-FFF2-40B4-BE49-F238E27FC236}">
                <a16:creationId xmlns:a16="http://schemas.microsoft.com/office/drawing/2014/main" id="{EB674083-3AAD-48E8-6655-4A88A02108FD}"/>
              </a:ext>
            </a:extLst>
          </p:cNvPr>
          <p:cNvSpPr txBox="1"/>
          <p:nvPr>
            <p:custDataLst>
              <p:tags r:id="rId21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9" name="OTLSHAPE_SLT_b0084b7ab19f454ab91058e59ce03604_Duration" hidden="1">
            <a:extLst>
              <a:ext uri="{FF2B5EF4-FFF2-40B4-BE49-F238E27FC236}">
                <a16:creationId xmlns:a16="http://schemas.microsoft.com/office/drawing/2014/main" id="{D2857432-DA1A-64D3-B2CA-23F0D34C1AFF}"/>
              </a:ext>
            </a:extLst>
          </p:cNvPr>
          <p:cNvSpPr txBox="1"/>
          <p:nvPr>
            <p:custDataLst>
              <p:tags r:id="rId211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65 days</a:t>
            </a:r>
          </a:p>
        </p:txBody>
      </p:sp>
      <p:sp>
        <p:nvSpPr>
          <p:cNvPr id="250" name="OTLSHAPE_SLT_b0084b7ab19f454ab91058e59ce03604_TextPercentage" hidden="1">
            <a:extLst>
              <a:ext uri="{FF2B5EF4-FFF2-40B4-BE49-F238E27FC236}">
                <a16:creationId xmlns:a16="http://schemas.microsoft.com/office/drawing/2014/main" id="{72B2B691-19AE-2F11-F5FC-04BCDFE70A01}"/>
              </a:ext>
            </a:extLst>
          </p:cNvPr>
          <p:cNvSpPr txBox="1"/>
          <p:nvPr>
            <p:custDataLst>
              <p:tags r:id="rId21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51" name="OTLSHAPE_SLT_b0084b7ab19f454ab91058e59ce03604_JoinedDate" hidden="1">
            <a:extLst>
              <a:ext uri="{FF2B5EF4-FFF2-40B4-BE49-F238E27FC236}">
                <a16:creationId xmlns:a16="http://schemas.microsoft.com/office/drawing/2014/main" id="{8B76A682-BF35-A585-CC56-4470EBD2BC3B}"/>
              </a:ext>
            </a:extLst>
          </p:cNvPr>
          <p:cNvSpPr txBox="1"/>
          <p:nvPr>
            <p:custDataLst>
              <p:tags r:id="rId213"/>
            </p:custDataLst>
          </p:nvPr>
        </p:nvSpPr>
        <p:spPr>
          <a:xfrm>
            <a:off x="12700" y="-618242"/>
            <a:ext cx="7239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Oct 1 - Dec 31</a:t>
            </a:r>
          </a:p>
        </p:txBody>
      </p:sp>
      <p:sp>
        <p:nvSpPr>
          <p:cNvPr id="252" name="OTLSHAPE_SLT_b0084b7ab19f454ab91058e59ce03604_Variance" hidden="1">
            <a:extLst>
              <a:ext uri="{FF2B5EF4-FFF2-40B4-BE49-F238E27FC236}">
                <a16:creationId xmlns:a16="http://schemas.microsoft.com/office/drawing/2014/main" id="{D8E8E22C-F9A5-0071-E59C-6BF98EA0FC53}"/>
              </a:ext>
            </a:extLst>
          </p:cNvPr>
          <p:cNvSpPr txBox="1"/>
          <p:nvPr>
            <p:custDataLst>
              <p:tags r:id="rId214"/>
            </p:custDataLst>
          </p:nvPr>
        </p:nvSpPr>
        <p:spPr>
          <a:xfrm>
            <a:off x="12700" y="-38740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3" name="OTLSHAPE_SLT_b0084b7ab19f454ab91058e59ce03604_StartDate" hidden="1">
            <a:extLst>
              <a:ext uri="{FF2B5EF4-FFF2-40B4-BE49-F238E27FC236}">
                <a16:creationId xmlns:a16="http://schemas.microsoft.com/office/drawing/2014/main" id="{0DDA9BDC-3ADC-2AC0-8CCB-D52D363B23F8}"/>
              </a:ext>
            </a:extLst>
          </p:cNvPr>
          <p:cNvSpPr txBox="1"/>
          <p:nvPr>
            <p:custDataLst>
              <p:tags r:id="rId21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4" name="OTLSHAPE_SLT_b0084b7ab19f454ab91058e59ce03604_EndDate" hidden="1">
            <a:extLst>
              <a:ext uri="{FF2B5EF4-FFF2-40B4-BE49-F238E27FC236}">
                <a16:creationId xmlns:a16="http://schemas.microsoft.com/office/drawing/2014/main" id="{BF9A96DB-3162-0B42-042C-840C0F85B5CB}"/>
              </a:ext>
            </a:extLst>
          </p:cNvPr>
          <p:cNvSpPr txBox="1"/>
          <p:nvPr>
            <p:custDataLst>
              <p:tags r:id="rId21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66" name="OTLSHAPE_SLM_155dc0df6f4143a8a05b7f187d16f3cb_Variance" hidden="1">
            <a:extLst>
              <a:ext uri="{FF2B5EF4-FFF2-40B4-BE49-F238E27FC236}">
                <a16:creationId xmlns:a16="http://schemas.microsoft.com/office/drawing/2014/main" id="{8011315B-94E8-5080-1C0C-9915D39F8714}"/>
              </a:ext>
            </a:extLst>
          </p:cNvPr>
          <p:cNvSpPr txBox="1"/>
          <p:nvPr>
            <p:custDataLst>
              <p:tags r:id="rId217"/>
            </p:custDataLst>
          </p:nvPr>
        </p:nvSpPr>
        <p:spPr>
          <a:xfrm>
            <a:off x="12700" y="-100296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270" name="OTLSHAPE_SLM_07b98bcf678d4671aa63e6c90f0402aa_Variance" hidden="1">
            <a:extLst>
              <a:ext uri="{FF2B5EF4-FFF2-40B4-BE49-F238E27FC236}">
                <a16:creationId xmlns:a16="http://schemas.microsoft.com/office/drawing/2014/main" id="{802397A9-F67E-D5C4-26EC-635086B1D9AD}"/>
              </a:ext>
            </a:extLst>
          </p:cNvPr>
          <p:cNvSpPr txBox="1"/>
          <p:nvPr>
            <p:custDataLst>
              <p:tags r:id="rId218"/>
            </p:custDataLst>
          </p:nvPr>
        </p:nvSpPr>
        <p:spPr>
          <a:xfrm>
            <a:off x="12700" y="-61824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274" name="OTLSHAPE_SLM_a9cab79ae3714a009b005736974e1376_Variance" hidden="1">
            <a:extLst>
              <a:ext uri="{FF2B5EF4-FFF2-40B4-BE49-F238E27FC236}">
                <a16:creationId xmlns:a16="http://schemas.microsoft.com/office/drawing/2014/main" id="{7D7101E5-FA75-C307-4EA1-E215C86E9842}"/>
              </a:ext>
            </a:extLst>
          </p:cNvPr>
          <p:cNvSpPr txBox="1"/>
          <p:nvPr>
            <p:custDataLst>
              <p:tags r:id="rId219"/>
            </p:custDataLst>
          </p:nvPr>
        </p:nvSpPr>
        <p:spPr>
          <a:xfrm>
            <a:off x="12700" y="-13107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31C25684-2851-C927-87DD-883DA874CFF3}"/>
              </a:ext>
            </a:extLst>
          </p:cNvPr>
          <p:cNvSpPr txBox="1">
            <a:spLocks noChangeAspect="1"/>
          </p:cNvSpPr>
          <p:nvPr>
            <p:custDataLst>
              <p:tags r:id="rId220"/>
            </p:custDataLst>
          </p:nvPr>
        </p:nvSpPr>
        <p:spPr>
          <a:xfrm>
            <a:off x="2561898" y="102552"/>
            <a:ext cx="2228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10" name="OTLSHAPE_TB_00000000000000000000000000000000_TimescaleInterval2">
            <a:extLst>
              <a:ext uri="{FF2B5EF4-FFF2-40B4-BE49-F238E27FC236}">
                <a16:creationId xmlns:a16="http://schemas.microsoft.com/office/drawing/2014/main" id="{1126BC1B-8265-FA97-09AE-CE3E47F16792}"/>
              </a:ext>
            </a:extLst>
          </p:cNvPr>
          <p:cNvSpPr txBox="1">
            <a:spLocks noChangeAspect="1"/>
          </p:cNvSpPr>
          <p:nvPr>
            <p:custDataLst>
              <p:tags r:id="rId221"/>
            </p:custDataLst>
          </p:nvPr>
        </p:nvSpPr>
        <p:spPr>
          <a:xfrm>
            <a:off x="3428216" y="102552"/>
            <a:ext cx="27122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12" name="OTLSHAPE_TB_00000000000000000000000000000000_TimescaleInterval3">
            <a:extLst>
              <a:ext uri="{FF2B5EF4-FFF2-40B4-BE49-F238E27FC236}">
                <a16:creationId xmlns:a16="http://schemas.microsoft.com/office/drawing/2014/main" id="{A2CDC73B-9C40-0B26-6C1B-BCD02DAECEE1}"/>
              </a:ext>
            </a:extLst>
          </p:cNvPr>
          <p:cNvSpPr txBox="1">
            <a:spLocks noChangeAspect="1"/>
          </p:cNvSpPr>
          <p:nvPr>
            <p:custDataLst>
              <p:tags r:id="rId222"/>
            </p:custDataLst>
          </p:nvPr>
        </p:nvSpPr>
        <p:spPr>
          <a:xfrm>
            <a:off x="4323410" y="102552"/>
            <a:ext cx="209994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</a:p>
        </p:txBody>
      </p:sp>
      <p:sp>
        <p:nvSpPr>
          <p:cNvPr id="14" name="OTLSHAPE_TB_00000000000000000000000000000000_TimescaleInterval4">
            <a:extLst>
              <a:ext uri="{FF2B5EF4-FFF2-40B4-BE49-F238E27FC236}">
                <a16:creationId xmlns:a16="http://schemas.microsoft.com/office/drawing/2014/main" id="{0B4685A1-1787-08A0-BDB8-6F9AB3DFDDE9}"/>
              </a:ext>
            </a:extLst>
          </p:cNvPr>
          <p:cNvSpPr txBox="1">
            <a:spLocks noChangeAspect="1"/>
          </p:cNvSpPr>
          <p:nvPr>
            <p:custDataLst>
              <p:tags r:id="rId223"/>
            </p:custDataLst>
          </p:nvPr>
        </p:nvSpPr>
        <p:spPr>
          <a:xfrm>
            <a:off x="5189727" y="102552"/>
            <a:ext cx="15937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16" name="OTLSHAPE_TB_00000000000000000000000000000000_TimescaleInterval5">
            <a:extLst>
              <a:ext uri="{FF2B5EF4-FFF2-40B4-BE49-F238E27FC236}">
                <a16:creationId xmlns:a16="http://schemas.microsoft.com/office/drawing/2014/main" id="{83EA5937-44A7-56B1-749E-33553AEE84A2}"/>
              </a:ext>
            </a:extLst>
          </p:cNvPr>
          <p:cNvSpPr txBox="1">
            <a:spLocks noChangeAspect="1"/>
          </p:cNvSpPr>
          <p:nvPr>
            <p:custDataLst>
              <p:tags r:id="rId224"/>
            </p:custDataLst>
          </p:nvPr>
        </p:nvSpPr>
        <p:spPr>
          <a:xfrm>
            <a:off x="6084922" y="102552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18" name="OTLSHAPE_TB_00000000000000000000000000000000_TimescaleInterval6">
            <a:extLst>
              <a:ext uri="{FF2B5EF4-FFF2-40B4-BE49-F238E27FC236}">
                <a16:creationId xmlns:a16="http://schemas.microsoft.com/office/drawing/2014/main" id="{971EC534-8417-D46F-EFAF-80044247B510}"/>
              </a:ext>
            </a:extLst>
          </p:cNvPr>
          <p:cNvSpPr txBox="1">
            <a:spLocks noChangeAspect="1"/>
          </p:cNvSpPr>
          <p:nvPr>
            <p:custDataLst>
              <p:tags r:id="rId225"/>
            </p:custDataLst>
          </p:nvPr>
        </p:nvSpPr>
        <p:spPr>
          <a:xfrm>
            <a:off x="6980117" y="102552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20" name="OTLSHAPE_TB_00000000000000000000000000000000_TimescaleInterval7">
            <a:extLst>
              <a:ext uri="{FF2B5EF4-FFF2-40B4-BE49-F238E27FC236}">
                <a16:creationId xmlns:a16="http://schemas.microsoft.com/office/drawing/2014/main" id="{91B27194-4BEB-EC8E-9821-A41A57A0A42D}"/>
              </a:ext>
            </a:extLst>
          </p:cNvPr>
          <p:cNvSpPr txBox="1">
            <a:spLocks noChangeAspect="1"/>
          </p:cNvSpPr>
          <p:nvPr>
            <p:custDataLst>
              <p:tags r:id="rId226"/>
            </p:custDataLst>
          </p:nvPr>
        </p:nvSpPr>
        <p:spPr>
          <a:xfrm>
            <a:off x="7846434" y="102552"/>
            <a:ext cx="21273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2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22" name="OTLSHAPE_TB_00000000000000000000000000000000_TimescaleInterval8">
            <a:extLst>
              <a:ext uri="{FF2B5EF4-FFF2-40B4-BE49-F238E27FC236}">
                <a16:creationId xmlns:a16="http://schemas.microsoft.com/office/drawing/2014/main" id="{4816BF90-4960-C990-9A55-B0E26854D46F}"/>
              </a:ext>
            </a:extLst>
          </p:cNvPr>
          <p:cNvSpPr txBox="1">
            <a:spLocks noChangeAspect="1"/>
          </p:cNvSpPr>
          <p:nvPr>
            <p:custDataLst>
              <p:tags r:id="rId227"/>
            </p:custDataLst>
          </p:nvPr>
        </p:nvSpPr>
        <p:spPr>
          <a:xfrm>
            <a:off x="8741628" y="102552"/>
            <a:ext cx="249364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24" name="OTLSHAPE_TB_00000000000000000000000000000000_TimescaleInterval9">
            <a:extLst>
              <a:ext uri="{FF2B5EF4-FFF2-40B4-BE49-F238E27FC236}">
                <a16:creationId xmlns:a16="http://schemas.microsoft.com/office/drawing/2014/main" id="{170A79C0-0406-C299-7F42-BAB3CE41A202}"/>
              </a:ext>
            </a:extLst>
          </p:cNvPr>
          <p:cNvSpPr txBox="1">
            <a:spLocks noChangeAspect="1"/>
          </p:cNvSpPr>
          <p:nvPr>
            <p:custDataLst>
              <p:tags r:id="rId228"/>
            </p:custDataLst>
          </p:nvPr>
        </p:nvSpPr>
        <p:spPr>
          <a:xfrm>
            <a:off x="9607946" y="102552"/>
            <a:ext cx="237244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2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26" name="OTLSHAPE_TB_00000000000000000000000000000000_TimescaleInterval10">
            <a:extLst>
              <a:ext uri="{FF2B5EF4-FFF2-40B4-BE49-F238E27FC236}">
                <a16:creationId xmlns:a16="http://schemas.microsoft.com/office/drawing/2014/main" id="{81E4D421-2CF5-7F57-A0AC-3EC6E088F3E1}"/>
              </a:ext>
            </a:extLst>
          </p:cNvPr>
          <p:cNvSpPr txBox="1">
            <a:spLocks noChangeAspect="1"/>
          </p:cNvSpPr>
          <p:nvPr>
            <p:custDataLst>
              <p:tags r:id="rId229"/>
            </p:custDataLst>
          </p:nvPr>
        </p:nvSpPr>
        <p:spPr>
          <a:xfrm>
            <a:off x="10503140" y="102552"/>
            <a:ext cx="2032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82" name="OTLSHAPE_SLT_2ff5b8e034b64a828622147da9a2f6b2_Title">
            <a:extLst>
              <a:ext uri="{FF2B5EF4-FFF2-40B4-BE49-F238E27FC236}">
                <a16:creationId xmlns:a16="http://schemas.microsoft.com/office/drawing/2014/main" id="{0FA42F87-2E38-40AD-D240-532F7ECA8C9A}"/>
              </a:ext>
            </a:extLst>
          </p:cNvPr>
          <p:cNvSpPr txBox="1">
            <a:spLocks noChangeAspect="1"/>
          </p:cNvSpPr>
          <p:nvPr>
            <p:custDataLst>
              <p:tags r:id="rId230"/>
            </p:custDataLst>
          </p:nvPr>
        </p:nvSpPr>
        <p:spPr>
          <a:xfrm>
            <a:off x="2054220" y="2980267"/>
            <a:ext cx="1381664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4">
                <a:solidFill>
                  <a:schemeClr val="dk1"/>
                </a:solidFill>
                <a:latin typeface="Calibri" panose="020F0502020204030204" pitchFamily="34" charset="0"/>
              </a:rPr>
              <a:t>Bifrost Classical (IMX95)</a:t>
            </a:r>
            <a:endParaRPr lang="en-GB" sz="1100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6" name="OTLSHAPE_SLT_7278bea1c2834835988ba75236d86ee5_Title">
            <a:extLst>
              <a:ext uri="{FF2B5EF4-FFF2-40B4-BE49-F238E27FC236}">
                <a16:creationId xmlns:a16="http://schemas.microsoft.com/office/drawing/2014/main" id="{C15F6180-37AA-CE1E-A6D4-98CBC2466B7A}"/>
              </a:ext>
            </a:extLst>
          </p:cNvPr>
          <p:cNvSpPr txBox="1">
            <a:spLocks noChangeAspect="1"/>
          </p:cNvSpPr>
          <p:nvPr>
            <p:custDataLst>
              <p:tags r:id="rId231"/>
            </p:custDataLst>
          </p:nvPr>
        </p:nvSpPr>
        <p:spPr>
          <a:xfrm>
            <a:off x="3085965" y="3214285"/>
            <a:ext cx="1253732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4">
                <a:solidFill>
                  <a:schemeClr val="dk1"/>
                </a:solidFill>
                <a:latin typeface="Calibri" panose="020F0502020204030204" pitchFamily="34" charset="0"/>
              </a:rPr>
              <a:t>Bifrost Classical (Orin)</a:t>
            </a:r>
            <a:endParaRPr lang="en-GB" sz="1100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41" name="OTLSHAPE_SLT_610ce48f97844ee6b66fb66246cf5756_Title">
            <a:extLst>
              <a:ext uri="{FF2B5EF4-FFF2-40B4-BE49-F238E27FC236}">
                <a16:creationId xmlns:a16="http://schemas.microsoft.com/office/drawing/2014/main" id="{C1CBE26F-237E-6E97-BFCB-7F65BAE101F1}"/>
              </a:ext>
            </a:extLst>
          </p:cNvPr>
          <p:cNvSpPr txBox="1">
            <a:spLocks noChangeAspect="1"/>
          </p:cNvSpPr>
          <p:nvPr>
            <p:custDataLst>
              <p:tags r:id="rId232"/>
            </p:custDataLst>
          </p:nvPr>
        </p:nvSpPr>
        <p:spPr>
          <a:xfrm>
            <a:off x="2281084" y="424180"/>
            <a:ext cx="825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r"/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Data Sampling</a:t>
            </a:r>
          </a:p>
        </p:txBody>
      </p:sp>
      <p:sp>
        <p:nvSpPr>
          <p:cNvPr id="151" name="OTLSHAPE_SLT_fd1880fae7724c35b9cc370e6f31e830_Title">
            <a:extLst>
              <a:ext uri="{FF2B5EF4-FFF2-40B4-BE49-F238E27FC236}">
                <a16:creationId xmlns:a16="http://schemas.microsoft.com/office/drawing/2014/main" id="{FBA6D3DA-6775-E38D-3EEB-ADCFDBB674B1}"/>
              </a:ext>
            </a:extLst>
          </p:cNvPr>
          <p:cNvSpPr txBox="1">
            <a:spLocks noChangeAspect="1"/>
          </p:cNvSpPr>
          <p:nvPr>
            <p:custDataLst>
              <p:tags r:id="rId233"/>
            </p:custDataLst>
          </p:nvPr>
        </p:nvSpPr>
        <p:spPr>
          <a:xfrm>
            <a:off x="4085604" y="632799"/>
            <a:ext cx="142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100" spc="-4" dirty="0" err="1">
                <a:solidFill>
                  <a:schemeClr val="dk1"/>
                </a:solidFill>
                <a:latin typeface="Calibri" panose="020F0502020204030204" pitchFamily="34" charset="0"/>
              </a:rPr>
              <a:t>DoP</a:t>
            </a:r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 &amp; </a:t>
            </a:r>
            <a:r>
              <a:rPr lang="en-GB" sz="1100" spc="-4" dirty="0" err="1">
                <a:solidFill>
                  <a:schemeClr val="dk1"/>
                </a:solidFill>
                <a:latin typeface="Calibri" panose="020F0502020204030204" pitchFamily="34" charset="0"/>
              </a:rPr>
              <a:t>AoP</a:t>
            </a:r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 Development</a:t>
            </a:r>
          </a:p>
        </p:txBody>
      </p:sp>
      <p:sp>
        <p:nvSpPr>
          <p:cNvPr id="161" name="OTLSHAPE_SLT_2a9db05f742340faadae30b2e993372e_Title">
            <a:extLst>
              <a:ext uri="{FF2B5EF4-FFF2-40B4-BE49-F238E27FC236}">
                <a16:creationId xmlns:a16="http://schemas.microsoft.com/office/drawing/2014/main" id="{5D15062F-7913-CD2A-5D2B-0AB2BDFE8178}"/>
              </a:ext>
            </a:extLst>
          </p:cNvPr>
          <p:cNvSpPr txBox="1">
            <a:spLocks noChangeAspect="1"/>
          </p:cNvSpPr>
          <p:nvPr>
            <p:custDataLst>
              <p:tags r:id="rId234"/>
            </p:custDataLst>
          </p:nvPr>
        </p:nvSpPr>
        <p:spPr>
          <a:xfrm>
            <a:off x="6742124" y="841417"/>
            <a:ext cx="639659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100" spc="-8">
                <a:solidFill>
                  <a:schemeClr val="dk1"/>
                </a:solidFill>
                <a:latin typeface="Calibri" panose="020F0502020204030204" pitchFamily="34" charset="0"/>
              </a:rPr>
              <a:t>Integration</a:t>
            </a:r>
            <a:endParaRPr lang="en-GB" sz="1100" spc="-8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5" name="OTLSHAPE_SLT_caaa4e5d5f3a4f5290cc50bfe0359c08_Title">
            <a:extLst>
              <a:ext uri="{FF2B5EF4-FFF2-40B4-BE49-F238E27FC236}">
                <a16:creationId xmlns:a16="http://schemas.microsoft.com/office/drawing/2014/main" id="{DA535C5E-C2DF-0EBF-0FAD-0F9528E755D4}"/>
              </a:ext>
            </a:extLst>
          </p:cNvPr>
          <p:cNvSpPr txBox="1">
            <a:spLocks noChangeAspect="1"/>
          </p:cNvSpPr>
          <p:nvPr>
            <p:custDataLst>
              <p:tags r:id="rId235"/>
            </p:custDataLst>
          </p:nvPr>
        </p:nvSpPr>
        <p:spPr>
          <a:xfrm>
            <a:off x="5325607" y="1492673"/>
            <a:ext cx="1524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r"/>
            <a:r>
              <a:rPr lang="en-GB" sz="1100" spc="-6" dirty="0">
                <a:solidFill>
                  <a:schemeClr val="dk1"/>
                </a:solidFill>
                <a:latin typeface="Calibri" panose="020F0502020204030204" pitchFamily="34" charset="0"/>
              </a:rPr>
              <a:t>System On Board (RTK350)</a:t>
            </a:r>
          </a:p>
        </p:txBody>
      </p:sp>
      <p:sp>
        <p:nvSpPr>
          <p:cNvPr id="185" name="OTLSHAPE_SLT_45a82ce571a44e28840de9a5b98e480e_Title">
            <a:extLst>
              <a:ext uri="{FF2B5EF4-FFF2-40B4-BE49-F238E27FC236}">
                <a16:creationId xmlns:a16="http://schemas.microsoft.com/office/drawing/2014/main" id="{199A2107-4B37-6724-8BE7-EC4BFBD2F8F8}"/>
              </a:ext>
            </a:extLst>
          </p:cNvPr>
          <p:cNvSpPr txBox="1">
            <a:spLocks noChangeAspect="1"/>
          </p:cNvSpPr>
          <p:nvPr>
            <p:custDataLst>
              <p:tags r:id="rId236"/>
            </p:custDataLst>
          </p:nvPr>
        </p:nvSpPr>
        <p:spPr>
          <a:xfrm>
            <a:off x="8088330" y="1701292"/>
            <a:ext cx="368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Flights</a:t>
            </a:r>
          </a:p>
        </p:txBody>
      </p:sp>
      <p:sp>
        <p:nvSpPr>
          <p:cNvPr id="195" name="OTLSHAPE_SLT_ddfa65e0bde445129b80a793833cb2fe_Title">
            <a:extLst>
              <a:ext uri="{FF2B5EF4-FFF2-40B4-BE49-F238E27FC236}">
                <a16:creationId xmlns:a16="http://schemas.microsoft.com/office/drawing/2014/main" id="{D4659172-D02B-26E2-E691-9B424BE2D767}"/>
              </a:ext>
            </a:extLst>
          </p:cNvPr>
          <p:cNvSpPr txBox="1">
            <a:spLocks noChangeAspect="1"/>
          </p:cNvSpPr>
          <p:nvPr>
            <p:custDataLst>
              <p:tags r:id="rId237"/>
            </p:custDataLst>
          </p:nvPr>
        </p:nvSpPr>
        <p:spPr>
          <a:xfrm>
            <a:off x="6608242" y="2109470"/>
            <a:ext cx="1600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Result Analysis (VO vs Polar)</a:t>
            </a:r>
          </a:p>
        </p:txBody>
      </p:sp>
      <p:sp>
        <p:nvSpPr>
          <p:cNvPr id="209" name="OTLSHAPE_SLT_1a5815dc46424af0a362eed0aea0aff9_Title">
            <a:extLst>
              <a:ext uri="{FF2B5EF4-FFF2-40B4-BE49-F238E27FC236}">
                <a16:creationId xmlns:a16="http://schemas.microsoft.com/office/drawing/2014/main" id="{51BAF7E0-6F7C-340C-F728-779D4E44C48E}"/>
              </a:ext>
            </a:extLst>
          </p:cNvPr>
          <p:cNvSpPr txBox="1">
            <a:spLocks noChangeAspect="1"/>
          </p:cNvSpPr>
          <p:nvPr>
            <p:custDataLst>
              <p:tags r:id="rId238"/>
            </p:custDataLst>
          </p:nvPr>
        </p:nvSpPr>
        <p:spPr>
          <a:xfrm>
            <a:off x="8530274" y="2521289"/>
            <a:ext cx="457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r"/>
            <a:r>
              <a:rPr lang="en-GB" sz="1100" spc="-8" dirty="0">
                <a:solidFill>
                  <a:schemeClr val="dk1"/>
                </a:solidFill>
                <a:latin typeface="Calibri" panose="020F0502020204030204" pitchFamily="34" charset="0"/>
              </a:rPr>
              <a:t>Ex-Post </a:t>
            </a:r>
          </a:p>
        </p:txBody>
      </p:sp>
      <p:sp>
        <p:nvSpPr>
          <p:cNvPr id="220" name="OTLSHAPE_SLM_fcf2b52652ef4b4b875ab5eb4d80630b_Title">
            <a:extLst>
              <a:ext uri="{FF2B5EF4-FFF2-40B4-BE49-F238E27FC236}">
                <a16:creationId xmlns:a16="http://schemas.microsoft.com/office/drawing/2014/main" id="{4EA96E4C-3FFA-40D4-DBEB-146A06659F57}"/>
              </a:ext>
            </a:extLst>
          </p:cNvPr>
          <p:cNvSpPr txBox="1">
            <a:spLocks noChangeAspect="1"/>
          </p:cNvSpPr>
          <p:nvPr>
            <p:custDataLst>
              <p:tags r:id="rId239"/>
            </p:custDataLst>
          </p:nvPr>
        </p:nvSpPr>
        <p:spPr>
          <a:xfrm>
            <a:off x="5901227" y="6156790"/>
            <a:ext cx="1624734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6">
                <a:solidFill>
                  <a:schemeClr val="dk1"/>
                </a:solidFill>
                <a:latin typeface="Calibri" panose="020F0502020204030204" pitchFamily="34" charset="0"/>
              </a:rPr>
              <a:t>Tripod Holder Design Ready</a:t>
            </a:r>
          </a:p>
        </p:txBody>
      </p:sp>
      <p:sp>
        <p:nvSpPr>
          <p:cNvPr id="228" name="OTLSHAPE_SLM_4ce450ab70154165b9c41340cde6073d_Title">
            <a:extLst>
              <a:ext uri="{FF2B5EF4-FFF2-40B4-BE49-F238E27FC236}">
                <a16:creationId xmlns:a16="http://schemas.microsoft.com/office/drawing/2014/main" id="{FF5A3694-BE84-D7C6-E44C-AF8C017568BE}"/>
              </a:ext>
            </a:extLst>
          </p:cNvPr>
          <p:cNvSpPr txBox="1">
            <a:spLocks noChangeAspect="1"/>
          </p:cNvSpPr>
          <p:nvPr>
            <p:custDataLst>
              <p:tags r:id="rId240"/>
            </p:custDataLst>
          </p:nvPr>
        </p:nvSpPr>
        <p:spPr>
          <a:xfrm>
            <a:off x="8817808" y="6880691"/>
            <a:ext cx="1266525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4">
                <a:solidFill>
                  <a:schemeClr val="dk1"/>
                </a:solidFill>
                <a:latin typeface="Calibri" panose="020F0502020204030204" pitchFamily="34" charset="0"/>
              </a:rPr>
              <a:t>Joselito (mecanizado)</a:t>
            </a:r>
          </a:p>
        </p:txBody>
      </p:sp>
      <p:sp>
        <p:nvSpPr>
          <p:cNvPr id="241" name="OTLSHAPE_SLT_8bafd2b064904afbb1c11e027e18f1c2_Title">
            <a:extLst>
              <a:ext uri="{FF2B5EF4-FFF2-40B4-BE49-F238E27FC236}">
                <a16:creationId xmlns:a16="http://schemas.microsoft.com/office/drawing/2014/main" id="{87183AB5-0E08-EF9F-A75E-DFA7B7F344AE}"/>
              </a:ext>
            </a:extLst>
          </p:cNvPr>
          <p:cNvSpPr txBox="1">
            <a:spLocks noChangeAspect="1"/>
          </p:cNvSpPr>
          <p:nvPr>
            <p:custDataLst>
              <p:tags r:id="rId241"/>
            </p:custDataLst>
          </p:nvPr>
        </p:nvSpPr>
        <p:spPr>
          <a:xfrm>
            <a:off x="2948685" y="7836746"/>
            <a:ext cx="1288704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100" spc="-10">
                <a:solidFill>
                  <a:srgbClr val="484848"/>
                </a:solidFill>
                <a:latin typeface="Calibri" panose="020F0502020204030204" pitchFamily="34" charset="0"/>
              </a:rPr>
              <a:t>QSLAM Gazebo Integr.</a:t>
            </a:r>
          </a:p>
        </p:txBody>
      </p:sp>
      <p:sp>
        <p:nvSpPr>
          <p:cNvPr id="255" name="OTLSHAPE_SLT_b0084b7ab19f454ab91058e59ce03604_Title">
            <a:extLst>
              <a:ext uri="{FF2B5EF4-FFF2-40B4-BE49-F238E27FC236}">
                <a16:creationId xmlns:a16="http://schemas.microsoft.com/office/drawing/2014/main" id="{517961EC-F1B9-386E-A162-48BE23074119}"/>
              </a:ext>
            </a:extLst>
          </p:cNvPr>
          <p:cNvSpPr txBox="1">
            <a:spLocks noChangeAspect="1"/>
          </p:cNvSpPr>
          <p:nvPr>
            <p:custDataLst>
              <p:tags r:id="rId242"/>
            </p:custDataLst>
          </p:nvPr>
        </p:nvSpPr>
        <p:spPr>
          <a:xfrm>
            <a:off x="8051243" y="8248566"/>
            <a:ext cx="2200427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100" spc="-4">
                <a:solidFill>
                  <a:srgbClr val="484848"/>
                </a:solidFill>
                <a:latin typeface="Calibri" panose="020F0502020204030204" pitchFamily="34" charset="0"/>
              </a:rPr>
              <a:t>Joselito Sim Integration + ¿real flihgts?</a:t>
            </a:r>
            <a:endParaRPr lang="en-GB" sz="1100" spc="-4" dirty="0">
              <a:solidFill>
                <a:srgbClr val="484848"/>
              </a:solidFill>
              <a:latin typeface="Calibri" panose="020F0502020204030204" pitchFamily="34" charset="0"/>
            </a:endParaRPr>
          </a:p>
        </p:txBody>
      </p:sp>
      <p:sp>
        <p:nvSpPr>
          <p:cNvPr id="264" name="OTLSHAPE_SLM_155dc0df6f4143a8a05b7f187d16f3cb_Title">
            <a:extLst>
              <a:ext uri="{FF2B5EF4-FFF2-40B4-BE49-F238E27FC236}">
                <a16:creationId xmlns:a16="http://schemas.microsoft.com/office/drawing/2014/main" id="{3B12A71D-FEEA-B0F7-2428-A16F7211451E}"/>
              </a:ext>
            </a:extLst>
          </p:cNvPr>
          <p:cNvSpPr txBox="1">
            <a:spLocks noChangeAspect="1"/>
          </p:cNvSpPr>
          <p:nvPr>
            <p:custDataLst>
              <p:tags r:id="rId243"/>
            </p:custDataLst>
          </p:nvPr>
        </p:nvSpPr>
        <p:spPr>
          <a:xfrm>
            <a:off x="6291635" y="8527966"/>
            <a:ext cx="1381664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b="1" spc="-8">
                <a:solidFill>
                  <a:srgbClr val="595959"/>
                </a:solidFill>
                <a:latin typeface="Calibri" panose="020F0502020204030204" pitchFamily="34" charset="0"/>
              </a:rPr>
              <a:t>Polarimetric Navigation</a:t>
            </a:r>
          </a:p>
        </p:txBody>
      </p:sp>
      <p:sp>
        <p:nvSpPr>
          <p:cNvPr id="265" name="OTLSHAPE_SLM_155dc0df6f4143a8a05b7f187d16f3cb_Date">
            <a:extLst>
              <a:ext uri="{FF2B5EF4-FFF2-40B4-BE49-F238E27FC236}">
                <a16:creationId xmlns:a16="http://schemas.microsoft.com/office/drawing/2014/main" id="{596CF31F-7DA9-A67A-7DDC-A36FA2C88A3F}"/>
              </a:ext>
            </a:extLst>
          </p:cNvPr>
          <p:cNvSpPr txBox="1">
            <a:spLocks noChangeAspect="1"/>
          </p:cNvSpPr>
          <p:nvPr>
            <p:custDataLst>
              <p:tags r:id="rId244"/>
            </p:custDataLst>
          </p:nvPr>
        </p:nvSpPr>
        <p:spPr>
          <a:xfrm>
            <a:off x="7908175" y="8543459"/>
            <a:ext cx="946803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900">
                <a:solidFill>
                  <a:srgbClr val="737373"/>
                </a:solidFill>
                <a:latin typeface="Calibri" panose="020F0502020204030204" pitchFamily="34" charset="0"/>
              </a:rPr>
              <a:t>September 30, 2026</a:t>
            </a:r>
          </a:p>
        </p:txBody>
      </p:sp>
      <p:sp>
        <p:nvSpPr>
          <p:cNvPr id="268" name="OTLSHAPE_SLM_07b98bcf678d4671aa63e6c90f0402aa_Title">
            <a:extLst>
              <a:ext uri="{FF2B5EF4-FFF2-40B4-BE49-F238E27FC236}">
                <a16:creationId xmlns:a16="http://schemas.microsoft.com/office/drawing/2014/main" id="{BC797721-3E39-B6CC-BAEC-251EB557BAB2}"/>
              </a:ext>
            </a:extLst>
          </p:cNvPr>
          <p:cNvSpPr txBox="1">
            <a:spLocks noChangeAspect="1"/>
          </p:cNvSpPr>
          <p:nvPr>
            <p:custDataLst>
              <p:tags r:id="rId245"/>
            </p:custDataLst>
          </p:nvPr>
        </p:nvSpPr>
        <p:spPr>
          <a:xfrm>
            <a:off x="7668316" y="9010566"/>
            <a:ext cx="2273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b="1" spc="-4">
                <a:solidFill>
                  <a:srgbClr val="595959"/>
                </a:solidFill>
                <a:latin typeface="Calibri" panose="020F0502020204030204" pitchFamily="34" charset="0"/>
              </a:rPr>
              <a:t>Neuromorphic Polarimetric Navigation </a:t>
            </a:r>
          </a:p>
        </p:txBody>
      </p:sp>
      <p:sp>
        <p:nvSpPr>
          <p:cNvPr id="269" name="OTLSHAPE_SLM_07b98bcf678d4671aa63e6c90f0402aa_Date">
            <a:extLst>
              <a:ext uri="{FF2B5EF4-FFF2-40B4-BE49-F238E27FC236}">
                <a16:creationId xmlns:a16="http://schemas.microsoft.com/office/drawing/2014/main" id="{078DCB96-E534-22D7-E480-A6362E5EB29D}"/>
              </a:ext>
            </a:extLst>
          </p:cNvPr>
          <p:cNvSpPr txBox="1">
            <a:spLocks noChangeAspect="1"/>
          </p:cNvSpPr>
          <p:nvPr>
            <p:custDataLst>
              <p:tags r:id="rId246"/>
            </p:custDataLst>
          </p:nvPr>
        </p:nvSpPr>
        <p:spPr>
          <a:xfrm>
            <a:off x="10189477" y="9026059"/>
            <a:ext cx="914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900">
                <a:solidFill>
                  <a:srgbClr val="737373"/>
                </a:solidFill>
                <a:latin typeface="Calibri" panose="020F0502020204030204" pitchFamily="34" charset="0"/>
              </a:rPr>
              <a:t>December 18, 2026</a:t>
            </a:r>
          </a:p>
        </p:txBody>
      </p:sp>
      <p:sp>
        <p:nvSpPr>
          <p:cNvPr id="272" name="OTLSHAPE_SLM_a9cab79ae3714a009b005736974e1376_Title">
            <a:extLst>
              <a:ext uri="{FF2B5EF4-FFF2-40B4-BE49-F238E27FC236}">
                <a16:creationId xmlns:a16="http://schemas.microsoft.com/office/drawing/2014/main" id="{54A8C1B8-E2F1-FA69-AA6D-4F51FE9967A0}"/>
              </a:ext>
            </a:extLst>
          </p:cNvPr>
          <p:cNvSpPr txBox="1">
            <a:spLocks noChangeAspect="1"/>
          </p:cNvSpPr>
          <p:nvPr>
            <p:custDataLst>
              <p:tags r:id="rId247"/>
            </p:custDataLst>
          </p:nvPr>
        </p:nvSpPr>
        <p:spPr>
          <a:xfrm>
            <a:off x="3849276" y="9251866"/>
            <a:ext cx="2059702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b="1" spc="-4">
                <a:solidFill>
                  <a:srgbClr val="595959"/>
                </a:solidFill>
                <a:latin typeface="Calibri" panose="020F0502020204030204" pitchFamily="34" charset="0"/>
              </a:rPr>
              <a:t>Autonomus Navigation (Simulator) </a:t>
            </a:r>
          </a:p>
        </p:txBody>
      </p:sp>
      <p:sp>
        <p:nvSpPr>
          <p:cNvPr id="273" name="OTLSHAPE_SLM_a9cab79ae3714a009b005736974e1376_Date">
            <a:extLst>
              <a:ext uri="{FF2B5EF4-FFF2-40B4-BE49-F238E27FC236}">
                <a16:creationId xmlns:a16="http://schemas.microsoft.com/office/drawing/2014/main" id="{689E216D-37D6-8FF6-C5AE-8E80085FA251}"/>
              </a:ext>
            </a:extLst>
          </p:cNvPr>
          <p:cNvSpPr txBox="1">
            <a:spLocks noChangeAspect="1"/>
          </p:cNvSpPr>
          <p:nvPr>
            <p:custDataLst>
              <p:tags r:id="rId248"/>
            </p:custDataLst>
          </p:nvPr>
        </p:nvSpPr>
        <p:spPr>
          <a:xfrm>
            <a:off x="6146664" y="9267359"/>
            <a:ext cx="614142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900">
                <a:solidFill>
                  <a:srgbClr val="737373"/>
                </a:solidFill>
                <a:latin typeface="Calibri" panose="020F0502020204030204" pitchFamily="34" charset="0"/>
              </a:rPr>
              <a:t>July 31, 2026</a:t>
            </a:r>
          </a:p>
        </p:txBody>
      </p:sp>
      <p:sp>
        <p:nvSpPr>
          <p:cNvPr id="86" name="OTLSHAPE_SLT_2503871154dd4946a30768afa26b3696_Duration" hidden="1">
            <a:extLst>
              <a:ext uri="{FF2B5EF4-FFF2-40B4-BE49-F238E27FC236}">
                <a16:creationId xmlns:a16="http://schemas.microsoft.com/office/drawing/2014/main" id="{0668023B-D580-0CF8-F702-793221EE624C}"/>
              </a:ext>
            </a:extLst>
          </p:cNvPr>
          <p:cNvSpPr txBox="1"/>
          <p:nvPr>
            <p:custDataLst>
              <p:tags r:id="rId249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17 days</a:t>
            </a:r>
          </a:p>
        </p:txBody>
      </p:sp>
      <p:sp>
        <p:nvSpPr>
          <p:cNvPr id="97" name="OTLSHAPE_SLT_2503871154dd4946a30768afa26b3696_TextPercentage" hidden="1">
            <a:extLst>
              <a:ext uri="{FF2B5EF4-FFF2-40B4-BE49-F238E27FC236}">
                <a16:creationId xmlns:a16="http://schemas.microsoft.com/office/drawing/2014/main" id="{940054D5-574D-5008-53F1-03A35A84D0C6}"/>
              </a:ext>
            </a:extLst>
          </p:cNvPr>
          <p:cNvSpPr txBox="1"/>
          <p:nvPr>
            <p:custDataLst>
              <p:tags r:id="rId2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OTLSHAPE_SLT_2503871154dd4946a30768afa26b3696_JoinedDate" hidden="1">
            <a:extLst>
              <a:ext uri="{FF2B5EF4-FFF2-40B4-BE49-F238E27FC236}">
                <a16:creationId xmlns:a16="http://schemas.microsoft.com/office/drawing/2014/main" id="{D2AB6D8E-DC91-7F0C-0B50-CA06F8096634}"/>
              </a:ext>
            </a:extLst>
          </p:cNvPr>
          <p:cNvSpPr txBox="1"/>
          <p:nvPr>
            <p:custDataLst>
              <p:tags r:id="rId251"/>
            </p:custDataLst>
          </p:nvPr>
        </p:nvSpPr>
        <p:spPr>
          <a:xfrm>
            <a:off x="12700" y="-541298"/>
            <a:ext cx="6985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Apr 8 - May 1</a:t>
            </a:r>
          </a:p>
        </p:txBody>
      </p:sp>
      <p:sp>
        <p:nvSpPr>
          <p:cNvPr id="99" name="OTLSHAPE_SLT_2503871154dd4946a30768afa26b3696_Variance" hidden="1">
            <a:extLst>
              <a:ext uri="{FF2B5EF4-FFF2-40B4-BE49-F238E27FC236}">
                <a16:creationId xmlns:a16="http://schemas.microsoft.com/office/drawing/2014/main" id="{4677A3A6-9683-A41B-C323-E3BCFEAAFE4C}"/>
              </a:ext>
            </a:extLst>
          </p:cNvPr>
          <p:cNvSpPr txBox="1"/>
          <p:nvPr>
            <p:custDataLst>
              <p:tags r:id="rId252"/>
            </p:custDataLst>
          </p:nvPr>
        </p:nvSpPr>
        <p:spPr>
          <a:xfrm>
            <a:off x="12700" y="-31046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0" name="OTLSHAPE_SLT_2503871154dd4946a30768afa26b3696_StartDate" hidden="1">
            <a:extLst>
              <a:ext uri="{FF2B5EF4-FFF2-40B4-BE49-F238E27FC236}">
                <a16:creationId xmlns:a16="http://schemas.microsoft.com/office/drawing/2014/main" id="{AD6287D9-47EB-7F8C-6D0C-5CFBFA45AA29}"/>
              </a:ext>
            </a:extLst>
          </p:cNvPr>
          <p:cNvSpPr txBox="1"/>
          <p:nvPr>
            <p:custDataLst>
              <p:tags r:id="rId25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11" name="OTLSHAPE_SLT_2503871154dd4946a30768afa26b3696_EndDate" hidden="1">
            <a:extLst>
              <a:ext uri="{FF2B5EF4-FFF2-40B4-BE49-F238E27FC236}">
                <a16:creationId xmlns:a16="http://schemas.microsoft.com/office/drawing/2014/main" id="{A54E7ABA-EDCF-C4F6-72F4-6AAF620A191B}"/>
              </a:ext>
            </a:extLst>
          </p:cNvPr>
          <p:cNvSpPr txBox="1"/>
          <p:nvPr>
            <p:custDataLst>
              <p:tags r:id="rId25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12" name="OTLSHAPE_SLT_2503871154dd4946a30768afa26b3696_Title">
            <a:extLst>
              <a:ext uri="{FF2B5EF4-FFF2-40B4-BE49-F238E27FC236}">
                <a16:creationId xmlns:a16="http://schemas.microsoft.com/office/drawing/2014/main" id="{EB417979-42FC-FB56-C07B-879DDFCB0124}"/>
              </a:ext>
            </a:extLst>
          </p:cNvPr>
          <p:cNvSpPr txBox="1"/>
          <p:nvPr>
            <p:custDataLst>
              <p:tags r:id="rId255"/>
            </p:custDataLst>
          </p:nvPr>
        </p:nvSpPr>
        <p:spPr>
          <a:xfrm>
            <a:off x="1023871" y="4034282"/>
            <a:ext cx="1676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2" dirty="0">
                <a:solidFill>
                  <a:schemeClr val="dk1"/>
                </a:solidFill>
                <a:latin typeface="Calibri" panose="020F0502020204030204" pitchFamily="34" charset="0"/>
              </a:rPr>
              <a:t>Liquid Crystal Option Analysis</a:t>
            </a:r>
          </a:p>
        </p:txBody>
      </p:sp>
      <p:sp>
        <p:nvSpPr>
          <p:cNvPr id="126" name="OTLSHAPE_SLT_9ea2df71eb134dae91cc10cc8f3c30e3_Duration" hidden="1">
            <a:extLst>
              <a:ext uri="{FF2B5EF4-FFF2-40B4-BE49-F238E27FC236}">
                <a16:creationId xmlns:a16="http://schemas.microsoft.com/office/drawing/2014/main" id="{8E57DA28-EA42-5696-82BA-2F5815E6E3CE}"/>
              </a:ext>
            </a:extLst>
          </p:cNvPr>
          <p:cNvSpPr txBox="1"/>
          <p:nvPr>
            <p:custDataLst>
              <p:tags r:id="rId256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58 days</a:t>
            </a:r>
          </a:p>
        </p:txBody>
      </p:sp>
      <p:sp>
        <p:nvSpPr>
          <p:cNvPr id="127" name="OTLSHAPE_SLT_9ea2df71eb134dae91cc10cc8f3c30e3_TextPercentage" hidden="1">
            <a:extLst>
              <a:ext uri="{FF2B5EF4-FFF2-40B4-BE49-F238E27FC236}">
                <a16:creationId xmlns:a16="http://schemas.microsoft.com/office/drawing/2014/main" id="{4961EC9C-2F00-0B52-2111-7C2B964BF779}"/>
              </a:ext>
            </a:extLst>
          </p:cNvPr>
          <p:cNvSpPr txBox="1"/>
          <p:nvPr>
            <p:custDataLst>
              <p:tags r:id="rId25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28" name="OTLSHAPE_SLT_9ea2df71eb134dae91cc10cc8f3c30e3_JoinedDate" hidden="1">
            <a:extLst>
              <a:ext uri="{FF2B5EF4-FFF2-40B4-BE49-F238E27FC236}">
                <a16:creationId xmlns:a16="http://schemas.microsoft.com/office/drawing/2014/main" id="{E2E0C284-3285-50A5-179F-5C6CF961C27B}"/>
              </a:ext>
            </a:extLst>
          </p:cNvPr>
          <p:cNvSpPr txBox="1"/>
          <p:nvPr>
            <p:custDataLst>
              <p:tags r:id="rId258"/>
            </p:custDataLst>
          </p:nvPr>
        </p:nvSpPr>
        <p:spPr>
          <a:xfrm>
            <a:off x="12700" y="-612636"/>
            <a:ext cx="711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May 1 - Jul 22</a:t>
            </a:r>
          </a:p>
        </p:txBody>
      </p:sp>
      <p:sp>
        <p:nvSpPr>
          <p:cNvPr id="162" name="OTLSHAPE_SLT_9ea2df71eb134dae91cc10cc8f3c30e3_Variance" hidden="1">
            <a:extLst>
              <a:ext uri="{FF2B5EF4-FFF2-40B4-BE49-F238E27FC236}">
                <a16:creationId xmlns:a16="http://schemas.microsoft.com/office/drawing/2014/main" id="{F80D8709-673E-24D8-712D-BAD8053B00DD}"/>
              </a:ext>
            </a:extLst>
          </p:cNvPr>
          <p:cNvSpPr txBox="1"/>
          <p:nvPr>
            <p:custDataLst>
              <p:tags r:id="rId259"/>
            </p:custDataLst>
          </p:nvPr>
        </p:nvSpPr>
        <p:spPr>
          <a:xfrm>
            <a:off x="12700" y="-31046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63" name="OTLSHAPE_SLT_9ea2df71eb134dae91cc10cc8f3c30e3_StartDate" hidden="1">
            <a:extLst>
              <a:ext uri="{FF2B5EF4-FFF2-40B4-BE49-F238E27FC236}">
                <a16:creationId xmlns:a16="http://schemas.microsoft.com/office/drawing/2014/main" id="{036B8762-22C0-3280-C7FC-2D57E38C60BE}"/>
              </a:ext>
            </a:extLst>
          </p:cNvPr>
          <p:cNvSpPr txBox="1"/>
          <p:nvPr>
            <p:custDataLst>
              <p:tags r:id="rId26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4" name="OTLSHAPE_SLT_9ea2df71eb134dae91cc10cc8f3c30e3_EndDate" hidden="1">
            <a:extLst>
              <a:ext uri="{FF2B5EF4-FFF2-40B4-BE49-F238E27FC236}">
                <a16:creationId xmlns:a16="http://schemas.microsoft.com/office/drawing/2014/main" id="{1710A073-1D27-00C1-C6BD-400873DE2971}"/>
              </a:ext>
            </a:extLst>
          </p:cNvPr>
          <p:cNvSpPr txBox="1"/>
          <p:nvPr>
            <p:custDataLst>
              <p:tags r:id="rId26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5" name="OTLSHAPE_SLT_9ea2df71eb134dae91cc10cc8f3c30e3_Title">
            <a:extLst>
              <a:ext uri="{FF2B5EF4-FFF2-40B4-BE49-F238E27FC236}">
                <a16:creationId xmlns:a16="http://schemas.microsoft.com/office/drawing/2014/main" id="{664C22B7-0E4E-93C5-07F8-A28B63ED0E52}"/>
              </a:ext>
            </a:extLst>
          </p:cNvPr>
          <p:cNvSpPr txBox="1"/>
          <p:nvPr>
            <p:custDataLst>
              <p:tags r:id="rId262"/>
            </p:custDataLst>
          </p:nvPr>
        </p:nvSpPr>
        <p:spPr>
          <a:xfrm>
            <a:off x="2132167" y="4242901"/>
            <a:ext cx="1231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6" dirty="0">
                <a:solidFill>
                  <a:schemeClr val="dk1"/>
                </a:solidFill>
                <a:latin typeface="Calibri" panose="020F0502020204030204" pitchFamily="34" charset="0"/>
              </a:rPr>
              <a:t>D&amp;D Rotatory System</a:t>
            </a:r>
          </a:p>
        </p:txBody>
      </p:sp>
      <p:sp>
        <p:nvSpPr>
          <p:cNvPr id="213" name="OTLSHAPE_SLT_fd78de88d52e40c29d8a23210b65ef27_Duration" hidden="1">
            <a:extLst>
              <a:ext uri="{FF2B5EF4-FFF2-40B4-BE49-F238E27FC236}">
                <a16:creationId xmlns:a16="http://schemas.microsoft.com/office/drawing/2014/main" id="{D55ADC5B-4333-FC52-C847-110BF731EAC3}"/>
              </a:ext>
            </a:extLst>
          </p:cNvPr>
          <p:cNvSpPr txBox="1"/>
          <p:nvPr>
            <p:custDataLst>
              <p:tags r:id="rId263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44 days</a:t>
            </a:r>
          </a:p>
        </p:txBody>
      </p:sp>
      <p:sp>
        <p:nvSpPr>
          <p:cNvPr id="242" name="OTLSHAPE_SLT_fd78de88d52e40c29d8a23210b65ef27_TextPercentage" hidden="1">
            <a:extLst>
              <a:ext uri="{FF2B5EF4-FFF2-40B4-BE49-F238E27FC236}">
                <a16:creationId xmlns:a16="http://schemas.microsoft.com/office/drawing/2014/main" id="{B83F83AD-E0BF-635A-012A-B60FF11BAA0B}"/>
              </a:ext>
            </a:extLst>
          </p:cNvPr>
          <p:cNvSpPr txBox="1"/>
          <p:nvPr>
            <p:custDataLst>
              <p:tags r:id="rId26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3" name="OTLSHAPE_SLT_fd78de88d52e40c29d8a23210b65ef27_JoinedDate" hidden="1">
            <a:extLst>
              <a:ext uri="{FF2B5EF4-FFF2-40B4-BE49-F238E27FC236}">
                <a16:creationId xmlns:a16="http://schemas.microsoft.com/office/drawing/2014/main" id="{1253843E-422A-7C28-6A1F-17952B26F336}"/>
              </a:ext>
            </a:extLst>
          </p:cNvPr>
          <p:cNvSpPr txBox="1"/>
          <p:nvPr>
            <p:custDataLst>
              <p:tags r:id="rId265"/>
            </p:custDataLst>
          </p:nvPr>
        </p:nvSpPr>
        <p:spPr>
          <a:xfrm>
            <a:off x="12700" y="-618242"/>
            <a:ext cx="660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Jun 1 - Jul 31</a:t>
            </a:r>
          </a:p>
        </p:txBody>
      </p:sp>
      <p:sp>
        <p:nvSpPr>
          <p:cNvPr id="244" name="OTLSHAPE_SLT_fd78de88d52e40c29d8a23210b65ef27_Variance" hidden="1">
            <a:extLst>
              <a:ext uri="{FF2B5EF4-FFF2-40B4-BE49-F238E27FC236}">
                <a16:creationId xmlns:a16="http://schemas.microsoft.com/office/drawing/2014/main" id="{9824F90C-0EE4-4732-C93B-92703D42B65B}"/>
              </a:ext>
            </a:extLst>
          </p:cNvPr>
          <p:cNvSpPr txBox="1"/>
          <p:nvPr>
            <p:custDataLst>
              <p:tags r:id="rId266"/>
            </p:custDataLst>
          </p:nvPr>
        </p:nvSpPr>
        <p:spPr>
          <a:xfrm>
            <a:off x="12700" y="-31046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45" name="OTLSHAPE_SLT_fd78de88d52e40c29d8a23210b65ef27_StartDate" hidden="1">
            <a:extLst>
              <a:ext uri="{FF2B5EF4-FFF2-40B4-BE49-F238E27FC236}">
                <a16:creationId xmlns:a16="http://schemas.microsoft.com/office/drawing/2014/main" id="{F633040D-0779-96FE-7710-920078C26FB8}"/>
              </a:ext>
            </a:extLst>
          </p:cNvPr>
          <p:cNvSpPr txBox="1"/>
          <p:nvPr>
            <p:custDataLst>
              <p:tags r:id="rId26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6" name="OTLSHAPE_SLT_fd78de88d52e40c29d8a23210b65ef27_EndDate" hidden="1">
            <a:extLst>
              <a:ext uri="{FF2B5EF4-FFF2-40B4-BE49-F238E27FC236}">
                <a16:creationId xmlns:a16="http://schemas.microsoft.com/office/drawing/2014/main" id="{4BF21C28-98BE-B5F7-C26A-6B18FA5A93A9}"/>
              </a:ext>
            </a:extLst>
          </p:cNvPr>
          <p:cNvSpPr txBox="1"/>
          <p:nvPr>
            <p:custDataLst>
              <p:tags r:id="rId26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57" name="OTLSHAPE_SLT_fd78de88d52e40c29d8a23210b65ef27_Title">
            <a:extLst>
              <a:ext uri="{FF2B5EF4-FFF2-40B4-BE49-F238E27FC236}">
                <a16:creationId xmlns:a16="http://schemas.microsoft.com/office/drawing/2014/main" id="{42066FEC-0FBC-DDF8-64A8-FAD6E3A8AE7A}"/>
              </a:ext>
            </a:extLst>
          </p:cNvPr>
          <p:cNvSpPr txBox="1"/>
          <p:nvPr>
            <p:custDataLst>
              <p:tags r:id="rId269"/>
            </p:custDataLst>
          </p:nvPr>
        </p:nvSpPr>
        <p:spPr>
          <a:xfrm>
            <a:off x="4719644" y="4451519"/>
            <a:ext cx="901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Fish Eye Design </a:t>
            </a:r>
          </a:p>
        </p:txBody>
      </p:sp>
      <p:sp>
        <p:nvSpPr>
          <p:cNvPr id="314" name="OTLSHAPE_SLT_b7dbb505b1df4e17b7e3768d3bdb8e77_Duration" hidden="1">
            <a:extLst>
              <a:ext uri="{FF2B5EF4-FFF2-40B4-BE49-F238E27FC236}">
                <a16:creationId xmlns:a16="http://schemas.microsoft.com/office/drawing/2014/main" id="{43905580-51F0-9996-D514-33B365B6E52E}"/>
              </a:ext>
            </a:extLst>
          </p:cNvPr>
          <p:cNvSpPr txBox="1"/>
          <p:nvPr>
            <p:custDataLst>
              <p:tags r:id="rId270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31 days</a:t>
            </a:r>
          </a:p>
        </p:txBody>
      </p:sp>
      <p:sp>
        <p:nvSpPr>
          <p:cNvPr id="315" name="OTLSHAPE_SLT_b7dbb505b1df4e17b7e3768d3bdb8e77_TextPercentage" hidden="1">
            <a:extLst>
              <a:ext uri="{FF2B5EF4-FFF2-40B4-BE49-F238E27FC236}">
                <a16:creationId xmlns:a16="http://schemas.microsoft.com/office/drawing/2014/main" id="{107AE249-E7AD-894E-D079-D2EEB3F0A45C}"/>
              </a:ext>
            </a:extLst>
          </p:cNvPr>
          <p:cNvSpPr txBox="1"/>
          <p:nvPr>
            <p:custDataLst>
              <p:tags r:id="rId27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316" name="OTLSHAPE_SLT_b7dbb505b1df4e17b7e3768d3bdb8e77_JoinedDate" hidden="1">
            <a:extLst>
              <a:ext uri="{FF2B5EF4-FFF2-40B4-BE49-F238E27FC236}">
                <a16:creationId xmlns:a16="http://schemas.microsoft.com/office/drawing/2014/main" id="{D43DC4AE-4C2A-DDCC-E0E9-0095674EA277}"/>
              </a:ext>
            </a:extLst>
          </p:cNvPr>
          <p:cNvSpPr txBox="1"/>
          <p:nvPr>
            <p:custDataLst>
              <p:tags r:id="rId272"/>
            </p:custDataLst>
          </p:nvPr>
        </p:nvSpPr>
        <p:spPr>
          <a:xfrm>
            <a:off x="12700" y="-612636"/>
            <a:ext cx="736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Aug 1 - Sep 14</a:t>
            </a:r>
          </a:p>
        </p:txBody>
      </p:sp>
      <p:sp>
        <p:nvSpPr>
          <p:cNvPr id="329" name="OTLSHAPE_SLT_b7dbb505b1df4e17b7e3768d3bdb8e77_Variance" hidden="1">
            <a:extLst>
              <a:ext uri="{FF2B5EF4-FFF2-40B4-BE49-F238E27FC236}">
                <a16:creationId xmlns:a16="http://schemas.microsoft.com/office/drawing/2014/main" id="{FB49DC8D-BCD1-AFDC-5F27-DAFE6D9199C8}"/>
              </a:ext>
            </a:extLst>
          </p:cNvPr>
          <p:cNvSpPr txBox="1"/>
          <p:nvPr>
            <p:custDataLst>
              <p:tags r:id="rId273"/>
            </p:custDataLst>
          </p:nvPr>
        </p:nvSpPr>
        <p:spPr>
          <a:xfrm>
            <a:off x="12700" y="-31046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30" name="OTLSHAPE_SLT_b7dbb505b1df4e17b7e3768d3bdb8e77_StartDate" hidden="1">
            <a:extLst>
              <a:ext uri="{FF2B5EF4-FFF2-40B4-BE49-F238E27FC236}">
                <a16:creationId xmlns:a16="http://schemas.microsoft.com/office/drawing/2014/main" id="{719D5A0B-7287-8108-FFF9-6BA6E0E1527F}"/>
              </a:ext>
            </a:extLst>
          </p:cNvPr>
          <p:cNvSpPr txBox="1"/>
          <p:nvPr>
            <p:custDataLst>
              <p:tags r:id="rId27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31" name="OTLSHAPE_SLT_b7dbb505b1df4e17b7e3768d3bdb8e77_EndDate" hidden="1">
            <a:extLst>
              <a:ext uri="{FF2B5EF4-FFF2-40B4-BE49-F238E27FC236}">
                <a16:creationId xmlns:a16="http://schemas.microsoft.com/office/drawing/2014/main" id="{5E78CB03-9102-7A74-B121-9C6CF1E29368}"/>
              </a:ext>
            </a:extLst>
          </p:cNvPr>
          <p:cNvSpPr txBox="1"/>
          <p:nvPr>
            <p:custDataLst>
              <p:tags r:id="rId2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32" name="OTLSHAPE_SLT_b7dbb505b1df4e17b7e3768d3bdb8e77_Title">
            <a:extLst>
              <a:ext uri="{FF2B5EF4-FFF2-40B4-BE49-F238E27FC236}">
                <a16:creationId xmlns:a16="http://schemas.microsoft.com/office/drawing/2014/main" id="{2FB9B067-3AC7-66CD-4389-7EBEDBBA1523}"/>
              </a:ext>
            </a:extLst>
          </p:cNvPr>
          <p:cNvSpPr txBox="1"/>
          <p:nvPr>
            <p:custDataLst>
              <p:tags r:id="rId276"/>
            </p:custDataLst>
          </p:nvPr>
        </p:nvSpPr>
        <p:spPr>
          <a:xfrm>
            <a:off x="6289254" y="4660138"/>
            <a:ext cx="825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spc="-2">
                <a:solidFill>
                  <a:schemeClr val="dk1"/>
                </a:solidFill>
                <a:latin typeface="Calibri" panose="020F0502020204030204" pitchFamily="34" charset="0"/>
              </a:rPr>
              <a:t>DFM Codesign</a:t>
            </a:r>
            <a:endParaRPr lang="en-GB" sz="1100" spc="-2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36" name="OTLSHAPE_SLT_88abe54f65c242ecbee8aae0349aa0b7_Duration" hidden="1">
            <a:extLst>
              <a:ext uri="{FF2B5EF4-FFF2-40B4-BE49-F238E27FC236}">
                <a16:creationId xmlns:a16="http://schemas.microsoft.com/office/drawing/2014/main" id="{7EA98850-DDB7-9834-6ACF-446613989FEF}"/>
              </a:ext>
            </a:extLst>
          </p:cNvPr>
          <p:cNvSpPr txBox="1"/>
          <p:nvPr>
            <p:custDataLst>
              <p:tags r:id="rId277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65 days</a:t>
            </a:r>
          </a:p>
        </p:txBody>
      </p:sp>
      <p:sp>
        <p:nvSpPr>
          <p:cNvPr id="337" name="OTLSHAPE_SLT_88abe54f65c242ecbee8aae0349aa0b7_TextPercentage" hidden="1">
            <a:extLst>
              <a:ext uri="{FF2B5EF4-FFF2-40B4-BE49-F238E27FC236}">
                <a16:creationId xmlns:a16="http://schemas.microsoft.com/office/drawing/2014/main" id="{56105DC6-715D-09C7-0521-6EA2703346BF}"/>
              </a:ext>
            </a:extLst>
          </p:cNvPr>
          <p:cNvSpPr txBox="1"/>
          <p:nvPr>
            <p:custDataLst>
              <p:tags r:id="rId27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338" name="OTLSHAPE_SLT_88abe54f65c242ecbee8aae0349aa0b7_JoinedDate" hidden="1">
            <a:extLst>
              <a:ext uri="{FF2B5EF4-FFF2-40B4-BE49-F238E27FC236}">
                <a16:creationId xmlns:a16="http://schemas.microsoft.com/office/drawing/2014/main" id="{119C1793-B0E6-DC51-3C64-FE075718AB8D}"/>
              </a:ext>
            </a:extLst>
          </p:cNvPr>
          <p:cNvSpPr txBox="1"/>
          <p:nvPr>
            <p:custDataLst>
              <p:tags r:id="rId279"/>
            </p:custDataLst>
          </p:nvPr>
        </p:nvSpPr>
        <p:spPr>
          <a:xfrm>
            <a:off x="12700" y="-689580"/>
            <a:ext cx="8001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Sep 15 - Dec 15</a:t>
            </a:r>
          </a:p>
        </p:txBody>
      </p:sp>
      <p:sp>
        <p:nvSpPr>
          <p:cNvPr id="339" name="OTLSHAPE_SLT_88abe54f65c242ecbee8aae0349aa0b7_Variance" hidden="1">
            <a:extLst>
              <a:ext uri="{FF2B5EF4-FFF2-40B4-BE49-F238E27FC236}">
                <a16:creationId xmlns:a16="http://schemas.microsoft.com/office/drawing/2014/main" id="{6A93DC55-8EA0-AE6F-F6C6-7191F32D4E4B}"/>
              </a:ext>
            </a:extLst>
          </p:cNvPr>
          <p:cNvSpPr txBox="1"/>
          <p:nvPr>
            <p:custDataLst>
              <p:tags r:id="rId280"/>
            </p:custDataLst>
          </p:nvPr>
        </p:nvSpPr>
        <p:spPr>
          <a:xfrm>
            <a:off x="12700" y="-31046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40" name="OTLSHAPE_SLT_88abe54f65c242ecbee8aae0349aa0b7_StartDate" hidden="1">
            <a:extLst>
              <a:ext uri="{FF2B5EF4-FFF2-40B4-BE49-F238E27FC236}">
                <a16:creationId xmlns:a16="http://schemas.microsoft.com/office/drawing/2014/main" id="{FB203F4F-283A-2085-95C4-7AB47CA53FA7}"/>
              </a:ext>
            </a:extLst>
          </p:cNvPr>
          <p:cNvSpPr txBox="1"/>
          <p:nvPr>
            <p:custDataLst>
              <p:tags r:id="rId28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1" name="OTLSHAPE_SLT_88abe54f65c242ecbee8aae0349aa0b7_EndDate" hidden="1">
            <a:extLst>
              <a:ext uri="{FF2B5EF4-FFF2-40B4-BE49-F238E27FC236}">
                <a16:creationId xmlns:a16="http://schemas.microsoft.com/office/drawing/2014/main" id="{70FF7533-AE5B-4A58-640F-E85D4DA660E3}"/>
              </a:ext>
            </a:extLst>
          </p:cNvPr>
          <p:cNvSpPr txBox="1"/>
          <p:nvPr>
            <p:custDataLst>
              <p:tags r:id="rId28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2" name="OTLSHAPE_SLT_88abe54f65c242ecbee8aae0349aa0b7_Title">
            <a:extLst>
              <a:ext uri="{FF2B5EF4-FFF2-40B4-BE49-F238E27FC236}">
                <a16:creationId xmlns:a16="http://schemas.microsoft.com/office/drawing/2014/main" id="{43409A66-6E20-2908-A49F-5012E5709A92}"/>
              </a:ext>
            </a:extLst>
          </p:cNvPr>
          <p:cNvSpPr txBox="1"/>
          <p:nvPr>
            <p:custDataLst>
              <p:tags r:id="rId283"/>
            </p:custDataLst>
          </p:nvPr>
        </p:nvSpPr>
        <p:spPr>
          <a:xfrm>
            <a:off x="8123137" y="5068316"/>
            <a:ext cx="1117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Fish Eye Production</a:t>
            </a:r>
          </a:p>
        </p:txBody>
      </p:sp>
      <p:sp>
        <p:nvSpPr>
          <p:cNvPr id="327" name="OTLSHAPE_SLM_6729fbb9e14b454c9d7d8db3db2cfe33_Title">
            <a:extLst>
              <a:ext uri="{FF2B5EF4-FFF2-40B4-BE49-F238E27FC236}">
                <a16:creationId xmlns:a16="http://schemas.microsoft.com/office/drawing/2014/main" id="{87F3F205-047F-5AFB-144B-C5BC8E3F0A1F}"/>
              </a:ext>
            </a:extLst>
          </p:cNvPr>
          <p:cNvSpPr txBox="1"/>
          <p:nvPr>
            <p:custDataLst>
              <p:tags r:id="rId284"/>
            </p:custDataLst>
          </p:nvPr>
        </p:nvSpPr>
        <p:spPr>
          <a:xfrm>
            <a:off x="9215298" y="9493166"/>
            <a:ext cx="1739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b="1" spc="-6">
                <a:solidFill>
                  <a:srgbClr val="595959"/>
                </a:solidFill>
                <a:latin typeface="Calibri" panose="020F0502020204030204" pitchFamily="34" charset="0"/>
              </a:rPr>
              <a:t>Autonomus Navigation (Real) </a:t>
            </a:r>
          </a:p>
        </p:txBody>
      </p:sp>
      <p:sp>
        <p:nvSpPr>
          <p:cNvPr id="343" name="OTLSHAPE_SLM_6729fbb9e14b454c9d7d8db3db2cfe33_Date">
            <a:extLst>
              <a:ext uri="{FF2B5EF4-FFF2-40B4-BE49-F238E27FC236}">
                <a16:creationId xmlns:a16="http://schemas.microsoft.com/office/drawing/2014/main" id="{1F4864AF-20E5-ADF0-885B-5DA4C0271BFC}"/>
              </a:ext>
            </a:extLst>
          </p:cNvPr>
          <p:cNvSpPr txBox="1"/>
          <p:nvPr>
            <p:custDataLst>
              <p:tags r:id="rId285"/>
            </p:custDataLst>
          </p:nvPr>
        </p:nvSpPr>
        <p:spPr>
          <a:xfrm>
            <a:off x="11200181" y="9508659"/>
            <a:ext cx="787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900">
                <a:solidFill>
                  <a:srgbClr val="737373"/>
                </a:solidFill>
                <a:latin typeface="Calibri" panose="020F0502020204030204" pitchFamily="34" charset="0"/>
              </a:rPr>
              <a:t>January 22, 2027</a:t>
            </a:r>
          </a:p>
        </p:txBody>
      </p:sp>
      <p:sp>
        <p:nvSpPr>
          <p:cNvPr id="344" name="OTLSHAPE_SLM_6729fbb9e14b454c9d7d8db3db2cfe33_Variance" hidden="1">
            <a:extLst>
              <a:ext uri="{FF2B5EF4-FFF2-40B4-BE49-F238E27FC236}">
                <a16:creationId xmlns:a16="http://schemas.microsoft.com/office/drawing/2014/main" id="{1B6D6CEB-DE6A-F226-45F8-82CE1A732ECB}"/>
              </a:ext>
            </a:extLst>
          </p:cNvPr>
          <p:cNvSpPr txBox="1"/>
          <p:nvPr>
            <p:custDataLst>
              <p:tags r:id="rId286"/>
            </p:custDataLst>
          </p:nvPr>
        </p:nvSpPr>
        <p:spPr>
          <a:xfrm>
            <a:off x="12700" y="-84907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358" name="OTLSHAPE_SLT_0779e939f3ad43288a450896a62d4350_Duration" hidden="1">
            <a:extLst>
              <a:ext uri="{FF2B5EF4-FFF2-40B4-BE49-F238E27FC236}">
                <a16:creationId xmlns:a16="http://schemas.microsoft.com/office/drawing/2014/main" id="{267E91D4-36CC-9E7F-2259-51F04E87111A}"/>
              </a:ext>
            </a:extLst>
          </p:cNvPr>
          <p:cNvSpPr txBox="1"/>
          <p:nvPr>
            <p:custDataLst>
              <p:tags r:id="rId287"/>
            </p:custDataLst>
          </p:nvPr>
        </p:nvSpPr>
        <p:spPr>
          <a:xfrm>
            <a:off x="12700" y="-381804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21 days</a:t>
            </a:r>
          </a:p>
        </p:txBody>
      </p:sp>
      <p:sp>
        <p:nvSpPr>
          <p:cNvPr id="359" name="OTLSHAPE_SLT_0779e939f3ad43288a450896a62d4350_TextPercentage" hidden="1">
            <a:extLst>
              <a:ext uri="{FF2B5EF4-FFF2-40B4-BE49-F238E27FC236}">
                <a16:creationId xmlns:a16="http://schemas.microsoft.com/office/drawing/2014/main" id="{79D7A441-F1AA-B469-A387-7610940CA21F}"/>
              </a:ext>
            </a:extLst>
          </p:cNvPr>
          <p:cNvSpPr txBox="1"/>
          <p:nvPr>
            <p:custDataLst>
              <p:tags r:id="rId28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360" name="OTLSHAPE_SLT_0779e939f3ad43288a450896a62d4350_JoinedDate" hidden="1">
            <a:extLst>
              <a:ext uri="{FF2B5EF4-FFF2-40B4-BE49-F238E27FC236}">
                <a16:creationId xmlns:a16="http://schemas.microsoft.com/office/drawing/2014/main" id="{38B2D525-F678-8758-10A4-62BAAC07DD9E}"/>
              </a:ext>
            </a:extLst>
          </p:cNvPr>
          <p:cNvSpPr txBox="1"/>
          <p:nvPr>
            <p:custDataLst>
              <p:tags r:id="rId289"/>
            </p:custDataLst>
          </p:nvPr>
        </p:nvSpPr>
        <p:spPr>
          <a:xfrm>
            <a:off x="12700" y="-837862"/>
            <a:ext cx="800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Aug 15 - Sep 14</a:t>
            </a:r>
          </a:p>
        </p:txBody>
      </p:sp>
      <p:sp>
        <p:nvSpPr>
          <p:cNvPr id="361" name="OTLSHAPE_SLT_0779e939f3ad43288a450896a62d4350_Variance" hidden="1">
            <a:extLst>
              <a:ext uri="{FF2B5EF4-FFF2-40B4-BE49-F238E27FC236}">
                <a16:creationId xmlns:a16="http://schemas.microsoft.com/office/drawing/2014/main" id="{BE5D3E36-6312-1B0C-BE6F-9FD7DD280B0F}"/>
              </a:ext>
            </a:extLst>
          </p:cNvPr>
          <p:cNvSpPr txBox="1"/>
          <p:nvPr>
            <p:custDataLst>
              <p:tags r:id="rId29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62" name="OTLSHAPE_SLT_0779e939f3ad43288a450896a62d4350_StartDate" hidden="1">
            <a:extLst>
              <a:ext uri="{FF2B5EF4-FFF2-40B4-BE49-F238E27FC236}">
                <a16:creationId xmlns:a16="http://schemas.microsoft.com/office/drawing/2014/main" id="{FAE78F3F-DD7E-DAE9-9B15-FC69CD3D617E}"/>
              </a:ext>
            </a:extLst>
          </p:cNvPr>
          <p:cNvSpPr txBox="1"/>
          <p:nvPr>
            <p:custDataLst>
              <p:tags r:id="rId29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63" name="OTLSHAPE_SLT_0779e939f3ad43288a450896a62d4350_EndDate" hidden="1">
            <a:extLst>
              <a:ext uri="{FF2B5EF4-FFF2-40B4-BE49-F238E27FC236}">
                <a16:creationId xmlns:a16="http://schemas.microsoft.com/office/drawing/2014/main" id="{1526FFC0-E450-9BE4-1127-A4821E8E16AE}"/>
              </a:ext>
            </a:extLst>
          </p:cNvPr>
          <p:cNvSpPr txBox="1"/>
          <p:nvPr>
            <p:custDataLst>
              <p:tags r:id="rId29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64" name="OTLSHAPE_SLT_0779e939f3ad43288a450896a62d4350_Title">
            <a:extLst>
              <a:ext uri="{FF2B5EF4-FFF2-40B4-BE49-F238E27FC236}">
                <a16:creationId xmlns:a16="http://schemas.microsoft.com/office/drawing/2014/main" id="{CD5C5AF1-D99F-2CF4-ED67-002BFE759895}"/>
              </a:ext>
            </a:extLst>
          </p:cNvPr>
          <p:cNvSpPr txBox="1"/>
          <p:nvPr>
            <p:custDataLst>
              <p:tags r:id="rId293"/>
            </p:custDataLst>
          </p:nvPr>
        </p:nvSpPr>
        <p:spPr>
          <a:xfrm>
            <a:off x="6631603" y="5280575"/>
            <a:ext cx="546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spc="-6">
                <a:solidFill>
                  <a:schemeClr val="dk1"/>
                </a:solidFill>
                <a:latin typeface="Calibri" panose="020F0502020204030204" pitchFamily="34" charset="0"/>
              </a:rPr>
              <a:t>LC Set Up</a:t>
            </a:r>
            <a:endParaRPr lang="en-GB" sz="1100" spc="-6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66" name="OTLSHAPE_SLM_767291ba5c244479aeb6207ab4ae1f81_Date" hidden="1">
            <a:extLst>
              <a:ext uri="{FF2B5EF4-FFF2-40B4-BE49-F238E27FC236}">
                <a16:creationId xmlns:a16="http://schemas.microsoft.com/office/drawing/2014/main" id="{F6EF6D5A-F5DA-5372-FAA9-3CD216AC6D39}"/>
              </a:ext>
            </a:extLst>
          </p:cNvPr>
          <p:cNvSpPr txBox="1"/>
          <p:nvPr>
            <p:custDataLst>
              <p:tags r:id="rId294"/>
            </p:custDataLst>
          </p:nvPr>
        </p:nvSpPr>
        <p:spPr>
          <a:xfrm>
            <a:off x="12700" y="-10029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Jun 30</a:t>
            </a:r>
          </a:p>
        </p:txBody>
      </p:sp>
      <p:sp>
        <p:nvSpPr>
          <p:cNvPr id="367" name="OTLSHAPE_SLM_767291ba5c244479aeb6207ab4ae1f81_Variance" hidden="1">
            <a:extLst>
              <a:ext uri="{FF2B5EF4-FFF2-40B4-BE49-F238E27FC236}">
                <a16:creationId xmlns:a16="http://schemas.microsoft.com/office/drawing/2014/main" id="{5FCE86B2-0C4A-6638-5687-49BCEDAF19F2}"/>
              </a:ext>
            </a:extLst>
          </p:cNvPr>
          <p:cNvSpPr txBox="1"/>
          <p:nvPr>
            <p:custDataLst>
              <p:tags r:id="rId295"/>
            </p:custDataLst>
          </p:nvPr>
        </p:nvSpPr>
        <p:spPr>
          <a:xfrm>
            <a:off x="12700" y="-192629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368" name="OTLSHAPE_SLM_767291ba5c244479aeb6207ab4ae1f81_Title">
            <a:extLst>
              <a:ext uri="{FF2B5EF4-FFF2-40B4-BE49-F238E27FC236}">
                <a16:creationId xmlns:a16="http://schemas.microsoft.com/office/drawing/2014/main" id="{40C6FDBD-8E44-DE5B-607B-EF369E735D16}"/>
              </a:ext>
            </a:extLst>
          </p:cNvPr>
          <p:cNvSpPr txBox="1"/>
          <p:nvPr>
            <p:custDataLst>
              <p:tags r:id="rId296"/>
            </p:custDataLst>
          </p:nvPr>
        </p:nvSpPr>
        <p:spPr>
          <a:xfrm>
            <a:off x="5265908" y="6398090"/>
            <a:ext cx="1473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4">
                <a:solidFill>
                  <a:schemeClr val="dk1"/>
                </a:solidFill>
                <a:latin typeface="Calibri" panose="020F0502020204030204" pitchFamily="34" charset="0"/>
              </a:rPr>
              <a:t>Dog Holder Design Ready</a:t>
            </a:r>
          </a:p>
        </p:txBody>
      </p:sp>
      <p:sp>
        <p:nvSpPr>
          <p:cNvPr id="370" name="OTLSHAPE_SLM_6c32e507ec7242a592d8df25c7436320_Date" hidden="1">
            <a:extLst>
              <a:ext uri="{FF2B5EF4-FFF2-40B4-BE49-F238E27FC236}">
                <a16:creationId xmlns:a16="http://schemas.microsoft.com/office/drawing/2014/main" id="{CDE152C9-C37A-0B23-2587-F32D73FEA98E}"/>
              </a:ext>
            </a:extLst>
          </p:cNvPr>
          <p:cNvSpPr txBox="1"/>
          <p:nvPr>
            <p:custDataLst>
              <p:tags r:id="rId297"/>
            </p:custDataLst>
          </p:nvPr>
        </p:nvSpPr>
        <p:spPr>
          <a:xfrm>
            <a:off x="12700" y="-5412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Aug 31</a:t>
            </a:r>
          </a:p>
        </p:txBody>
      </p:sp>
      <p:sp>
        <p:nvSpPr>
          <p:cNvPr id="371" name="OTLSHAPE_SLM_6c32e507ec7242a592d8df25c7436320_Variance" hidden="1">
            <a:extLst>
              <a:ext uri="{FF2B5EF4-FFF2-40B4-BE49-F238E27FC236}">
                <a16:creationId xmlns:a16="http://schemas.microsoft.com/office/drawing/2014/main" id="{D6ACC9B2-0B26-2054-D780-0B87B46E9D78}"/>
              </a:ext>
            </a:extLst>
          </p:cNvPr>
          <p:cNvSpPr txBox="1"/>
          <p:nvPr>
            <p:custDataLst>
              <p:tags r:id="rId298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372" name="OTLSHAPE_SLM_6c32e507ec7242a592d8df25c7436320_Title">
            <a:extLst>
              <a:ext uri="{FF2B5EF4-FFF2-40B4-BE49-F238E27FC236}">
                <a16:creationId xmlns:a16="http://schemas.microsoft.com/office/drawing/2014/main" id="{CE9E64C4-4D28-BC98-9311-0F1F718D16AD}"/>
              </a:ext>
            </a:extLst>
          </p:cNvPr>
          <p:cNvSpPr txBox="1"/>
          <p:nvPr>
            <p:custDataLst>
              <p:tags r:id="rId299"/>
            </p:custDataLst>
          </p:nvPr>
        </p:nvSpPr>
        <p:spPr>
          <a:xfrm>
            <a:off x="7056296" y="6639391"/>
            <a:ext cx="2273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4">
                <a:solidFill>
                  <a:schemeClr val="dk1"/>
                </a:solidFill>
                <a:latin typeface="Calibri" panose="020F0502020204030204" pitchFamily="34" charset="0"/>
              </a:rPr>
              <a:t>RTK Holder Design Ready (mecanizado)</a:t>
            </a:r>
          </a:p>
        </p:txBody>
      </p:sp>
      <p:sp>
        <p:nvSpPr>
          <p:cNvPr id="425" name="OTLSHAPE_SLM_316cc7f8fce840d498294af0a1d9adfe_Title">
            <a:extLst>
              <a:ext uri="{FF2B5EF4-FFF2-40B4-BE49-F238E27FC236}">
                <a16:creationId xmlns:a16="http://schemas.microsoft.com/office/drawing/2014/main" id="{7DAAD515-00AA-CA7B-9B43-AD9A5A0CA908}"/>
              </a:ext>
            </a:extLst>
          </p:cNvPr>
          <p:cNvSpPr txBox="1"/>
          <p:nvPr>
            <p:custDataLst>
              <p:tags r:id="rId300"/>
            </p:custDataLst>
          </p:nvPr>
        </p:nvSpPr>
        <p:spPr>
          <a:xfrm>
            <a:off x="7680510" y="8769266"/>
            <a:ext cx="419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b="1" spc="-8">
                <a:solidFill>
                  <a:srgbClr val="595959"/>
                </a:solidFill>
                <a:latin typeface="Calibri" panose="020F0502020204030204" pitchFamily="34" charset="0"/>
              </a:rPr>
              <a:t>nSLAM</a:t>
            </a:r>
          </a:p>
        </p:txBody>
      </p:sp>
      <p:sp>
        <p:nvSpPr>
          <p:cNvPr id="426" name="OTLSHAPE_SLM_316cc7f8fce840d498294af0a1d9adfe_Date">
            <a:extLst>
              <a:ext uri="{FF2B5EF4-FFF2-40B4-BE49-F238E27FC236}">
                <a16:creationId xmlns:a16="http://schemas.microsoft.com/office/drawing/2014/main" id="{B5E71D65-7228-7393-1011-3C4682283D60}"/>
              </a:ext>
            </a:extLst>
          </p:cNvPr>
          <p:cNvSpPr txBox="1"/>
          <p:nvPr>
            <p:custDataLst>
              <p:tags r:id="rId301"/>
            </p:custDataLst>
          </p:nvPr>
        </p:nvSpPr>
        <p:spPr>
          <a:xfrm>
            <a:off x="8341334" y="8784759"/>
            <a:ext cx="812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900">
                <a:solidFill>
                  <a:srgbClr val="737373"/>
                </a:solidFill>
                <a:latin typeface="Calibri" panose="020F0502020204030204" pitchFamily="34" charset="0"/>
              </a:rPr>
              <a:t>October 15, 2026</a:t>
            </a:r>
          </a:p>
        </p:txBody>
      </p:sp>
      <p:sp>
        <p:nvSpPr>
          <p:cNvPr id="427" name="OTLSHAPE_SLM_316cc7f8fce840d498294af0a1d9adfe_Variance" hidden="1">
            <a:extLst>
              <a:ext uri="{FF2B5EF4-FFF2-40B4-BE49-F238E27FC236}">
                <a16:creationId xmlns:a16="http://schemas.microsoft.com/office/drawing/2014/main" id="{9D518CE7-F5ED-6163-CC2C-2E00269FB1A4}"/>
              </a:ext>
            </a:extLst>
          </p:cNvPr>
          <p:cNvSpPr txBox="1"/>
          <p:nvPr>
            <p:custDataLst>
              <p:tags r:id="rId302"/>
            </p:custDataLst>
          </p:nvPr>
        </p:nvSpPr>
        <p:spPr>
          <a:xfrm>
            <a:off x="12700" y="-77213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224" name="OTLSHAPE_SLT_fbdd0dc7a47b48dfbe3e235be5e95495_Duration" hidden="1">
            <a:extLst>
              <a:ext uri="{FF2B5EF4-FFF2-40B4-BE49-F238E27FC236}">
                <a16:creationId xmlns:a16="http://schemas.microsoft.com/office/drawing/2014/main" id="{56DE9526-325D-6DA6-3ABB-CC105A2A3FED}"/>
              </a:ext>
            </a:extLst>
          </p:cNvPr>
          <p:cNvSpPr txBox="1"/>
          <p:nvPr>
            <p:custDataLst>
              <p:tags r:id="rId303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38 days</a:t>
            </a:r>
          </a:p>
        </p:txBody>
      </p:sp>
      <p:sp>
        <p:nvSpPr>
          <p:cNvPr id="305" name="OTLSHAPE_SLT_fbdd0dc7a47b48dfbe3e235be5e95495_TextPercentage" hidden="1">
            <a:extLst>
              <a:ext uri="{FF2B5EF4-FFF2-40B4-BE49-F238E27FC236}">
                <a16:creationId xmlns:a16="http://schemas.microsoft.com/office/drawing/2014/main" id="{9343721B-DE42-E70D-9A7F-9DA5323227E2}"/>
              </a:ext>
            </a:extLst>
          </p:cNvPr>
          <p:cNvSpPr txBox="1"/>
          <p:nvPr>
            <p:custDataLst>
              <p:tags r:id="rId30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306" name="OTLSHAPE_SLT_fbdd0dc7a47b48dfbe3e235be5e95495_JoinedDate" hidden="1">
            <a:extLst>
              <a:ext uri="{FF2B5EF4-FFF2-40B4-BE49-F238E27FC236}">
                <a16:creationId xmlns:a16="http://schemas.microsoft.com/office/drawing/2014/main" id="{4ED61A41-0D43-D58D-2C9B-5B4397D4AF4F}"/>
              </a:ext>
            </a:extLst>
          </p:cNvPr>
          <p:cNvSpPr txBox="1"/>
          <p:nvPr>
            <p:custDataLst>
              <p:tags r:id="rId305"/>
            </p:custDataLst>
          </p:nvPr>
        </p:nvSpPr>
        <p:spPr>
          <a:xfrm>
            <a:off x="12700" y="-618242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May 1 - Jun 24</a:t>
            </a:r>
          </a:p>
        </p:txBody>
      </p:sp>
      <p:sp>
        <p:nvSpPr>
          <p:cNvPr id="307" name="OTLSHAPE_SLT_fbdd0dc7a47b48dfbe3e235be5e95495_Variance" hidden="1">
            <a:extLst>
              <a:ext uri="{FF2B5EF4-FFF2-40B4-BE49-F238E27FC236}">
                <a16:creationId xmlns:a16="http://schemas.microsoft.com/office/drawing/2014/main" id="{E29AFB73-F44E-245F-ECA3-33C8C4B03033}"/>
              </a:ext>
            </a:extLst>
          </p:cNvPr>
          <p:cNvSpPr txBox="1"/>
          <p:nvPr>
            <p:custDataLst>
              <p:tags r:id="rId30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08" name="OTLSHAPE_SLT_fbdd0dc7a47b48dfbe3e235be5e95495_StartDate" hidden="1">
            <a:extLst>
              <a:ext uri="{FF2B5EF4-FFF2-40B4-BE49-F238E27FC236}">
                <a16:creationId xmlns:a16="http://schemas.microsoft.com/office/drawing/2014/main" id="{AE42B71A-59BA-D46F-0551-AE857AF9AD5D}"/>
              </a:ext>
            </a:extLst>
          </p:cNvPr>
          <p:cNvSpPr txBox="1"/>
          <p:nvPr>
            <p:custDataLst>
              <p:tags r:id="rId30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24" name="OTLSHAPE_SLT_fbdd0dc7a47b48dfbe3e235be5e95495_EndDate" hidden="1">
            <a:extLst>
              <a:ext uri="{FF2B5EF4-FFF2-40B4-BE49-F238E27FC236}">
                <a16:creationId xmlns:a16="http://schemas.microsoft.com/office/drawing/2014/main" id="{1B3D0707-94F6-C347-4BD3-64B5A4577BED}"/>
              </a:ext>
            </a:extLst>
          </p:cNvPr>
          <p:cNvSpPr txBox="1"/>
          <p:nvPr>
            <p:custDataLst>
              <p:tags r:id="rId30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25" name="OTLSHAPE_SLT_fbdd0dc7a47b48dfbe3e235be5e95495_Title">
            <a:extLst>
              <a:ext uri="{FF2B5EF4-FFF2-40B4-BE49-F238E27FC236}">
                <a16:creationId xmlns:a16="http://schemas.microsoft.com/office/drawing/2014/main" id="{E248864D-9E9D-1637-DBCC-DF9DF31A78D4}"/>
              </a:ext>
            </a:extLst>
          </p:cNvPr>
          <p:cNvSpPr txBox="1"/>
          <p:nvPr>
            <p:custDataLst>
              <p:tags r:id="rId309"/>
            </p:custDataLst>
          </p:nvPr>
        </p:nvSpPr>
        <p:spPr>
          <a:xfrm>
            <a:off x="3486887" y="1050036"/>
            <a:ext cx="1409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Algorithm Opti Dev (Gio)</a:t>
            </a:r>
          </a:p>
        </p:txBody>
      </p:sp>
      <p:sp>
        <p:nvSpPr>
          <p:cNvPr id="385" name="OTLSHAPE_SLT_aef5732d237d4978a66d2c62910d5575_Duration" hidden="1">
            <a:extLst>
              <a:ext uri="{FF2B5EF4-FFF2-40B4-BE49-F238E27FC236}">
                <a16:creationId xmlns:a16="http://schemas.microsoft.com/office/drawing/2014/main" id="{F563B965-762B-EBE6-AC0F-8461C3814688}"/>
              </a:ext>
            </a:extLst>
          </p:cNvPr>
          <p:cNvSpPr txBox="1"/>
          <p:nvPr>
            <p:custDataLst>
              <p:tags r:id="rId310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22 days</a:t>
            </a:r>
          </a:p>
        </p:txBody>
      </p:sp>
      <p:sp>
        <p:nvSpPr>
          <p:cNvPr id="416" name="OTLSHAPE_SLT_aef5732d237d4978a66d2c62910d5575_TextPercentage" hidden="1">
            <a:extLst>
              <a:ext uri="{FF2B5EF4-FFF2-40B4-BE49-F238E27FC236}">
                <a16:creationId xmlns:a16="http://schemas.microsoft.com/office/drawing/2014/main" id="{D05B7A82-333F-42F1-1644-2292DFB66A04}"/>
              </a:ext>
            </a:extLst>
          </p:cNvPr>
          <p:cNvSpPr txBox="1"/>
          <p:nvPr>
            <p:custDataLst>
              <p:tags r:id="rId31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417" name="OTLSHAPE_SLT_aef5732d237d4978a66d2c62910d5575_JoinedDate" hidden="1">
            <a:extLst>
              <a:ext uri="{FF2B5EF4-FFF2-40B4-BE49-F238E27FC236}">
                <a16:creationId xmlns:a16="http://schemas.microsoft.com/office/drawing/2014/main" id="{BBDAF702-5036-EB74-63E6-31A31CBAA0FA}"/>
              </a:ext>
            </a:extLst>
          </p:cNvPr>
          <p:cNvSpPr txBox="1"/>
          <p:nvPr>
            <p:custDataLst>
              <p:tags r:id="rId312"/>
            </p:custDataLst>
          </p:nvPr>
        </p:nvSpPr>
        <p:spPr>
          <a:xfrm>
            <a:off x="12700" y="-689580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Jul 15 - Aug 14</a:t>
            </a:r>
          </a:p>
        </p:txBody>
      </p:sp>
      <p:sp>
        <p:nvSpPr>
          <p:cNvPr id="418" name="OTLSHAPE_SLT_aef5732d237d4978a66d2c62910d5575_Variance" hidden="1">
            <a:extLst>
              <a:ext uri="{FF2B5EF4-FFF2-40B4-BE49-F238E27FC236}">
                <a16:creationId xmlns:a16="http://schemas.microsoft.com/office/drawing/2014/main" id="{88CAA36C-7F9E-9B70-6BE2-8CAFEFC1530D}"/>
              </a:ext>
            </a:extLst>
          </p:cNvPr>
          <p:cNvSpPr txBox="1"/>
          <p:nvPr>
            <p:custDataLst>
              <p:tags r:id="rId31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19" name="OTLSHAPE_SLT_aef5732d237d4978a66d2c62910d5575_StartDate" hidden="1">
            <a:extLst>
              <a:ext uri="{FF2B5EF4-FFF2-40B4-BE49-F238E27FC236}">
                <a16:creationId xmlns:a16="http://schemas.microsoft.com/office/drawing/2014/main" id="{B6DE495C-752C-50B8-98D0-C4A7D51A91B6}"/>
              </a:ext>
            </a:extLst>
          </p:cNvPr>
          <p:cNvSpPr txBox="1"/>
          <p:nvPr>
            <p:custDataLst>
              <p:tags r:id="rId31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20" name="OTLSHAPE_SLT_aef5732d237d4978a66d2c62910d5575_EndDate" hidden="1">
            <a:extLst>
              <a:ext uri="{FF2B5EF4-FFF2-40B4-BE49-F238E27FC236}">
                <a16:creationId xmlns:a16="http://schemas.microsoft.com/office/drawing/2014/main" id="{BF23FD49-9D44-33A0-E565-7929CDA4B177}"/>
              </a:ext>
            </a:extLst>
          </p:cNvPr>
          <p:cNvSpPr txBox="1"/>
          <p:nvPr>
            <p:custDataLst>
              <p:tags r:id="rId31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21" name="OTLSHAPE_SLT_aef5732d237d4978a66d2c62910d5575_Title">
            <a:extLst>
              <a:ext uri="{FF2B5EF4-FFF2-40B4-BE49-F238E27FC236}">
                <a16:creationId xmlns:a16="http://schemas.microsoft.com/office/drawing/2014/main" id="{F332160E-7952-D313-79A3-7CD7D9529D98}"/>
              </a:ext>
            </a:extLst>
          </p:cNvPr>
          <p:cNvSpPr txBox="1"/>
          <p:nvPr>
            <p:custDataLst>
              <p:tags r:id="rId316"/>
            </p:custDataLst>
          </p:nvPr>
        </p:nvSpPr>
        <p:spPr>
          <a:xfrm>
            <a:off x="5797389" y="1284055"/>
            <a:ext cx="419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100" spc="-4">
                <a:solidFill>
                  <a:schemeClr val="dk1"/>
                </a:solidFill>
                <a:latin typeface="Calibri" panose="020F0502020204030204" pitchFamily="34" charset="0"/>
              </a:rPr>
              <a:t>Tilt Sol.</a:t>
            </a:r>
            <a:endParaRPr lang="en-GB" sz="1100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54" name="OTLSHAPE_SLT_3bd57d7902a246b8a93363b7ad80bb42_Duration" hidden="1">
            <a:extLst>
              <a:ext uri="{FF2B5EF4-FFF2-40B4-BE49-F238E27FC236}">
                <a16:creationId xmlns:a16="http://schemas.microsoft.com/office/drawing/2014/main" id="{1D833245-A672-3378-2AA1-729D69D264B0}"/>
              </a:ext>
            </a:extLst>
          </p:cNvPr>
          <p:cNvSpPr txBox="1"/>
          <p:nvPr>
            <p:custDataLst>
              <p:tags r:id="rId317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31 days</a:t>
            </a:r>
          </a:p>
        </p:txBody>
      </p:sp>
      <p:sp>
        <p:nvSpPr>
          <p:cNvPr id="455" name="OTLSHAPE_SLT_3bd57d7902a246b8a93363b7ad80bb42_TextPercentage" hidden="1">
            <a:extLst>
              <a:ext uri="{FF2B5EF4-FFF2-40B4-BE49-F238E27FC236}">
                <a16:creationId xmlns:a16="http://schemas.microsoft.com/office/drawing/2014/main" id="{3B11ED01-4A0C-799B-C49E-8B252D7A2F7D}"/>
              </a:ext>
            </a:extLst>
          </p:cNvPr>
          <p:cNvSpPr txBox="1"/>
          <p:nvPr>
            <p:custDataLst>
              <p:tags r:id="rId31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456" name="OTLSHAPE_SLT_3bd57d7902a246b8a93363b7ad80bb42_JoinedDate" hidden="1">
            <a:extLst>
              <a:ext uri="{FF2B5EF4-FFF2-40B4-BE49-F238E27FC236}">
                <a16:creationId xmlns:a16="http://schemas.microsoft.com/office/drawing/2014/main" id="{C5EE7164-A9A2-7323-EF69-15B309583B8F}"/>
              </a:ext>
            </a:extLst>
          </p:cNvPr>
          <p:cNvSpPr txBox="1"/>
          <p:nvPr>
            <p:custDataLst>
              <p:tags r:id="rId319"/>
            </p:custDataLst>
          </p:nvPr>
        </p:nvSpPr>
        <p:spPr>
          <a:xfrm>
            <a:off x="12700" y="-766524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Jul 20 - Aug 31</a:t>
            </a:r>
          </a:p>
        </p:txBody>
      </p:sp>
      <p:sp>
        <p:nvSpPr>
          <p:cNvPr id="457" name="OTLSHAPE_SLT_3bd57d7902a246b8a93363b7ad80bb42_Variance" hidden="1">
            <a:extLst>
              <a:ext uri="{FF2B5EF4-FFF2-40B4-BE49-F238E27FC236}">
                <a16:creationId xmlns:a16="http://schemas.microsoft.com/office/drawing/2014/main" id="{E25A151E-BFC3-91E7-7A62-86EBF64403BC}"/>
              </a:ext>
            </a:extLst>
          </p:cNvPr>
          <p:cNvSpPr txBox="1"/>
          <p:nvPr>
            <p:custDataLst>
              <p:tags r:id="rId32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58" name="OTLSHAPE_SLT_3bd57d7902a246b8a93363b7ad80bb42_StartDate" hidden="1">
            <a:extLst>
              <a:ext uri="{FF2B5EF4-FFF2-40B4-BE49-F238E27FC236}">
                <a16:creationId xmlns:a16="http://schemas.microsoft.com/office/drawing/2014/main" id="{98317390-E58A-2CAD-9784-E31DDE79B51B}"/>
              </a:ext>
            </a:extLst>
          </p:cNvPr>
          <p:cNvSpPr txBox="1"/>
          <p:nvPr>
            <p:custDataLst>
              <p:tags r:id="rId32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59" name="OTLSHAPE_SLT_3bd57d7902a246b8a93363b7ad80bb42_EndDate" hidden="1">
            <a:extLst>
              <a:ext uri="{FF2B5EF4-FFF2-40B4-BE49-F238E27FC236}">
                <a16:creationId xmlns:a16="http://schemas.microsoft.com/office/drawing/2014/main" id="{82B10058-5BBA-09B9-5159-279008A8A8E4}"/>
              </a:ext>
            </a:extLst>
          </p:cNvPr>
          <p:cNvSpPr txBox="1"/>
          <p:nvPr>
            <p:custDataLst>
              <p:tags r:id="rId32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0" name="OTLSHAPE_SLT_3bd57d7902a246b8a93363b7ad80bb42_Title">
            <a:extLst>
              <a:ext uri="{FF2B5EF4-FFF2-40B4-BE49-F238E27FC236}">
                <a16:creationId xmlns:a16="http://schemas.microsoft.com/office/drawing/2014/main" id="{180F75F6-F319-DA28-FA03-46BC9853297E}"/>
              </a:ext>
            </a:extLst>
          </p:cNvPr>
          <p:cNvSpPr txBox="1"/>
          <p:nvPr>
            <p:custDataLst>
              <p:tags r:id="rId323"/>
            </p:custDataLst>
          </p:nvPr>
        </p:nvSpPr>
        <p:spPr>
          <a:xfrm>
            <a:off x="5895230" y="2733548"/>
            <a:ext cx="838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spc="-18" dirty="0">
                <a:solidFill>
                  <a:schemeClr val="dk1"/>
                </a:solidFill>
                <a:latin typeface="Calibri" panose="020F0502020204030204" pitchFamily="34" charset="0"/>
              </a:rPr>
              <a:t>Terrestrial Test</a:t>
            </a:r>
          </a:p>
        </p:txBody>
      </p:sp>
      <p:sp>
        <p:nvSpPr>
          <p:cNvPr id="464" name="OTLSHAPE_SLT_4db32e43c99a4ccb97f4ac403b0aff42_Duration" hidden="1">
            <a:extLst>
              <a:ext uri="{FF2B5EF4-FFF2-40B4-BE49-F238E27FC236}">
                <a16:creationId xmlns:a16="http://schemas.microsoft.com/office/drawing/2014/main" id="{025A755B-059A-7767-515E-7B0B4E949076}"/>
              </a:ext>
            </a:extLst>
          </p:cNvPr>
          <p:cNvSpPr txBox="1"/>
          <p:nvPr>
            <p:custDataLst>
              <p:tags r:id="rId324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19 days</a:t>
            </a:r>
          </a:p>
        </p:txBody>
      </p:sp>
      <p:sp>
        <p:nvSpPr>
          <p:cNvPr id="465" name="OTLSHAPE_SLT_4db32e43c99a4ccb97f4ac403b0aff42_TextPercentage" hidden="1">
            <a:extLst>
              <a:ext uri="{FF2B5EF4-FFF2-40B4-BE49-F238E27FC236}">
                <a16:creationId xmlns:a16="http://schemas.microsoft.com/office/drawing/2014/main" id="{6FDD85BC-5868-881A-9CC8-F1A5015722B2}"/>
              </a:ext>
            </a:extLst>
          </p:cNvPr>
          <p:cNvSpPr txBox="1"/>
          <p:nvPr>
            <p:custDataLst>
              <p:tags r:id="rId32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466" name="OTLSHAPE_SLT_4db32e43c99a4ccb97f4ac403b0aff42_JoinedDate" hidden="1">
            <a:extLst>
              <a:ext uri="{FF2B5EF4-FFF2-40B4-BE49-F238E27FC236}">
                <a16:creationId xmlns:a16="http://schemas.microsoft.com/office/drawing/2014/main" id="{9A6D8B48-1892-21A3-02DE-AF531873F3B3}"/>
              </a:ext>
            </a:extLst>
          </p:cNvPr>
          <p:cNvSpPr txBox="1"/>
          <p:nvPr>
            <p:custDataLst>
              <p:tags r:id="rId326"/>
            </p:custDataLst>
          </p:nvPr>
        </p:nvSpPr>
        <p:spPr>
          <a:xfrm>
            <a:off x="12700" y="-541298"/>
            <a:ext cx="5969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Jun 4 - Jul 1</a:t>
            </a:r>
          </a:p>
        </p:txBody>
      </p:sp>
      <p:sp>
        <p:nvSpPr>
          <p:cNvPr id="467" name="OTLSHAPE_SLT_4db32e43c99a4ccb97f4ac403b0aff42_Variance" hidden="1">
            <a:extLst>
              <a:ext uri="{FF2B5EF4-FFF2-40B4-BE49-F238E27FC236}">
                <a16:creationId xmlns:a16="http://schemas.microsoft.com/office/drawing/2014/main" id="{5E45C22C-0F4A-5636-17BB-DB705B70EF53}"/>
              </a:ext>
            </a:extLst>
          </p:cNvPr>
          <p:cNvSpPr txBox="1"/>
          <p:nvPr>
            <p:custDataLst>
              <p:tags r:id="rId32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68" name="OTLSHAPE_SLT_4db32e43c99a4ccb97f4ac403b0aff42_StartDate" hidden="1">
            <a:extLst>
              <a:ext uri="{FF2B5EF4-FFF2-40B4-BE49-F238E27FC236}">
                <a16:creationId xmlns:a16="http://schemas.microsoft.com/office/drawing/2014/main" id="{903E0381-4992-5D5F-7105-C2174F967D18}"/>
              </a:ext>
            </a:extLst>
          </p:cNvPr>
          <p:cNvSpPr txBox="1"/>
          <p:nvPr>
            <p:custDataLst>
              <p:tags r:id="rId32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9" name="OTLSHAPE_SLT_4db32e43c99a4ccb97f4ac403b0aff42_EndDate" hidden="1">
            <a:extLst>
              <a:ext uri="{FF2B5EF4-FFF2-40B4-BE49-F238E27FC236}">
                <a16:creationId xmlns:a16="http://schemas.microsoft.com/office/drawing/2014/main" id="{3536CFBC-B156-B40E-0E55-7505B3251C8C}"/>
              </a:ext>
            </a:extLst>
          </p:cNvPr>
          <p:cNvSpPr txBox="1"/>
          <p:nvPr>
            <p:custDataLst>
              <p:tags r:id="rId32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70" name="OTLSHAPE_SLT_4db32e43c99a4ccb97f4ac403b0aff42_Title">
            <a:extLst>
              <a:ext uri="{FF2B5EF4-FFF2-40B4-BE49-F238E27FC236}">
                <a16:creationId xmlns:a16="http://schemas.microsoft.com/office/drawing/2014/main" id="{9841A6D3-4664-DE71-2860-89154C02F1CD}"/>
              </a:ext>
            </a:extLst>
          </p:cNvPr>
          <p:cNvSpPr txBox="1"/>
          <p:nvPr>
            <p:custDataLst>
              <p:tags r:id="rId330"/>
            </p:custDataLst>
          </p:nvPr>
        </p:nvSpPr>
        <p:spPr>
          <a:xfrm>
            <a:off x="3514632" y="3422904"/>
            <a:ext cx="812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100" spc="-6" dirty="0">
                <a:solidFill>
                  <a:schemeClr val="dk1"/>
                </a:solidFill>
                <a:latin typeface="Calibri" panose="020F0502020204030204" pitchFamily="34" charset="0"/>
              </a:rPr>
              <a:t>SLAM (IMX95)</a:t>
            </a:r>
          </a:p>
        </p:txBody>
      </p:sp>
      <p:sp>
        <p:nvSpPr>
          <p:cNvPr id="488" name="OTLSHAPE_SLT_ac02fe290c1a4ea5967aeaa3dd7fa762_Duration" hidden="1">
            <a:extLst>
              <a:ext uri="{FF2B5EF4-FFF2-40B4-BE49-F238E27FC236}">
                <a16:creationId xmlns:a16="http://schemas.microsoft.com/office/drawing/2014/main" id="{3E31FB54-A2CC-6D88-CE55-DA2CEE4F0A4A}"/>
              </a:ext>
            </a:extLst>
          </p:cNvPr>
          <p:cNvSpPr txBox="1"/>
          <p:nvPr>
            <p:custDataLst>
              <p:tags r:id="rId331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22 days</a:t>
            </a:r>
          </a:p>
        </p:txBody>
      </p:sp>
      <p:sp>
        <p:nvSpPr>
          <p:cNvPr id="489" name="OTLSHAPE_SLT_ac02fe290c1a4ea5967aeaa3dd7fa762_TextPercentage" hidden="1">
            <a:extLst>
              <a:ext uri="{FF2B5EF4-FFF2-40B4-BE49-F238E27FC236}">
                <a16:creationId xmlns:a16="http://schemas.microsoft.com/office/drawing/2014/main" id="{9E3091AF-4E2F-D46F-065A-A7E894166358}"/>
              </a:ext>
            </a:extLst>
          </p:cNvPr>
          <p:cNvSpPr txBox="1"/>
          <p:nvPr>
            <p:custDataLst>
              <p:tags r:id="rId33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490" name="OTLSHAPE_SLT_ac02fe290c1a4ea5967aeaa3dd7fa762_JoinedDate" hidden="1">
            <a:extLst>
              <a:ext uri="{FF2B5EF4-FFF2-40B4-BE49-F238E27FC236}">
                <a16:creationId xmlns:a16="http://schemas.microsoft.com/office/drawing/2014/main" id="{F6BFAC68-A9EC-0412-A8C8-9F8A9A756D5B}"/>
              </a:ext>
            </a:extLst>
          </p:cNvPr>
          <p:cNvSpPr txBox="1"/>
          <p:nvPr>
            <p:custDataLst>
              <p:tags r:id="rId333"/>
            </p:custDataLst>
          </p:nvPr>
        </p:nvSpPr>
        <p:spPr>
          <a:xfrm>
            <a:off x="12700" y="-689580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Sep 15 - Oct 15</a:t>
            </a:r>
          </a:p>
        </p:txBody>
      </p:sp>
      <p:sp>
        <p:nvSpPr>
          <p:cNvPr id="491" name="OTLSHAPE_SLT_ac02fe290c1a4ea5967aeaa3dd7fa762_Variance" hidden="1">
            <a:extLst>
              <a:ext uri="{FF2B5EF4-FFF2-40B4-BE49-F238E27FC236}">
                <a16:creationId xmlns:a16="http://schemas.microsoft.com/office/drawing/2014/main" id="{55E094C6-C9FD-6C21-E885-93C95DCC5F2D}"/>
              </a:ext>
            </a:extLst>
          </p:cNvPr>
          <p:cNvSpPr txBox="1"/>
          <p:nvPr>
            <p:custDataLst>
              <p:tags r:id="rId33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92" name="OTLSHAPE_SLT_ac02fe290c1a4ea5967aeaa3dd7fa762_StartDate" hidden="1">
            <a:extLst>
              <a:ext uri="{FF2B5EF4-FFF2-40B4-BE49-F238E27FC236}">
                <a16:creationId xmlns:a16="http://schemas.microsoft.com/office/drawing/2014/main" id="{799155AD-0EE3-CB7B-5F36-3D255534A509}"/>
              </a:ext>
            </a:extLst>
          </p:cNvPr>
          <p:cNvSpPr txBox="1"/>
          <p:nvPr>
            <p:custDataLst>
              <p:tags r:id="rId33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3" name="OTLSHAPE_SLT_ac02fe290c1a4ea5967aeaa3dd7fa762_EndDate" hidden="1">
            <a:extLst>
              <a:ext uri="{FF2B5EF4-FFF2-40B4-BE49-F238E27FC236}">
                <a16:creationId xmlns:a16="http://schemas.microsoft.com/office/drawing/2014/main" id="{59C3EB42-6429-A29E-04FC-8EFD1C48A105}"/>
              </a:ext>
            </a:extLst>
          </p:cNvPr>
          <p:cNvSpPr txBox="1"/>
          <p:nvPr>
            <p:custDataLst>
              <p:tags r:id="rId33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4" name="OTLSHAPE_SLT_ac02fe290c1a4ea5967aeaa3dd7fa762_Title">
            <a:extLst>
              <a:ext uri="{FF2B5EF4-FFF2-40B4-BE49-F238E27FC236}">
                <a16:creationId xmlns:a16="http://schemas.microsoft.com/office/drawing/2014/main" id="{B0F271D0-4337-C76D-0EB4-7925234DA552}"/>
              </a:ext>
            </a:extLst>
          </p:cNvPr>
          <p:cNvSpPr txBox="1"/>
          <p:nvPr>
            <p:custDataLst>
              <p:tags r:id="rId337"/>
            </p:custDataLst>
          </p:nvPr>
        </p:nvSpPr>
        <p:spPr>
          <a:xfrm>
            <a:off x="7486115" y="5489194"/>
            <a:ext cx="6223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spc="-14" dirty="0">
                <a:solidFill>
                  <a:schemeClr val="dk1"/>
                </a:solidFill>
                <a:latin typeface="Calibri" panose="020F0502020204030204" pitchFamily="34" charset="0"/>
              </a:rPr>
              <a:t>LC Lab Test</a:t>
            </a:r>
          </a:p>
        </p:txBody>
      </p:sp>
      <p:sp>
        <p:nvSpPr>
          <p:cNvPr id="498" name="OTLSHAPE_SLT_87eecb04af854c6aaf380581074d8f7c_Duration" hidden="1">
            <a:extLst>
              <a:ext uri="{FF2B5EF4-FFF2-40B4-BE49-F238E27FC236}">
                <a16:creationId xmlns:a16="http://schemas.microsoft.com/office/drawing/2014/main" id="{E9BE5E32-C82C-D0C8-DFAD-A65A1CF135E4}"/>
              </a:ext>
            </a:extLst>
          </p:cNvPr>
          <p:cNvSpPr txBox="1"/>
          <p:nvPr>
            <p:custDataLst>
              <p:tags r:id="rId338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14 days</a:t>
            </a:r>
          </a:p>
        </p:txBody>
      </p:sp>
      <p:sp>
        <p:nvSpPr>
          <p:cNvPr id="499" name="OTLSHAPE_SLT_87eecb04af854c6aaf380581074d8f7c_TextPercentage" hidden="1">
            <a:extLst>
              <a:ext uri="{FF2B5EF4-FFF2-40B4-BE49-F238E27FC236}">
                <a16:creationId xmlns:a16="http://schemas.microsoft.com/office/drawing/2014/main" id="{67559265-7AE0-B8D5-E7C6-31D15BE0961B}"/>
              </a:ext>
            </a:extLst>
          </p:cNvPr>
          <p:cNvSpPr txBox="1"/>
          <p:nvPr>
            <p:custDataLst>
              <p:tags r:id="rId33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500" name="OTLSHAPE_SLT_87eecb04af854c6aaf380581074d8f7c_JoinedDate" hidden="1">
            <a:extLst>
              <a:ext uri="{FF2B5EF4-FFF2-40B4-BE49-F238E27FC236}">
                <a16:creationId xmlns:a16="http://schemas.microsoft.com/office/drawing/2014/main" id="{EE609B7B-6F23-CE52-EFA3-4AFD8E860E26}"/>
              </a:ext>
            </a:extLst>
          </p:cNvPr>
          <p:cNvSpPr txBox="1"/>
          <p:nvPr>
            <p:custDataLst>
              <p:tags r:id="rId340"/>
            </p:custDataLst>
          </p:nvPr>
        </p:nvSpPr>
        <p:spPr>
          <a:xfrm>
            <a:off x="12700" y="-612636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Oct 16 - Nov 5</a:t>
            </a:r>
          </a:p>
        </p:txBody>
      </p:sp>
      <p:sp>
        <p:nvSpPr>
          <p:cNvPr id="501" name="OTLSHAPE_SLT_87eecb04af854c6aaf380581074d8f7c_Variance" hidden="1">
            <a:extLst>
              <a:ext uri="{FF2B5EF4-FFF2-40B4-BE49-F238E27FC236}">
                <a16:creationId xmlns:a16="http://schemas.microsoft.com/office/drawing/2014/main" id="{BD89EDC0-1ACF-8231-E41C-7BD6D5AB9581}"/>
              </a:ext>
            </a:extLst>
          </p:cNvPr>
          <p:cNvSpPr txBox="1"/>
          <p:nvPr>
            <p:custDataLst>
              <p:tags r:id="rId34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02" name="OTLSHAPE_SLT_87eecb04af854c6aaf380581074d8f7c_StartDate" hidden="1">
            <a:extLst>
              <a:ext uri="{FF2B5EF4-FFF2-40B4-BE49-F238E27FC236}">
                <a16:creationId xmlns:a16="http://schemas.microsoft.com/office/drawing/2014/main" id="{7DCD41D6-D7D3-A2A7-B1DC-ED82DC771464}"/>
              </a:ext>
            </a:extLst>
          </p:cNvPr>
          <p:cNvSpPr txBox="1"/>
          <p:nvPr>
            <p:custDataLst>
              <p:tags r:id="rId34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03" name="OTLSHAPE_SLT_87eecb04af854c6aaf380581074d8f7c_EndDate" hidden="1">
            <a:extLst>
              <a:ext uri="{FF2B5EF4-FFF2-40B4-BE49-F238E27FC236}">
                <a16:creationId xmlns:a16="http://schemas.microsoft.com/office/drawing/2014/main" id="{0C255BD2-F619-8435-1C1E-3203B14BC8CA}"/>
              </a:ext>
            </a:extLst>
          </p:cNvPr>
          <p:cNvSpPr txBox="1"/>
          <p:nvPr>
            <p:custDataLst>
              <p:tags r:id="rId34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04" name="OTLSHAPE_SLT_87eecb04af854c6aaf380581074d8f7c_Title">
            <a:extLst>
              <a:ext uri="{FF2B5EF4-FFF2-40B4-BE49-F238E27FC236}">
                <a16:creationId xmlns:a16="http://schemas.microsoft.com/office/drawing/2014/main" id="{83E780CF-A59B-2653-8932-04625709CE1C}"/>
              </a:ext>
            </a:extLst>
          </p:cNvPr>
          <p:cNvSpPr txBox="1"/>
          <p:nvPr>
            <p:custDataLst>
              <p:tags r:id="rId344"/>
            </p:custDataLst>
          </p:nvPr>
        </p:nvSpPr>
        <p:spPr>
          <a:xfrm>
            <a:off x="8885995" y="5697813"/>
            <a:ext cx="800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100" spc="-8" dirty="0">
                <a:solidFill>
                  <a:schemeClr val="dk1"/>
                </a:solidFill>
                <a:latin typeface="Calibri" panose="020F0502020204030204" pitchFamily="34" charset="0"/>
              </a:rPr>
              <a:t>LC Integration</a:t>
            </a:r>
          </a:p>
        </p:txBody>
      </p:sp>
      <p:sp>
        <p:nvSpPr>
          <p:cNvPr id="508" name="OTLSHAPE_SLT_1b09ed3a6055409c9087864b93d96641_Duration" hidden="1">
            <a:extLst>
              <a:ext uri="{FF2B5EF4-FFF2-40B4-BE49-F238E27FC236}">
                <a16:creationId xmlns:a16="http://schemas.microsoft.com/office/drawing/2014/main" id="{A25CDB03-FA07-12C0-2291-624B179D8FE0}"/>
              </a:ext>
            </a:extLst>
          </p:cNvPr>
          <p:cNvSpPr txBox="1"/>
          <p:nvPr>
            <p:custDataLst>
              <p:tags r:id="rId345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16 days</a:t>
            </a:r>
          </a:p>
        </p:txBody>
      </p:sp>
      <p:sp>
        <p:nvSpPr>
          <p:cNvPr id="509" name="OTLSHAPE_SLT_1b09ed3a6055409c9087864b93d96641_TextPercentage" hidden="1">
            <a:extLst>
              <a:ext uri="{FF2B5EF4-FFF2-40B4-BE49-F238E27FC236}">
                <a16:creationId xmlns:a16="http://schemas.microsoft.com/office/drawing/2014/main" id="{7B4533C5-B57A-E5A7-7367-44A6FF985339}"/>
              </a:ext>
            </a:extLst>
          </p:cNvPr>
          <p:cNvSpPr txBox="1"/>
          <p:nvPr>
            <p:custDataLst>
              <p:tags r:id="rId34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510" name="OTLSHAPE_SLT_1b09ed3a6055409c9087864b93d96641_JoinedDate" hidden="1">
            <a:extLst>
              <a:ext uri="{FF2B5EF4-FFF2-40B4-BE49-F238E27FC236}">
                <a16:creationId xmlns:a16="http://schemas.microsoft.com/office/drawing/2014/main" id="{E2B4BD0B-CA9F-C597-2099-357ED8971BEF}"/>
              </a:ext>
            </a:extLst>
          </p:cNvPr>
          <p:cNvSpPr txBox="1"/>
          <p:nvPr>
            <p:custDataLst>
              <p:tags r:id="rId347"/>
            </p:custDataLst>
          </p:nvPr>
        </p:nvSpPr>
        <p:spPr>
          <a:xfrm>
            <a:off x="12700" y="-689580"/>
            <a:ext cx="762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Nov 5 - Nov 29</a:t>
            </a:r>
          </a:p>
        </p:txBody>
      </p:sp>
      <p:sp>
        <p:nvSpPr>
          <p:cNvPr id="511" name="OTLSHAPE_SLT_1b09ed3a6055409c9087864b93d96641_Variance" hidden="1">
            <a:extLst>
              <a:ext uri="{FF2B5EF4-FFF2-40B4-BE49-F238E27FC236}">
                <a16:creationId xmlns:a16="http://schemas.microsoft.com/office/drawing/2014/main" id="{DCC05F69-0B63-315A-0783-15AB288C0337}"/>
              </a:ext>
            </a:extLst>
          </p:cNvPr>
          <p:cNvSpPr txBox="1"/>
          <p:nvPr>
            <p:custDataLst>
              <p:tags r:id="rId34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1" name="OTLSHAPE_SLT_1b09ed3a6055409c9087864b93d96641_StartDate" hidden="1">
            <a:extLst>
              <a:ext uri="{FF2B5EF4-FFF2-40B4-BE49-F238E27FC236}">
                <a16:creationId xmlns:a16="http://schemas.microsoft.com/office/drawing/2014/main" id="{706BCE6F-1F70-C77C-95D6-C296EA0B1558}"/>
              </a:ext>
            </a:extLst>
          </p:cNvPr>
          <p:cNvSpPr txBox="1"/>
          <p:nvPr>
            <p:custDataLst>
              <p:tags r:id="rId34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02" name="OTLSHAPE_SLT_1b09ed3a6055409c9087864b93d96641_EndDate" hidden="1">
            <a:extLst>
              <a:ext uri="{FF2B5EF4-FFF2-40B4-BE49-F238E27FC236}">
                <a16:creationId xmlns:a16="http://schemas.microsoft.com/office/drawing/2014/main" id="{81A73BDC-43A8-A968-BA6C-01864E9C132D}"/>
              </a:ext>
            </a:extLst>
          </p:cNvPr>
          <p:cNvSpPr txBox="1"/>
          <p:nvPr>
            <p:custDataLst>
              <p:tags r:id="rId3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03" name="OTLSHAPE_SLT_1b09ed3a6055409c9087864b93d96641_Title">
            <a:extLst>
              <a:ext uri="{FF2B5EF4-FFF2-40B4-BE49-F238E27FC236}">
                <a16:creationId xmlns:a16="http://schemas.microsoft.com/office/drawing/2014/main" id="{16C7BE4F-E874-B1D0-75B0-C5F9D1E8E6B4}"/>
              </a:ext>
            </a:extLst>
          </p:cNvPr>
          <p:cNvSpPr txBox="1"/>
          <p:nvPr>
            <p:custDataLst>
              <p:tags r:id="rId351"/>
            </p:custDataLst>
          </p:nvPr>
        </p:nvSpPr>
        <p:spPr>
          <a:xfrm>
            <a:off x="9579049" y="5906431"/>
            <a:ext cx="698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12" dirty="0">
                <a:solidFill>
                  <a:schemeClr val="dk1"/>
                </a:solidFill>
                <a:latin typeface="Calibri" panose="020F0502020204030204" pitchFamily="34" charset="0"/>
              </a:rPr>
              <a:t>LC Field Test</a:t>
            </a:r>
          </a:p>
        </p:txBody>
      </p:sp>
      <p:sp>
        <p:nvSpPr>
          <p:cNvPr id="117" name="OTLSHAPE_SLM_517442c35d824caa83292143505cb542_Date" hidden="1">
            <a:extLst>
              <a:ext uri="{FF2B5EF4-FFF2-40B4-BE49-F238E27FC236}">
                <a16:creationId xmlns:a16="http://schemas.microsoft.com/office/drawing/2014/main" id="{33A6BA48-255C-A512-0656-954A45160F62}"/>
              </a:ext>
            </a:extLst>
          </p:cNvPr>
          <p:cNvSpPr txBox="1"/>
          <p:nvPr>
            <p:custDataLst>
              <p:tags r:id="rId352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Jun 25</a:t>
            </a:r>
          </a:p>
        </p:txBody>
      </p:sp>
      <p:sp>
        <p:nvSpPr>
          <p:cNvPr id="118" name="OTLSHAPE_SLM_517442c35d824caa83292143505cb542_Variance" hidden="1">
            <a:extLst>
              <a:ext uri="{FF2B5EF4-FFF2-40B4-BE49-F238E27FC236}">
                <a16:creationId xmlns:a16="http://schemas.microsoft.com/office/drawing/2014/main" id="{5D4D67FF-866A-E253-BE26-18A79CD0115B}"/>
              </a:ext>
            </a:extLst>
          </p:cNvPr>
          <p:cNvSpPr txBox="1"/>
          <p:nvPr>
            <p:custDataLst>
              <p:tags r:id="rId353"/>
            </p:custDataLst>
          </p:nvPr>
        </p:nvSpPr>
        <p:spPr>
          <a:xfrm>
            <a:off x="12700" y="-77213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119" name="OTLSHAPE_SLM_517442c35d824caa83292143505cb542_Title">
            <a:extLst>
              <a:ext uri="{FF2B5EF4-FFF2-40B4-BE49-F238E27FC236}">
                <a16:creationId xmlns:a16="http://schemas.microsoft.com/office/drawing/2014/main" id="{A3018557-D0DC-4D25-EAC6-E93935847916}"/>
              </a:ext>
            </a:extLst>
          </p:cNvPr>
          <p:cNvSpPr txBox="1"/>
          <p:nvPr>
            <p:custDataLst>
              <p:tags r:id="rId354"/>
            </p:custDataLst>
          </p:nvPr>
        </p:nvSpPr>
        <p:spPr>
          <a:xfrm>
            <a:off x="5096121" y="1050036"/>
            <a:ext cx="1422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8">
                <a:solidFill>
                  <a:schemeClr val="dk1"/>
                </a:solidFill>
                <a:latin typeface="Calibri" panose="020F0502020204030204" pitchFamily="34" charset="0"/>
              </a:rPr>
              <a:t>Algo Optimization Failed</a:t>
            </a:r>
          </a:p>
        </p:txBody>
      </p:sp>
      <p:sp>
        <p:nvSpPr>
          <p:cNvPr id="121" name="OTLSHAPE_SLM_9a2b19f8c0224f1c889d8cd8d7bb1e76_Date" hidden="1">
            <a:extLst>
              <a:ext uri="{FF2B5EF4-FFF2-40B4-BE49-F238E27FC236}">
                <a16:creationId xmlns:a16="http://schemas.microsoft.com/office/drawing/2014/main" id="{828B9CA9-9D50-90C4-644E-31A1A3A251E4}"/>
              </a:ext>
            </a:extLst>
          </p:cNvPr>
          <p:cNvSpPr txBox="1"/>
          <p:nvPr>
            <p:custDataLst>
              <p:tags r:id="rId355"/>
            </p:custDataLst>
          </p:nvPr>
        </p:nvSpPr>
        <p:spPr>
          <a:xfrm>
            <a:off x="12700" y="-15657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Jun 4</a:t>
            </a:r>
          </a:p>
        </p:txBody>
      </p:sp>
      <p:sp>
        <p:nvSpPr>
          <p:cNvPr id="122" name="OTLSHAPE_SLM_9a2b19f8c0224f1c889d8cd8d7bb1e76_Variance" hidden="1">
            <a:extLst>
              <a:ext uri="{FF2B5EF4-FFF2-40B4-BE49-F238E27FC236}">
                <a16:creationId xmlns:a16="http://schemas.microsoft.com/office/drawing/2014/main" id="{536E2041-7DA9-2C79-7E14-1F6B7A0D429C}"/>
              </a:ext>
            </a:extLst>
          </p:cNvPr>
          <p:cNvSpPr txBox="1"/>
          <p:nvPr>
            <p:custDataLst>
              <p:tags r:id="rId356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123" name="OTLSHAPE_SLM_9a2b19f8c0224f1c889d8cd8d7bb1e76_Title">
            <a:extLst>
              <a:ext uri="{FF2B5EF4-FFF2-40B4-BE49-F238E27FC236}">
                <a16:creationId xmlns:a16="http://schemas.microsoft.com/office/drawing/2014/main" id="{1FAC64DC-1C6E-2128-F933-E26D11181AE2}"/>
              </a:ext>
            </a:extLst>
          </p:cNvPr>
          <p:cNvSpPr txBox="1"/>
          <p:nvPr>
            <p:custDataLst>
              <p:tags r:id="rId357"/>
            </p:custDataLst>
          </p:nvPr>
        </p:nvSpPr>
        <p:spPr>
          <a:xfrm>
            <a:off x="4489699" y="2980267"/>
            <a:ext cx="2260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4">
                <a:solidFill>
                  <a:schemeClr val="dk1"/>
                </a:solidFill>
                <a:latin typeface="Calibri" panose="020F0502020204030204" pitchFamily="34" charset="0"/>
              </a:rPr>
              <a:t>Bifrost IMX95 5 times slower than Orin</a:t>
            </a:r>
          </a:p>
        </p:txBody>
      </p:sp>
      <p:sp>
        <p:nvSpPr>
          <p:cNvPr id="196" name="OTLSHAPE_SLM_f61d192d2e654f7d9d98b34e91bd605d_Date" hidden="1">
            <a:extLst>
              <a:ext uri="{FF2B5EF4-FFF2-40B4-BE49-F238E27FC236}">
                <a16:creationId xmlns:a16="http://schemas.microsoft.com/office/drawing/2014/main" id="{EA35EE0E-5815-CCD1-6F48-6D7BF778B1EB}"/>
              </a:ext>
            </a:extLst>
          </p:cNvPr>
          <p:cNvSpPr txBox="1"/>
          <p:nvPr>
            <p:custDataLst>
              <p:tags r:id="rId358"/>
            </p:custDataLst>
          </p:nvPr>
        </p:nvSpPr>
        <p:spPr>
          <a:xfrm>
            <a:off x="12700" y="-15657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Jul 2</a:t>
            </a:r>
          </a:p>
        </p:txBody>
      </p:sp>
      <p:sp>
        <p:nvSpPr>
          <p:cNvPr id="197" name="OTLSHAPE_SLM_f61d192d2e654f7d9d98b34e91bd605d_Variance" hidden="1">
            <a:extLst>
              <a:ext uri="{FF2B5EF4-FFF2-40B4-BE49-F238E27FC236}">
                <a16:creationId xmlns:a16="http://schemas.microsoft.com/office/drawing/2014/main" id="{5B28B997-2737-31DC-9963-5627A6D6DAC5}"/>
              </a:ext>
            </a:extLst>
          </p:cNvPr>
          <p:cNvSpPr txBox="1"/>
          <p:nvPr>
            <p:custDataLst>
              <p:tags r:id="rId359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198" name="OTLSHAPE_SLM_f61d192d2e654f7d9d98b34e91bd605d_Title">
            <a:extLst>
              <a:ext uri="{FF2B5EF4-FFF2-40B4-BE49-F238E27FC236}">
                <a16:creationId xmlns:a16="http://schemas.microsoft.com/office/drawing/2014/main" id="{C5920A50-0632-2612-702A-BF3F72B02989}"/>
              </a:ext>
            </a:extLst>
          </p:cNvPr>
          <p:cNvSpPr txBox="1"/>
          <p:nvPr>
            <p:custDataLst>
              <p:tags r:id="rId360"/>
            </p:custDataLst>
          </p:nvPr>
        </p:nvSpPr>
        <p:spPr>
          <a:xfrm>
            <a:off x="5283823" y="3422904"/>
            <a:ext cx="1460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fr-FR" sz="1100" b="1" spc="-4">
                <a:solidFill>
                  <a:schemeClr val="dk1"/>
                </a:solidFill>
                <a:latin typeface="Calibri" panose="020F0502020204030204" pitchFamily="34" charset="0"/>
              </a:rPr>
              <a:t>SLAM (IMX95) 20 - 25 fps</a:t>
            </a:r>
            <a:endParaRPr lang="en-GB" sz="1100" b="1" spc="-4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86" name="OTLSHAPE_SLT_cdaeaa627aee4655b57ed82b6a1f2eca_Duration" hidden="1">
            <a:extLst>
              <a:ext uri="{FF2B5EF4-FFF2-40B4-BE49-F238E27FC236}">
                <a16:creationId xmlns:a16="http://schemas.microsoft.com/office/drawing/2014/main" id="{2AC62452-C982-6FCA-43FA-63A3BB7671EC}"/>
              </a:ext>
            </a:extLst>
          </p:cNvPr>
          <p:cNvSpPr txBox="1"/>
          <p:nvPr>
            <p:custDataLst>
              <p:tags r:id="rId361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70 days</a:t>
            </a:r>
          </a:p>
        </p:txBody>
      </p:sp>
      <p:sp>
        <p:nvSpPr>
          <p:cNvPr id="287" name="OTLSHAPE_SLT_cdaeaa627aee4655b57ed82b6a1f2eca_TextPercentage" hidden="1">
            <a:extLst>
              <a:ext uri="{FF2B5EF4-FFF2-40B4-BE49-F238E27FC236}">
                <a16:creationId xmlns:a16="http://schemas.microsoft.com/office/drawing/2014/main" id="{83B81377-FE00-292C-D590-3C971D291CDE}"/>
              </a:ext>
            </a:extLst>
          </p:cNvPr>
          <p:cNvSpPr txBox="1"/>
          <p:nvPr>
            <p:custDataLst>
              <p:tags r:id="rId36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88" name="OTLSHAPE_SLT_cdaeaa627aee4655b57ed82b6a1f2eca_JoinedDate" hidden="1">
            <a:extLst>
              <a:ext uri="{FF2B5EF4-FFF2-40B4-BE49-F238E27FC236}">
                <a16:creationId xmlns:a16="http://schemas.microsoft.com/office/drawing/2014/main" id="{858626B9-5631-C263-7C5D-C94003E7EEB9}"/>
              </a:ext>
            </a:extLst>
          </p:cNvPr>
          <p:cNvSpPr txBox="1"/>
          <p:nvPr>
            <p:custDataLst>
              <p:tags r:id="rId363"/>
            </p:custDataLst>
          </p:nvPr>
        </p:nvSpPr>
        <p:spPr>
          <a:xfrm>
            <a:off x="12700" y="-618242"/>
            <a:ext cx="673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Jul 8 - Oct 14</a:t>
            </a:r>
          </a:p>
        </p:txBody>
      </p:sp>
      <p:sp>
        <p:nvSpPr>
          <p:cNvPr id="289" name="OTLSHAPE_SLT_cdaeaa627aee4655b57ed82b6a1f2eca_Variance" hidden="1">
            <a:extLst>
              <a:ext uri="{FF2B5EF4-FFF2-40B4-BE49-F238E27FC236}">
                <a16:creationId xmlns:a16="http://schemas.microsoft.com/office/drawing/2014/main" id="{6E12E59E-6109-08B2-B02E-CCD6436341D3}"/>
              </a:ext>
            </a:extLst>
          </p:cNvPr>
          <p:cNvSpPr txBox="1"/>
          <p:nvPr>
            <p:custDataLst>
              <p:tags r:id="rId36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90" name="OTLSHAPE_SLT_cdaeaa627aee4655b57ed82b6a1f2eca_StartDate" hidden="1">
            <a:extLst>
              <a:ext uri="{FF2B5EF4-FFF2-40B4-BE49-F238E27FC236}">
                <a16:creationId xmlns:a16="http://schemas.microsoft.com/office/drawing/2014/main" id="{88729747-0110-CBC7-51DA-85B274C52C24}"/>
              </a:ext>
            </a:extLst>
          </p:cNvPr>
          <p:cNvSpPr txBox="1"/>
          <p:nvPr>
            <p:custDataLst>
              <p:tags r:id="rId36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91" name="OTLSHAPE_SLT_cdaeaa627aee4655b57ed82b6a1f2eca_EndDate" hidden="1">
            <a:extLst>
              <a:ext uri="{FF2B5EF4-FFF2-40B4-BE49-F238E27FC236}">
                <a16:creationId xmlns:a16="http://schemas.microsoft.com/office/drawing/2014/main" id="{06B5EF7E-D757-AA1A-F7BC-9659151AAAA8}"/>
              </a:ext>
            </a:extLst>
          </p:cNvPr>
          <p:cNvSpPr txBox="1"/>
          <p:nvPr>
            <p:custDataLst>
              <p:tags r:id="rId36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92" name="OTLSHAPE_SLT_cdaeaa627aee4655b57ed82b6a1f2eca_Title">
            <a:extLst>
              <a:ext uri="{FF2B5EF4-FFF2-40B4-BE49-F238E27FC236}">
                <a16:creationId xmlns:a16="http://schemas.microsoft.com/office/drawing/2014/main" id="{B78C233C-80DC-CD2B-8C22-BE519DED5D82}"/>
              </a:ext>
            </a:extLst>
          </p:cNvPr>
          <p:cNvSpPr txBox="1"/>
          <p:nvPr>
            <p:custDataLst>
              <p:tags r:id="rId367"/>
            </p:custDataLst>
          </p:nvPr>
        </p:nvSpPr>
        <p:spPr>
          <a:xfrm>
            <a:off x="6001096" y="7156450"/>
            <a:ext cx="1549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spc="-2">
                <a:solidFill>
                  <a:srgbClr val="484848"/>
                </a:solidFill>
                <a:latin typeface="Calibri" panose="020F0502020204030204" pitchFamily="34" charset="0"/>
              </a:rPr>
              <a:t>Ultimate SLAM Adjustment</a:t>
            </a:r>
          </a:p>
        </p:txBody>
      </p:sp>
      <p:sp>
        <p:nvSpPr>
          <p:cNvPr id="296" name="OTLSHAPE_SLT_a824c3fedc044f4fb777eced9ad21625_Duration" hidden="1">
            <a:extLst>
              <a:ext uri="{FF2B5EF4-FFF2-40B4-BE49-F238E27FC236}">
                <a16:creationId xmlns:a16="http://schemas.microsoft.com/office/drawing/2014/main" id="{4B398E38-2949-1D19-6E71-B85BB69D0331}"/>
              </a:ext>
            </a:extLst>
          </p:cNvPr>
          <p:cNvSpPr txBox="1"/>
          <p:nvPr>
            <p:custDataLst>
              <p:tags r:id="rId368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27 days</a:t>
            </a:r>
          </a:p>
        </p:txBody>
      </p:sp>
      <p:sp>
        <p:nvSpPr>
          <p:cNvPr id="373" name="OTLSHAPE_SLT_a824c3fedc044f4fb777eced9ad21625_TextPercentage" hidden="1">
            <a:extLst>
              <a:ext uri="{FF2B5EF4-FFF2-40B4-BE49-F238E27FC236}">
                <a16:creationId xmlns:a16="http://schemas.microsoft.com/office/drawing/2014/main" id="{E535C867-A726-2103-989C-E7652D4DC644}"/>
              </a:ext>
            </a:extLst>
          </p:cNvPr>
          <p:cNvSpPr txBox="1"/>
          <p:nvPr>
            <p:custDataLst>
              <p:tags r:id="rId36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374" name="OTLSHAPE_SLT_a824c3fedc044f4fb777eced9ad21625_JoinedDate" hidden="1">
            <a:extLst>
              <a:ext uri="{FF2B5EF4-FFF2-40B4-BE49-F238E27FC236}">
                <a16:creationId xmlns:a16="http://schemas.microsoft.com/office/drawing/2014/main" id="{84D63F9D-422F-6AD3-17CF-F2828B6E9239}"/>
              </a:ext>
            </a:extLst>
          </p:cNvPr>
          <p:cNvSpPr txBox="1"/>
          <p:nvPr>
            <p:custDataLst>
              <p:tags r:id="rId370"/>
            </p:custDataLst>
          </p:nvPr>
        </p:nvSpPr>
        <p:spPr>
          <a:xfrm>
            <a:off x="12700" y="-618242"/>
            <a:ext cx="685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Jul 8 - Aug 14</a:t>
            </a:r>
          </a:p>
        </p:txBody>
      </p:sp>
      <p:sp>
        <p:nvSpPr>
          <p:cNvPr id="447" name="OTLSHAPE_SLT_a824c3fedc044f4fb777eced9ad21625_Variance" hidden="1">
            <a:extLst>
              <a:ext uri="{FF2B5EF4-FFF2-40B4-BE49-F238E27FC236}">
                <a16:creationId xmlns:a16="http://schemas.microsoft.com/office/drawing/2014/main" id="{E63270CD-CE3D-5072-0C64-79C96FBF1219}"/>
              </a:ext>
            </a:extLst>
          </p:cNvPr>
          <p:cNvSpPr txBox="1"/>
          <p:nvPr>
            <p:custDataLst>
              <p:tags r:id="rId37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12" name="OTLSHAPE_SLT_a824c3fedc044f4fb777eced9ad21625_StartDate" hidden="1">
            <a:extLst>
              <a:ext uri="{FF2B5EF4-FFF2-40B4-BE49-F238E27FC236}">
                <a16:creationId xmlns:a16="http://schemas.microsoft.com/office/drawing/2014/main" id="{46CB2F93-B925-3048-773D-D686B918D4EB}"/>
              </a:ext>
            </a:extLst>
          </p:cNvPr>
          <p:cNvSpPr txBox="1"/>
          <p:nvPr>
            <p:custDataLst>
              <p:tags r:id="rId37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13" name="OTLSHAPE_SLT_a824c3fedc044f4fb777eced9ad21625_EndDate" hidden="1">
            <a:extLst>
              <a:ext uri="{FF2B5EF4-FFF2-40B4-BE49-F238E27FC236}">
                <a16:creationId xmlns:a16="http://schemas.microsoft.com/office/drawing/2014/main" id="{58A0259F-6CE6-6CC4-26E3-9768137D46E6}"/>
              </a:ext>
            </a:extLst>
          </p:cNvPr>
          <p:cNvSpPr txBox="1"/>
          <p:nvPr>
            <p:custDataLst>
              <p:tags r:id="rId37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14" name="OTLSHAPE_SLT_a824c3fedc044f4fb777eced9ad21625_Title">
            <a:extLst>
              <a:ext uri="{FF2B5EF4-FFF2-40B4-BE49-F238E27FC236}">
                <a16:creationId xmlns:a16="http://schemas.microsoft.com/office/drawing/2014/main" id="{1DCEE921-44F1-4D9E-285A-1F15E846307C}"/>
              </a:ext>
            </a:extLst>
          </p:cNvPr>
          <p:cNvSpPr txBox="1"/>
          <p:nvPr>
            <p:custDataLst>
              <p:tags r:id="rId374"/>
            </p:custDataLst>
          </p:nvPr>
        </p:nvSpPr>
        <p:spPr>
          <a:xfrm>
            <a:off x="5557686" y="7365069"/>
            <a:ext cx="673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spc="-6">
                <a:solidFill>
                  <a:srgbClr val="484848"/>
                </a:solidFill>
                <a:latin typeface="Calibri" panose="020F0502020204030204" pitchFamily="34" charset="0"/>
              </a:rPr>
              <a:t>nSLAM SOA</a:t>
            </a: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D875F602-4BD6-6BFC-268B-E2844A6C351B}"/>
              </a:ext>
            </a:extLst>
          </p:cNvPr>
          <p:cNvCxnSpPr>
            <a:cxnSpLocks noChangeAspect="1"/>
          </p:cNvCxnSpPr>
          <p:nvPr>
            <p:custDataLst>
              <p:tags r:id="rId375"/>
            </p:custDataLst>
          </p:nvPr>
        </p:nvCxnSpPr>
        <p:spPr>
          <a:xfrm>
            <a:off x="3377415" y="93980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OTLSHAPE_TB_00000000000000000000000000000000_Separator2">
            <a:extLst>
              <a:ext uri="{FF2B5EF4-FFF2-40B4-BE49-F238E27FC236}">
                <a16:creationId xmlns:a16="http://schemas.microsoft.com/office/drawing/2014/main" id="{9C74A5CA-3AEB-0099-CC5B-A20E03722327}"/>
              </a:ext>
            </a:extLst>
          </p:cNvPr>
          <p:cNvCxnSpPr>
            <a:cxnSpLocks noChangeAspect="1"/>
          </p:cNvCxnSpPr>
          <p:nvPr>
            <p:custDataLst>
              <p:tags r:id="rId376"/>
            </p:custDataLst>
          </p:nvPr>
        </p:nvCxnSpPr>
        <p:spPr>
          <a:xfrm>
            <a:off x="4272610" y="93980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TLSHAPE_TB_00000000000000000000000000000000_Separator3">
            <a:extLst>
              <a:ext uri="{FF2B5EF4-FFF2-40B4-BE49-F238E27FC236}">
                <a16:creationId xmlns:a16="http://schemas.microsoft.com/office/drawing/2014/main" id="{BE9D4E55-0B26-FA71-05B4-CA9C278AB166}"/>
              </a:ext>
            </a:extLst>
          </p:cNvPr>
          <p:cNvCxnSpPr>
            <a:cxnSpLocks noChangeAspect="1"/>
          </p:cNvCxnSpPr>
          <p:nvPr>
            <p:custDataLst>
              <p:tags r:id="rId377"/>
            </p:custDataLst>
          </p:nvPr>
        </p:nvCxnSpPr>
        <p:spPr>
          <a:xfrm>
            <a:off x="5138927" y="93980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TLSHAPE_TB_00000000000000000000000000000000_Separator4">
            <a:extLst>
              <a:ext uri="{FF2B5EF4-FFF2-40B4-BE49-F238E27FC236}">
                <a16:creationId xmlns:a16="http://schemas.microsoft.com/office/drawing/2014/main" id="{CCAB3282-35B5-A2EF-3C24-CD08BED7987F}"/>
              </a:ext>
            </a:extLst>
          </p:cNvPr>
          <p:cNvCxnSpPr>
            <a:cxnSpLocks noChangeAspect="1"/>
          </p:cNvCxnSpPr>
          <p:nvPr>
            <p:custDataLst>
              <p:tags r:id="rId378"/>
            </p:custDataLst>
          </p:nvPr>
        </p:nvCxnSpPr>
        <p:spPr>
          <a:xfrm>
            <a:off x="6034122" y="93980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TLSHAPE_TB_00000000000000000000000000000000_Separator5">
            <a:extLst>
              <a:ext uri="{FF2B5EF4-FFF2-40B4-BE49-F238E27FC236}">
                <a16:creationId xmlns:a16="http://schemas.microsoft.com/office/drawing/2014/main" id="{E1C7338C-752D-91C1-D9A5-9B2B51C76AE1}"/>
              </a:ext>
            </a:extLst>
          </p:cNvPr>
          <p:cNvCxnSpPr>
            <a:cxnSpLocks noChangeAspect="1"/>
          </p:cNvCxnSpPr>
          <p:nvPr>
            <p:custDataLst>
              <p:tags r:id="rId379"/>
            </p:custDataLst>
          </p:nvPr>
        </p:nvCxnSpPr>
        <p:spPr>
          <a:xfrm>
            <a:off x="6929317" y="93980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TLSHAPE_TB_00000000000000000000000000000000_Separator6">
            <a:extLst>
              <a:ext uri="{FF2B5EF4-FFF2-40B4-BE49-F238E27FC236}">
                <a16:creationId xmlns:a16="http://schemas.microsoft.com/office/drawing/2014/main" id="{79B4F17B-34DA-4376-F82B-1CC7EA40CD97}"/>
              </a:ext>
            </a:extLst>
          </p:cNvPr>
          <p:cNvCxnSpPr>
            <a:cxnSpLocks noChangeAspect="1"/>
          </p:cNvCxnSpPr>
          <p:nvPr>
            <p:custDataLst>
              <p:tags r:id="rId380"/>
            </p:custDataLst>
          </p:nvPr>
        </p:nvCxnSpPr>
        <p:spPr>
          <a:xfrm>
            <a:off x="7795633" y="93980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OTLSHAPE_TB_00000000000000000000000000000000_Separator7">
            <a:extLst>
              <a:ext uri="{FF2B5EF4-FFF2-40B4-BE49-F238E27FC236}">
                <a16:creationId xmlns:a16="http://schemas.microsoft.com/office/drawing/2014/main" id="{A00916AB-A3F0-BCDA-C549-304114780952}"/>
              </a:ext>
            </a:extLst>
          </p:cNvPr>
          <p:cNvCxnSpPr>
            <a:cxnSpLocks noChangeAspect="1"/>
          </p:cNvCxnSpPr>
          <p:nvPr>
            <p:custDataLst>
              <p:tags r:id="rId381"/>
            </p:custDataLst>
          </p:nvPr>
        </p:nvCxnSpPr>
        <p:spPr>
          <a:xfrm>
            <a:off x="8690828" y="93980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OTLSHAPE_TB_00000000000000000000000000000000_Separator8">
            <a:extLst>
              <a:ext uri="{FF2B5EF4-FFF2-40B4-BE49-F238E27FC236}">
                <a16:creationId xmlns:a16="http://schemas.microsoft.com/office/drawing/2014/main" id="{311FE395-1E86-FF5C-F1BE-A34F4548FDE0}"/>
              </a:ext>
            </a:extLst>
          </p:cNvPr>
          <p:cNvCxnSpPr>
            <a:cxnSpLocks noChangeAspect="1"/>
          </p:cNvCxnSpPr>
          <p:nvPr>
            <p:custDataLst>
              <p:tags r:id="rId382"/>
            </p:custDataLst>
          </p:nvPr>
        </p:nvCxnSpPr>
        <p:spPr>
          <a:xfrm>
            <a:off x="9557145" y="93980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OTLSHAPE_TB_00000000000000000000000000000000_Separator9">
            <a:extLst>
              <a:ext uri="{FF2B5EF4-FFF2-40B4-BE49-F238E27FC236}">
                <a16:creationId xmlns:a16="http://schemas.microsoft.com/office/drawing/2014/main" id="{D4357813-6B64-A4C2-37A7-9F56E9133211}"/>
              </a:ext>
            </a:extLst>
          </p:cNvPr>
          <p:cNvCxnSpPr>
            <a:cxnSpLocks noChangeAspect="1"/>
          </p:cNvCxnSpPr>
          <p:nvPr>
            <p:custDataLst>
              <p:tags r:id="rId383"/>
            </p:custDataLst>
          </p:nvPr>
        </p:nvCxnSpPr>
        <p:spPr>
          <a:xfrm>
            <a:off x="10452340" y="93980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TLSHAPE_M_177188707e544830b8ce884a45b14d3a_Shape">
            <a:extLst>
              <a:ext uri="{FF2B5EF4-FFF2-40B4-BE49-F238E27FC236}">
                <a16:creationId xmlns:a16="http://schemas.microsoft.com/office/drawing/2014/main" id="{EF0550E7-44CF-EC70-E5B4-1A124705002A}"/>
              </a:ext>
            </a:extLst>
          </p:cNvPr>
          <p:cNvSpPr>
            <a:spLocks noChangeAspect="1"/>
          </p:cNvSpPr>
          <p:nvPr>
            <p:custDataLst>
              <p:tags r:id="rId384"/>
            </p:custDataLst>
          </p:nvPr>
        </p:nvSpPr>
        <p:spPr>
          <a:xfrm>
            <a:off x="2759408" y="-452501"/>
            <a:ext cx="165100" cy="165100"/>
          </a:xfrm>
          <a:prstGeom prst="wav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TLSHAPE_M_b8c603269952439b977cb103e5f76bdb_Shape">
            <a:extLst>
              <a:ext uri="{FF2B5EF4-FFF2-40B4-BE49-F238E27FC236}">
                <a16:creationId xmlns:a16="http://schemas.microsoft.com/office/drawing/2014/main" id="{2774E54A-782C-B729-4951-1A5119E56319}"/>
              </a:ext>
            </a:extLst>
          </p:cNvPr>
          <p:cNvSpPr>
            <a:spLocks noChangeAspect="1"/>
          </p:cNvSpPr>
          <p:nvPr>
            <p:custDataLst>
              <p:tags r:id="rId385"/>
            </p:custDataLst>
          </p:nvPr>
        </p:nvSpPr>
        <p:spPr>
          <a:xfrm>
            <a:off x="7408644" y="-367242"/>
            <a:ext cx="165100" cy="165100"/>
          </a:xfrm>
          <a:prstGeom prst="wave">
            <a:avLst/>
          </a:prstGeom>
          <a:solidFill>
            <a:srgbClr val="5293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TLSHAPE_M_b1a2b0ad50c54f3db24b3aab69d68fc5_Shape">
            <a:extLst>
              <a:ext uri="{FF2B5EF4-FFF2-40B4-BE49-F238E27FC236}">
                <a16:creationId xmlns:a16="http://schemas.microsoft.com/office/drawing/2014/main" id="{4E973398-08CC-49F6-8DE5-359B02693B46}"/>
              </a:ext>
            </a:extLst>
          </p:cNvPr>
          <p:cNvSpPr>
            <a:spLocks noChangeAspect="1"/>
          </p:cNvSpPr>
          <p:nvPr>
            <p:custDataLst>
              <p:tags r:id="rId386"/>
            </p:custDataLst>
          </p:nvPr>
        </p:nvSpPr>
        <p:spPr>
          <a:xfrm>
            <a:off x="10007596" y="-444754"/>
            <a:ext cx="165100" cy="165100"/>
          </a:xfrm>
          <a:prstGeom prst="wav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OTLSHAPE_SLA_0e9060ec1d744adea939aba82e9612aa_Shape">
            <a:extLst>
              <a:ext uri="{FF2B5EF4-FFF2-40B4-BE49-F238E27FC236}">
                <a16:creationId xmlns:a16="http://schemas.microsoft.com/office/drawing/2014/main" id="{8836EC45-9D13-7D5E-2858-CEB5128788C7}"/>
              </a:ext>
            </a:extLst>
          </p:cNvPr>
          <p:cNvSpPr>
            <a:spLocks noChangeAspect="1"/>
          </p:cNvSpPr>
          <p:nvPr>
            <p:custDataLst>
              <p:tags r:id="rId387"/>
            </p:custDataLst>
          </p:nvPr>
        </p:nvSpPr>
        <p:spPr>
          <a:xfrm>
            <a:off x="9047767" y="2105829"/>
            <a:ext cx="152400" cy="177800"/>
          </a:xfrm>
          <a:prstGeom prst="diamond">
            <a:avLst/>
          </a:prstGeom>
          <a:solidFill>
            <a:srgbClr val="4454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4" name="OTLSHAPE_SLA_e26389baebcc4a1ba71992485734448b_Shape">
            <a:extLst>
              <a:ext uri="{FF2B5EF4-FFF2-40B4-BE49-F238E27FC236}">
                <a16:creationId xmlns:a16="http://schemas.microsoft.com/office/drawing/2014/main" id="{48CE8874-E9E6-4D2E-0AE5-7C6B4BF53B91}"/>
              </a:ext>
            </a:extLst>
          </p:cNvPr>
          <p:cNvSpPr>
            <a:spLocks noChangeAspect="1"/>
          </p:cNvSpPr>
          <p:nvPr>
            <p:custDataLst>
              <p:tags r:id="rId388"/>
            </p:custDataLst>
          </p:nvPr>
        </p:nvSpPr>
        <p:spPr>
          <a:xfrm>
            <a:off x="9914085" y="2517648"/>
            <a:ext cx="152400" cy="177800"/>
          </a:xfrm>
          <a:prstGeom prst="diamond">
            <a:avLst/>
          </a:prstGeom>
          <a:solidFill>
            <a:srgbClr val="4454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" name="OTLSHAPE_SLA_092baa600ac245f7a26732baf09a01f8_Shape">
            <a:extLst>
              <a:ext uri="{FF2B5EF4-FFF2-40B4-BE49-F238E27FC236}">
                <a16:creationId xmlns:a16="http://schemas.microsoft.com/office/drawing/2014/main" id="{23E5A28E-2E53-089A-8678-67CCBAFDD4C6}"/>
              </a:ext>
            </a:extLst>
          </p:cNvPr>
          <p:cNvSpPr>
            <a:spLocks noChangeAspect="1"/>
          </p:cNvSpPr>
          <p:nvPr>
            <p:custDataLst>
              <p:tags r:id="rId389"/>
            </p:custDataLst>
          </p:nvPr>
        </p:nvSpPr>
        <p:spPr>
          <a:xfrm>
            <a:off x="10376120" y="8244925"/>
            <a:ext cx="152400" cy="177800"/>
          </a:xfrm>
          <a:prstGeom prst="diamond">
            <a:avLst/>
          </a:prstGeom>
          <a:solidFill>
            <a:srgbClr val="44546A"/>
          </a:solidFill>
          <a:ln w="19050" cap="flat" cmpd="sng" algn="ctr">
            <a:noFill/>
            <a:prstDash val="solid"/>
            <a:miter lim="800000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5" name="OTLSHAPE_SLA_d9a95d073920462d82fcb3b3f6bfe8a5_Shape">
            <a:extLst>
              <a:ext uri="{FF2B5EF4-FFF2-40B4-BE49-F238E27FC236}">
                <a16:creationId xmlns:a16="http://schemas.microsoft.com/office/drawing/2014/main" id="{BF4D3EA5-2852-A939-C20F-894AFA72271C}"/>
              </a:ext>
            </a:extLst>
          </p:cNvPr>
          <p:cNvSpPr/>
          <p:nvPr>
            <p:custDataLst>
              <p:tags r:id="rId390"/>
            </p:custDataLst>
          </p:nvPr>
        </p:nvSpPr>
        <p:spPr>
          <a:xfrm>
            <a:off x="9914085" y="5064675"/>
            <a:ext cx="152400" cy="177800"/>
          </a:xfrm>
          <a:prstGeom prst="diamond">
            <a:avLst/>
          </a:prstGeom>
          <a:solidFill>
            <a:srgbClr val="4454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0" name="OTLSHAPE_SLA_365e9974e11a47edad93b9ca31a969aa_Shape">
            <a:extLst>
              <a:ext uri="{FF2B5EF4-FFF2-40B4-BE49-F238E27FC236}">
                <a16:creationId xmlns:a16="http://schemas.microsoft.com/office/drawing/2014/main" id="{D2540160-2595-56E7-3A28-0D8C50E7F098}"/>
              </a:ext>
            </a:extLst>
          </p:cNvPr>
          <p:cNvSpPr/>
          <p:nvPr>
            <p:custDataLst>
              <p:tags r:id="rId391"/>
            </p:custDataLst>
          </p:nvPr>
        </p:nvSpPr>
        <p:spPr>
          <a:xfrm>
            <a:off x="4196390" y="7833106"/>
            <a:ext cx="152400" cy="177800"/>
          </a:xfrm>
          <a:prstGeom prst="diamond">
            <a:avLst/>
          </a:prstGeom>
          <a:solidFill>
            <a:srgbClr val="4454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4" name="OTLSHAPE_SLA_bda42802d16c41e3b9372f199e401bc2_Shape">
            <a:extLst>
              <a:ext uri="{FF2B5EF4-FFF2-40B4-BE49-F238E27FC236}">
                <a16:creationId xmlns:a16="http://schemas.microsoft.com/office/drawing/2014/main" id="{1927B427-DBA7-8A21-70EC-0E19442ADC37}"/>
              </a:ext>
            </a:extLst>
          </p:cNvPr>
          <p:cNvSpPr/>
          <p:nvPr>
            <p:custDataLst>
              <p:tags r:id="rId392"/>
            </p:custDataLst>
          </p:nvPr>
        </p:nvSpPr>
        <p:spPr>
          <a:xfrm>
            <a:off x="3409145" y="3729482"/>
            <a:ext cx="101600" cy="101600"/>
          </a:xfrm>
          <a:prstGeom prst="wave">
            <a:avLst/>
          </a:prstGeom>
          <a:solidFill>
            <a:srgbClr val="70AD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h="12700"/>
              </a14:hiddenSp3d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TLSHAPE_M_177188707e544830b8ce884a45b14d3a_Variance" hidden="1">
            <a:extLst>
              <a:ext uri="{FF2B5EF4-FFF2-40B4-BE49-F238E27FC236}">
                <a16:creationId xmlns:a16="http://schemas.microsoft.com/office/drawing/2014/main" id="{E8B857B0-359D-8F9D-02E9-9B482F71D4B2}"/>
              </a:ext>
            </a:extLst>
          </p:cNvPr>
          <p:cNvSpPr txBox="1"/>
          <p:nvPr>
            <p:custDataLst>
              <p:tags r:id="rId393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36" name="OTLSHAPE_M_b8c603269952439b977cb103e5f76bdb_Variance" hidden="1">
            <a:extLst>
              <a:ext uri="{FF2B5EF4-FFF2-40B4-BE49-F238E27FC236}">
                <a16:creationId xmlns:a16="http://schemas.microsoft.com/office/drawing/2014/main" id="{3AEBDDA9-6B52-ACFA-4871-79D5023510CE}"/>
              </a:ext>
            </a:extLst>
          </p:cNvPr>
          <p:cNvSpPr txBox="1"/>
          <p:nvPr>
            <p:custDataLst>
              <p:tags r:id="rId394"/>
            </p:custDataLst>
          </p:nvPr>
        </p:nvSpPr>
        <p:spPr>
          <a:xfrm>
            <a:off x="12700" y="-61824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40" name="OTLSHAPE_M_b1a2b0ad50c54f3db24b3aab69d68fc5_Variance" hidden="1">
            <a:extLst>
              <a:ext uri="{FF2B5EF4-FFF2-40B4-BE49-F238E27FC236}">
                <a16:creationId xmlns:a16="http://schemas.microsoft.com/office/drawing/2014/main" id="{5AAFF047-8240-898E-DBC0-665CA89A5138}"/>
              </a:ext>
            </a:extLst>
          </p:cNvPr>
          <p:cNvSpPr txBox="1"/>
          <p:nvPr>
            <p:custDataLst>
              <p:tags r:id="rId395"/>
            </p:custDataLst>
          </p:nvPr>
        </p:nvSpPr>
        <p:spPr>
          <a:xfrm>
            <a:off x="12700" y="-61824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298" name="OTLSHAPE_SLA_0e9060ec1d744adea939aba82e9612aa_Date" hidden="1">
            <a:extLst>
              <a:ext uri="{FF2B5EF4-FFF2-40B4-BE49-F238E27FC236}">
                <a16:creationId xmlns:a16="http://schemas.microsoft.com/office/drawing/2014/main" id="{0C133535-7C1B-D6CC-E480-6500DFC8DE22}"/>
              </a:ext>
            </a:extLst>
          </p:cNvPr>
          <p:cNvSpPr txBox="1"/>
          <p:nvPr>
            <p:custDataLst>
              <p:tags r:id="rId396"/>
            </p:custDataLst>
          </p:nvPr>
        </p:nvSpPr>
        <p:spPr>
          <a:xfrm>
            <a:off x="12700" y="-10029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Nov 15</a:t>
            </a:r>
          </a:p>
        </p:txBody>
      </p:sp>
      <p:sp>
        <p:nvSpPr>
          <p:cNvPr id="299" name="OTLSHAPE_SLA_0e9060ec1d744adea939aba82e9612aa_Variance" hidden="1">
            <a:extLst>
              <a:ext uri="{FF2B5EF4-FFF2-40B4-BE49-F238E27FC236}">
                <a16:creationId xmlns:a16="http://schemas.microsoft.com/office/drawing/2014/main" id="{4741F9C6-3215-F6AA-9A50-4F6E2844CA29}"/>
              </a:ext>
            </a:extLst>
          </p:cNvPr>
          <p:cNvSpPr txBox="1"/>
          <p:nvPr>
            <p:custDataLst>
              <p:tags r:id="rId397"/>
            </p:custDataLst>
          </p:nvPr>
        </p:nvSpPr>
        <p:spPr>
          <a:xfrm>
            <a:off x="12700" y="-61824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302" name="OTLSHAPE_SLA_e26389baebcc4a1ba71992485734448b_Date" hidden="1">
            <a:extLst>
              <a:ext uri="{FF2B5EF4-FFF2-40B4-BE49-F238E27FC236}">
                <a16:creationId xmlns:a16="http://schemas.microsoft.com/office/drawing/2014/main" id="{4F7C4150-08F7-4A3E-BB76-C8C421CEE6FC}"/>
              </a:ext>
            </a:extLst>
          </p:cNvPr>
          <p:cNvSpPr txBox="1"/>
          <p:nvPr>
            <p:custDataLst>
              <p:tags r:id="rId398"/>
            </p:custDataLst>
          </p:nvPr>
        </p:nvSpPr>
        <p:spPr>
          <a:xfrm>
            <a:off x="12700" y="-5412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Dec 15</a:t>
            </a:r>
          </a:p>
        </p:txBody>
      </p:sp>
      <p:sp>
        <p:nvSpPr>
          <p:cNvPr id="303" name="OTLSHAPE_SLA_e26389baebcc4a1ba71992485734448b_Variance" hidden="1">
            <a:extLst>
              <a:ext uri="{FF2B5EF4-FFF2-40B4-BE49-F238E27FC236}">
                <a16:creationId xmlns:a16="http://schemas.microsoft.com/office/drawing/2014/main" id="{C6C7BCBA-2FB9-925C-7773-A65F92E76849}"/>
              </a:ext>
            </a:extLst>
          </p:cNvPr>
          <p:cNvSpPr txBox="1"/>
          <p:nvPr>
            <p:custDataLst>
              <p:tags r:id="rId399"/>
            </p:custDataLst>
          </p:nvPr>
        </p:nvSpPr>
        <p:spPr>
          <a:xfrm>
            <a:off x="12700" y="-61824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30" name="OTLSHAPE_M_177188707e544830b8ce884a45b14d3a_Title">
            <a:extLst>
              <a:ext uri="{FF2B5EF4-FFF2-40B4-BE49-F238E27FC236}">
                <a16:creationId xmlns:a16="http://schemas.microsoft.com/office/drawing/2014/main" id="{7C01C179-2FF5-1D6A-3350-86D92FEC9429}"/>
              </a:ext>
            </a:extLst>
          </p:cNvPr>
          <p:cNvSpPr txBox="1">
            <a:spLocks noChangeAspect="1"/>
          </p:cNvSpPr>
          <p:nvPr>
            <p:custDataLst>
              <p:tags r:id="rId400"/>
            </p:custDataLst>
          </p:nvPr>
        </p:nvSpPr>
        <p:spPr>
          <a:xfrm>
            <a:off x="2956258" y="-643382"/>
            <a:ext cx="639657" cy="3410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100" b="1">
                <a:solidFill>
                  <a:schemeClr val="dk1"/>
                </a:solidFill>
                <a:latin typeface="Calibri" panose="020F0502020204030204" pitchFamily="34" charset="0"/>
              </a:rPr>
              <a:t>Project Re-Kickoff</a:t>
            </a:r>
          </a:p>
        </p:txBody>
      </p:sp>
      <p:sp>
        <p:nvSpPr>
          <p:cNvPr id="31" name="OTLSHAPE_M_177188707e544830b8ce884a45b14d3a_Date">
            <a:extLst>
              <a:ext uri="{FF2B5EF4-FFF2-40B4-BE49-F238E27FC236}">
                <a16:creationId xmlns:a16="http://schemas.microsoft.com/office/drawing/2014/main" id="{F2F00952-5565-2AC7-EBCD-CBAF2120684B}"/>
              </a:ext>
            </a:extLst>
          </p:cNvPr>
          <p:cNvSpPr txBox="1">
            <a:spLocks noChangeAspect="1"/>
          </p:cNvSpPr>
          <p:nvPr>
            <p:custDataLst>
              <p:tags r:id="rId401"/>
            </p:custDataLst>
          </p:nvPr>
        </p:nvSpPr>
        <p:spPr>
          <a:xfrm>
            <a:off x="2956258" y="-302345"/>
            <a:ext cx="279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000" spc="-6">
                <a:solidFill>
                  <a:srgbClr val="44546A"/>
                </a:solidFill>
                <a:latin typeface="Calibri" panose="020F0502020204030204" pitchFamily="34" charset="0"/>
              </a:rPr>
              <a:t>Apr 8</a:t>
            </a:r>
          </a:p>
        </p:txBody>
      </p:sp>
      <p:sp>
        <p:nvSpPr>
          <p:cNvPr id="34" name="OTLSHAPE_M_b8c603269952439b977cb103e5f76bdb_Title">
            <a:extLst>
              <a:ext uri="{FF2B5EF4-FFF2-40B4-BE49-F238E27FC236}">
                <a16:creationId xmlns:a16="http://schemas.microsoft.com/office/drawing/2014/main" id="{1893FE4C-171F-4A1B-DBA3-AFFD62F394D3}"/>
              </a:ext>
            </a:extLst>
          </p:cNvPr>
          <p:cNvSpPr txBox="1">
            <a:spLocks noChangeAspect="1"/>
          </p:cNvSpPr>
          <p:nvPr>
            <p:custDataLst>
              <p:tags r:id="rId402"/>
            </p:custDataLst>
          </p:nvPr>
        </p:nvSpPr>
        <p:spPr>
          <a:xfrm>
            <a:off x="7605494" y="-472863"/>
            <a:ext cx="798997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100" b="1" spc="-10">
                <a:solidFill>
                  <a:schemeClr val="dk1"/>
                </a:solidFill>
                <a:latin typeface="Calibri" panose="020F0502020204030204" pitchFamily="34" charset="0"/>
              </a:rPr>
              <a:t>System Flying</a:t>
            </a:r>
          </a:p>
        </p:txBody>
      </p:sp>
      <p:sp>
        <p:nvSpPr>
          <p:cNvPr id="35" name="OTLSHAPE_M_b8c603269952439b977cb103e5f76bdb_Date">
            <a:extLst>
              <a:ext uri="{FF2B5EF4-FFF2-40B4-BE49-F238E27FC236}">
                <a16:creationId xmlns:a16="http://schemas.microsoft.com/office/drawing/2014/main" id="{5450D996-1A28-F151-0186-697AB2A3AD92}"/>
              </a:ext>
            </a:extLst>
          </p:cNvPr>
          <p:cNvSpPr txBox="1">
            <a:spLocks noChangeAspect="1"/>
          </p:cNvSpPr>
          <p:nvPr>
            <p:custDataLst>
              <p:tags r:id="rId403"/>
            </p:custDataLst>
          </p:nvPr>
        </p:nvSpPr>
        <p:spPr>
          <a:xfrm>
            <a:off x="7605494" y="-302345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000" spc="-6">
                <a:solidFill>
                  <a:srgbClr val="44546A"/>
                </a:solidFill>
                <a:latin typeface="Calibri" panose="020F0502020204030204" pitchFamily="34" charset="0"/>
              </a:rPr>
              <a:t>Sep 16</a:t>
            </a:r>
          </a:p>
        </p:txBody>
      </p:sp>
      <p:sp>
        <p:nvSpPr>
          <p:cNvPr id="38" name="OTLSHAPE_M_b1a2b0ad50c54f3db24b3aab69d68fc5_Title">
            <a:extLst>
              <a:ext uri="{FF2B5EF4-FFF2-40B4-BE49-F238E27FC236}">
                <a16:creationId xmlns:a16="http://schemas.microsoft.com/office/drawing/2014/main" id="{104E7B48-0109-69A5-6BAB-53194E96E138}"/>
              </a:ext>
            </a:extLst>
          </p:cNvPr>
          <p:cNvSpPr txBox="1">
            <a:spLocks noChangeAspect="1"/>
          </p:cNvSpPr>
          <p:nvPr>
            <p:custDataLst>
              <p:tags r:id="rId404"/>
            </p:custDataLst>
          </p:nvPr>
        </p:nvSpPr>
        <p:spPr>
          <a:xfrm>
            <a:off x="10204446" y="-627888"/>
            <a:ext cx="921109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100" b="1" spc="-6">
                <a:solidFill>
                  <a:srgbClr val="3A8900"/>
                </a:solidFill>
                <a:latin typeface="Calibri" panose="020F0502020204030204" pitchFamily="34" charset="0"/>
              </a:rPr>
              <a:t>Ex-Post Release</a:t>
            </a:r>
            <a:endParaRPr lang="en-GB" sz="1100" b="1" spc="-6" dirty="0">
              <a:solidFill>
                <a:srgbClr val="3A8900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OTLSHAPE_M_b1a2b0ad50c54f3db24b3aab69d68fc5_Date">
            <a:extLst>
              <a:ext uri="{FF2B5EF4-FFF2-40B4-BE49-F238E27FC236}">
                <a16:creationId xmlns:a16="http://schemas.microsoft.com/office/drawing/2014/main" id="{897F404E-AEEE-7A25-806E-2F9F89F136E2}"/>
              </a:ext>
            </a:extLst>
          </p:cNvPr>
          <p:cNvSpPr txBox="1">
            <a:spLocks noChangeAspect="1"/>
          </p:cNvSpPr>
          <p:nvPr>
            <p:custDataLst>
              <p:tags r:id="rId405"/>
            </p:custDataLst>
          </p:nvPr>
        </p:nvSpPr>
        <p:spPr>
          <a:xfrm>
            <a:off x="10204446" y="-457369"/>
            <a:ext cx="230288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000">
                <a:solidFill>
                  <a:srgbClr val="3A8900"/>
                </a:solidFill>
                <a:latin typeface="Calibri" panose="020F0502020204030204" pitchFamily="34" charset="0"/>
              </a:rPr>
              <a:t>Dec 15</a:t>
            </a:r>
          </a:p>
        </p:txBody>
      </p:sp>
      <p:sp>
        <p:nvSpPr>
          <p:cNvPr id="297" name="OTLSHAPE_SLA_0e9060ec1d744adea939aba82e9612aa_Title">
            <a:extLst>
              <a:ext uri="{FF2B5EF4-FFF2-40B4-BE49-F238E27FC236}">
                <a16:creationId xmlns:a16="http://schemas.microsoft.com/office/drawing/2014/main" id="{F0CDC12F-55AA-2559-026D-A8E22F1DDDB6}"/>
              </a:ext>
            </a:extLst>
          </p:cNvPr>
          <p:cNvSpPr txBox="1">
            <a:spLocks noChangeAspect="1"/>
          </p:cNvSpPr>
          <p:nvPr>
            <p:custDataLst>
              <p:tags r:id="rId406"/>
            </p:custDataLst>
          </p:nvPr>
        </p:nvSpPr>
        <p:spPr>
          <a:xfrm>
            <a:off x="8702602" y="1909911"/>
            <a:ext cx="850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100" b="1" spc="-6">
                <a:solidFill>
                  <a:schemeClr val="dk1"/>
                </a:solidFill>
                <a:latin typeface="Calibri" panose="020F0502020204030204" pitchFamily="34" charset="0"/>
              </a:rPr>
              <a:t>Results Report</a:t>
            </a:r>
          </a:p>
        </p:txBody>
      </p:sp>
      <p:sp>
        <p:nvSpPr>
          <p:cNvPr id="301" name="OTLSHAPE_SLA_e26389baebcc4a1ba71992485734448b_Title">
            <a:extLst>
              <a:ext uri="{FF2B5EF4-FFF2-40B4-BE49-F238E27FC236}">
                <a16:creationId xmlns:a16="http://schemas.microsoft.com/office/drawing/2014/main" id="{A95B7D7A-D30A-3CE3-BBCF-226575828F98}"/>
              </a:ext>
            </a:extLst>
          </p:cNvPr>
          <p:cNvSpPr txBox="1">
            <a:spLocks noChangeAspect="1"/>
          </p:cNvSpPr>
          <p:nvPr>
            <p:custDataLst>
              <p:tags r:id="rId407"/>
            </p:custDataLst>
          </p:nvPr>
        </p:nvSpPr>
        <p:spPr>
          <a:xfrm>
            <a:off x="9777856" y="2321729"/>
            <a:ext cx="431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100" b="1" spc="-10">
                <a:solidFill>
                  <a:schemeClr val="dk1"/>
                </a:solidFill>
                <a:latin typeface="Calibri" panose="020F0502020204030204" pitchFamily="34" charset="0"/>
              </a:rPr>
              <a:t>Ex-Post</a:t>
            </a:r>
          </a:p>
        </p:txBody>
      </p:sp>
      <p:sp>
        <p:nvSpPr>
          <p:cNvPr id="309" name="OTLSHAPE_SLA_092baa600ac245f7a26732baf09a01f8_Title">
            <a:extLst>
              <a:ext uri="{FF2B5EF4-FFF2-40B4-BE49-F238E27FC236}">
                <a16:creationId xmlns:a16="http://schemas.microsoft.com/office/drawing/2014/main" id="{63FF219D-8B8D-ACBA-1DC2-D203F4F2E833}"/>
              </a:ext>
            </a:extLst>
          </p:cNvPr>
          <p:cNvSpPr txBox="1">
            <a:spLocks noChangeAspect="1"/>
          </p:cNvSpPr>
          <p:nvPr>
            <p:custDataLst>
              <p:tags r:id="rId408"/>
            </p:custDataLst>
          </p:nvPr>
        </p:nvSpPr>
        <p:spPr>
          <a:xfrm>
            <a:off x="9263241" y="8049006"/>
            <a:ext cx="2405118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fi-FI" sz="1100" b="1" spc="-4">
                <a:solidFill>
                  <a:srgbClr val="7F6000"/>
                </a:solidFill>
                <a:latin typeface="Calibri" panose="020F0502020204030204" pitchFamily="34" charset="0"/>
              </a:rPr>
              <a:t>Autonomus Navigation on Joselito (TRL8)</a:t>
            </a:r>
            <a:endParaRPr lang="en-GB" sz="1100" b="1" spc="-4">
              <a:solidFill>
                <a:srgbClr val="7F6000"/>
              </a:solidFill>
              <a:latin typeface="Calibri" panose="020F0502020204030204" pitchFamily="34" charset="0"/>
            </a:endParaRPr>
          </a:p>
        </p:txBody>
      </p:sp>
      <p:sp>
        <p:nvSpPr>
          <p:cNvPr id="310" name="OTLSHAPE_SLA_092baa600ac245f7a26732baf09a01f8_Date" hidden="1">
            <a:extLst>
              <a:ext uri="{FF2B5EF4-FFF2-40B4-BE49-F238E27FC236}">
                <a16:creationId xmlns:a16="http://schemas.microsoft.com/office/drawing/2014/main" id="{846A8C38-1035-4E6E-9568-77ED418CF7B1}"/>
              </a:ext>
            </a:extLst>
          </p:cNvPr>
          <p:cNvSpPr txBox="1"/>
          <p:nvPr>
            <p:custDataLst>
              <p:tags r:id="rId409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Dec 31</a:t>
            </a:r>
          </a:p>
        </p:txBody>
      </p:sp>
      <p:sp>
        <p:nvSpPr>
          <p:cNvPr id="311" name="OTLSHAPE_SLA_092baa600ac245f7a26732baf09a01f8_Variance" hidden="1">
            <a:extLst>
              <a:ext uri="{FF2B5EF4-FFF2-40B4-BE49-F238E27FC236}">
                <a16:creationId xmlns:a16="http://schemas.microsoft.com/office/drawing/2014/main" id="{7C2CC36F-BC2F-5D40-81F8-143476BF1E67}"/>
              </a:ext>
            </a:extLst>
          </p:cNvPr>
          <p:cNvSpPr txBox="1"/>
          <p:nvPr>
            <p:custDataLst>
              <p:tags r:id="rId410"/>
            </p:custDataLst>
          </p:nvPr>
        </p:nvSpPr>
        <p:spPr>
          <a:xfrm>
            <a:off x="12700" y="-77213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352" name="OTLSHAPE_SLA_d9a95d073920462d82fcb3b3f6bfe8a5_Title">
            <a:extLst>
              <a:ext uri="{FF2B5EF4-FFF2-40B4-BE49-F238E27FC236}">
                <a16:creationId xmlns:a16="http://schemas.microsoft.com/office/drawing/2014/main" id="{34132C3F-D3C0-4E0E-1C57-C10181FDD85C}"/>
              </a:ext>
            </a:extLst>
          </p:cNvPr>
          <p:cNvSpPr txBox="1"/>
          <p:nvPr>
            <p:custDataLst>
              <p:tags r:id="rId411"/>
            </p:custDataLst>
          </p:nvPr>
        </p:nvSpPr>
        <p:spPr>
          <a:xfrm>
            <a:off x="9613539" y="4868757"/>
            <a:ext cx="762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100" b="1" spc="-8">
                <a:solidFill>
                  <a:schemeClr val="dk1"/>
                </a:solidFill>
                <a:latin typeface="Calibri" panose="020F0502020204030204" pitchFamily="34" charset="0"/>
              </a:rPr>
              <a:t>Optics Ready</a:t>
            </a:r>
          </a:p>
        </p:txBody>
      </p:sp>
      <p:sp>
        <p:nvSpPr>
          <p:cNvPr id="353" name="OTLSHAPE_SLA_d9a95d073920462d82fcb3b3f6bfe8a5_Date" hidden="1">
            <a:extLst>
              <a:ext uri="{FF2B5EF4-FFF2-40B4-BE49-F238E27FC236}">
                <a16:creationId xmlns:a16="http://schemas.microsoft.com/office/drawing/2014/main" id="{7FF33B11-8FF5-B393-C7B8-0EE0A8F3B39C}"/>
              </a:ext>
            </a:extLst>
          </p:cNvPr>
          <p:cNvSpPr txBox="1"/>
          <p:nvPr>
            <p:custDataLst>
              <p:tags r:id="rId412"/>
            </p:custDataLst>
          </p:nvPr>
        </p:nvSpPr>
        <p:spPr>
          <a:xfrm>
            <a:off x="12700" y="-61824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Dec 15</a:t>
            </a:r>
          </a:p>
        </p:txBody>
      </p:sp>
      <p:sp>
        <p:nvSpPr>
          <p:cNvPr id="354" name="OTLSHAPE_SLA_d9a95d073920462d82fcb3b3f6bfe8a5_Variance" hidden="1">
            <a:extLst>
              <a:ext uri="{FF2B5EF4-FFF2-40B4-BE49-F238E27FC236}">
                <a16:creationId xmlns:a16="http://schemas.microsoft.com/office/drawing/2014/main" id="{CD789B99-3DBC-1269-FDDF-A0B8B036EAF0}"/>
              </a:ext>
            </a:extLst>
          </p:cNvPr>
          <p:cNvSpPr txBox="1"/>
          <p:nvPr>
            <p:custDataLst>
              <p:tags r:id="rId413"/>
            </p:custDataLst>
          </p:nvPr>
        </p:nvSpPr>
        <p:spPr>
          <a:xfrm>
            <a:off x="12700" y="-61824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437" name="OTLSHAPE_SLA_365e9974e11a47edad93b9ca31a969aa_Title">
            <a:extLst>
              <a:ext uri="{FF2B5EF4-FFF2-40B4-BE49-F238E27FC236}">
                <a16:creationId xmlns:a16="http://schemas.microsoft.com/office/drawing/2014/main" id="{30180E57-08DE-0B6D-11D5-8B74586488C5}"/>
              </a:ext>
            </a:extLst>
          </p:cNvPr>
          <p:cNvSpPr txBox="1"/>
          <p:nvPr>
            <p:custDataLst>
              <p:tags r:id="rId414"/>
            </p:custDataLst>
          </p:nvPr>
        </p:nvSpPr>
        <p:spPr>
          <a:xfrm>
            <a:off x="3387506" y="7637187"/>
            <a:ext cx="1778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GB" sz="1100" b="1" spc="-8">
                <a:solidFill>
                  <a:srgbClr val="7F6000"/>
                </a:solidFill>
                <a:latin typeface="Calibri" panose="020F0502020204030204" pitchFamily="34" charset="0"/>
              </a:rPr>
              <a:t>System Working on Simulation</a:t>
            </a:r>
          </a:p>
        </p:txBody>
      </p:sp>
      <p:sp>
        <p:nvSpPr>
          <p:cNvPr id="438" name="OTLSHAPE_SLA_365e9974e11a47edad93b9ca31a969aa_Date" hidden="1">
            <a:extLst>
              <a:ext uri="{FF2B5EF4-FFF2-40B4-BE49-F238E27FC236}">
                <a16:creationId xmlns:a16="http://schemas.microsoft.com/office/drawing/2014/main" id="{8FEE7BB5-DAF0-0702-4387-F95F43FB0B06}"/>
              </a:ext>
            </a:extLst>
          </p:cNvPr>
          <p:cNvSpPr txBox="1"/>
          <p:nvPr>
            <p:custDataLst>
              <p:tags r:id="rId415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May 31</a:t>
            </a:r>
          </a:p>
        </p:txBody>
      </p:sp>
      <p:sp>
        <p:nvSpPr>
          <p:cNvPr id="439" name="OTLSHAPE_SLA_365e9974e11a47edad93b9ca31a969aa_Variance" hidden="1">
            <a:extLst>
              <a:ext uri="{FF2B5EF4-FFF2-40B4-BE49-F238E27FC236}">
                <a16:creationId xmlns:a16="http://schemas.microsoft.com/office/drawing/2014/main" id="{FE1DCC5D-3986-7D84-5584-C77B295B335A}"/>
              </a:ext>
            </a:extLst>
          </p:cNvPr>
          <p:cNvSpPr txBox="1"/>
          <p:nvPr>
            <p:custDataLst>
              <p:tags r:id="rId416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521" name="OTLSHAPE_SLA_bda42802d16c41e3b9372f199e401bc2_Title">
            <a:extLst>
              <a:ext uri="{FF2B5EF4-FFF2-40B4-BE49-F238E27FC236}">
                <a16:creationId xmlns:a16="http://schemas.microsoft.com/office/drawing/2014/main" id="{364595BF-857D-B10F-29F5-F835F7C4F130}"/>
              </a:ext>
            </a:extLst>
          </p:cNvPr>
          <p:cNvSpPr txBox="1"/>
          <p:nvPr>
            <p:custDataLst>
              <p:tags r:id="rId417"/>
            </p:custDataLst>
          </p:nvPr>
        </p:nvSpPr>
        <p:spPr>
          <a:xfrm>
            <a:off x="3542495" y="3669623"/>
            <a:ext cx="635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b="1" spc="-6">
                <a:solidFill>
                  <a:schemeClr val="dk1"/>
                </a:solidFill>
                <a:latin typeface="Calibri" panose="020F0502020204030204" pitchFamily="34" charset="0"/>
              </a:rPr>
              <a:t>LC Feasible</a:t>
            </a:r>
          </a:p>
        </p:txBody>
      </p:sp>
      <p:sp>
        <p:nvSpPr>
          <p:cNvPr id="522" name="OTLSHAPE_SLA_bda42802d16c41e3b9372f199e401bc2_Date" hidden="1">
            <a:extLst>
              <a:ext uri="{FF2B5EF4-FFF2-40B4-BE49-F238E27FC236}">
                <a16:creationId xmlns:a16="http://schemas.microsoft.com/office/drawing/2014/main" id="{6956FC7C-EF5A-1D33-01E9-5AB07DBA1C83}"/>
              </a:ext>
            </a:extLst>
          </p:cNvPr>
          <p:cNvSpPr txBox="1"/>
          <p:nvPr>
            <p:custDataLst>
              <p:tags r:id="rId418"/>
            </p:custDataLst>
          </p:nvPr>
        </p:nvSpPr>
        <p:spPr>
          <a:xfrm>
            <a:off x="12700" y="-2335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</a:p>
        </p:txBody>
      </p:sp>
      <p:sp>
        <p:nvSpPr>
          <p:cNvPr id="523" name="OTLSHAPE_SLA_bda42802d16c41e3b9372f199e401bc2_Variance" hidden="1">
            <a:extLst>
              <a:ext uri="{FF2B5EF4-FFF2-40B4-BE49-F238E27FC236}">
                <a16:creationId xmlns:a16="http://schemas.microsoft.com/office/drawing/2014/main" id="{C39D92A6-6981-B286-2BE3-9399CEAAB3FD}"/>
              </a:ext>
            </a:extLst>
          </p:cNvPr>
          <p:cNvSpPr txBox="1"/>
          <p:nvPr>
            <p:custDataLst>
              <p:tags r:id="rId419"/>
            </p:custDataLst>
          </p:nvPr>
        </p:nvSpPr>
        <p:spPr>
          <a:xfrm>
            <a:off x="12700" y="-77213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481" name="OTLSHAPE_D_08368365e42e4d64bad027c6fd51fa24_Line">
            <a:extLst>
              <a:ext uri="{FF2B5EF4-FFF2-40B4-BE49-F238E27FC236}">
                <a16:creationId xmlns:a16="http://schemas.microsoft.com/office/drawing/2014/main" id="{6095C5E2-8170-C7C1-43B3-A5101774F825}"/>
              </a:ext>
            </a:extLst>
          </p:cNvPr>
          <p:cNvSpPr/>
          <p:nvPr>
            <p:custDataLst>
              <p:tags r:id="rId420"/>
            </p:custDataLst>
          </p:nvPr>
        </p:nvSpPr>
        <p:spPr>
          <a:xfrm>
            <a:off x="5976348" y="718058"/>
            <a:ext cx="433159" cy="208620"/>
          </a:xfrm>
          <a:custGeom>
            <a:avLst/>
            <a:gdLst/>
            <a:ahLst/>
            <a:cxnLst/>
            <a:rect l="0" t="0" r="0" b="0"/>
            <a:pathLst>
              <a:path w="433159" h="208620">
                <a:moveTo>
                  <a:pt x="0" y="0"/>
                </a:moveTo>
                <a:lnTo>
                  <a:pt x="57150" y="0"/>
                </a:lnTo>
                <a:lnTo>
                  <a:pt x="57150" y="208619"/>
                </a:lnTo>
                <a:lnTo>
                  <a:pt x="433158" y="208619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2" name="OTLSHAPE_D_9690a4d389e746ec87c7ad5c2d4730c2_Line">
            <a:extLst>
              <a:ext uri="{FF2B5EF4-FFF2-40B4-BE49-F238E27FC236}">
                <a16:creationId xmlns:a16="http://schemas.microsoft.com/office/drawing/2014/main" id="{435BF689-1F82-BA37-D645-9A71C1EA74FA}"/>
              </a:ext>
            </a:extLst>
          </p:cNvPr>
          <p:cNvSpPr/>
          <p:nvPr>
            <p:custDataLst>
              <p:tags r:id="rId421"/>
            </p:custDataLst>
          </p:nvPr>
        </p:nvSpPr>
        <p:spPr>
          <a:xfrm>
            <a:off x="6306162" y="926677"/>
            <a:ext cx="189372" cy="442638"/>
          </a:xfrm>
          <a:custGeom>
            <a:avLst/>
            <a:gdLst/>
            <a:ahLst/>
            <a:cxnLst/>
            <a:rect l="0" t="0" r="0" b="0"/>
            <a:pathLst>
              <a:path w="189372" h="442638">
                <a:moveTo>
                  <a:pt x="132221" y="442637"/>
                </a:moveTo>
                <a:lnTo>
                  <a:pt x="189371" y="442637"/>
                </a:lnTo>
                <a:lnTo>
                  <a:pt x="189371" y="325628"/>
                </a:lnTo>
                <a:lnTo>
                  <a:pt x="0" y="325628"/>
                </a:lnTo>
                <a:lnTo>
                  <a:pt x="0" y="0"/>
                </a:lnTo>
                <a:lnTo>
                  <a:pt x="103344" y="0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4" name="OTLSHAPE_D_a1ca71bcd0024f9fb4e8916d2e3ba486_Line">
            <a:extLst>
              <a:ext uri="{FF2B5EF4-FFF2-40B4-BE49-F238E27FC236}">
                <a16:creationId xmlns:a16="http://schemas.microsoft.com/office/drawing/2014/main" id="{9A140F10-FCAD-0267-B752-E4FF8A0081A0}"/>
              </a:ext>
            </a:extLst>
          </p:cNvPr>
          <p:cNvSpPr/>
          <p:nvPr>
            <p:custDataLst>
              <p:tags r:id="rId422"/>
            </p:custDataLst>
          </p:nvPr>
        </p:nvSpPr>
        <p:spPr>
          <a:xfrm>
            <a:off x="7288009" y="1577933"/>
            <a:ext cx="160475" cy="208619"/>
          </a:xfrm>
          <a:custGeom>
            <a:avLst/>
            <a:gdLst/>
            <a:ahLst/>
            <a:cxnLst/>
            <a:rect l="0" t="0" r="0" b="0"/>
            <a:pathLst>
              <a:path w="160475" h="208619">
                <a:moveTo>
                  <a:pt x="103324" y="0"/>
                </a:moveTo>
                <a:lnTo>
                  <a:pt x="160474" y="0"/>
                </a:lnTo>
                <a:lnTo>
                  <a:pt x="160474" y="104309"/>
                </a:lnTo>
                <a:lnTo>
                  <a:pt x="0" y="104309"/>
                </a:lnTo>
                <a:lnTo>
                  <a:pt x="0" y="208618"/>
                </a:lnTo>
                <a:lnTo>
                  <a:pt x="103344" y="208618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TLSHAPE_D_b0a40b882043407782ef5fb7ece7147f_Line">
            <a:extLst>
              <a:ext uri="{FF2B5EF4-FFF2-40B4-BE49-F238E27FC236}">
                <a16:creationId xmlns:a16="http://schemas.microsoft.com/office/drawing/2014/main" id="{1B1282B6-AA7D-4592-B17E-AB289FD994FC}"/>
              </a:ext>
            </a:extLst>
          </p:cNvPr>
          <p:cNvSpPr/>
          <p:nvPr>
            <p:custDataLst>
              <p:tags r:id="rId423"/>
            </p:custDataLst>
          </p:nvPr>
        </p:nvSpPr>
        <p:spPr>
          <a:xfrm>
            <a:off x="9020663" y="2194729"/>
            <a:ext cx="160495" cy="411820"/>
          </a:xfrm>
          <a:custGeom>
            <a:avLst/>
            <a:gdLst/>
            <a:ahLst/>
            <a:cxnLst/>
            <a:rect l="0" t="0" r="0" b="0"/>
            <a:pathLst>
              <a:path w="160495" h="411820">
                <a:moveTo>
                  <a:pt x="103344" y="0"/>
                </a:moveTo>
                <a:lnTo>
                  <a:pt x="160494" y="0"/>
                </a:lnTo>
                <a:lnTo>
                  <a:pt x="160494" y="107950"/>
                </a:lnTo>
                <a:lnTo>
                  <a:pt x="0" y="107950"/>
                </a:lnTo>
                <a:lnTo>
                  <a:pt x="0" y="411819"/>
                </a:lnTo>
                <a:lnTo>
                  <a:pt x="103344" y="411819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0" name="OTLSHAPE_D_8ebf3851a70a472a923e5f85ab5b125a_Line">
            <a:extLst>
              <a:ext uri="{FF2B5EF4-FFF2-40B4-BE49-F238E27FC236}">
                <a16:creationId xmlns:a16="http://schemas.microsoft.com/office/drawing/2014/main" id="{467380E0-4DF8-3A53-FDB3-EDF55E6350D7}"/>
              </a:ext>
            </a:extLst>
          </p:cNvPr>
          <p:cNvSpPr/>
          <p:nvPr>
            <p:custDataLst>
              <p:tags r:id="rId424"/>
            </p:custDataLst>
          </p:nvPr>
        </p:nvSpPr>
        <p:spPr>
          <a:xfrm>
            <a:off x="5138908" y="2818807"/>
            <a:ext cx="548688" cy="3575644"/>
          </a:xfrm>
          <a:custGeom>
            <a:avLst/>
            <a:gdLst/>
            <a:ahLst/>
            <a:cxnLst/>
            <a:rect l="0" t="0" r="0" b="0"/>
            <a:pathLst>
              <a:path w="548688" h="3575644">
                <a:moveTo>
                  <a:pt x="0" y="3575643"/>
                </a:moveTo>
                <a:lnTo>
                  <a:pt x="0" y="0"/>
                </a:lnTo>
                <a:lnTo>
                  <a:pt x="548687" y="0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2" name="OTLSHAPE_D_fd11fcd050614572ac9f7e42cce58b8f_Line">
            <a:extLst>
              <a:ext uri="{FF2B5EF4-FFF2-40B4-BE49-F238E27FC236}">
                <a16:creationId xmlns:a16="http://schemas.microsoft.com/office/drawing/2014/main" id="{B6FCF8D4-69BA-EDE8-C71C-92B1F21FB414}"/>
              </a:ext>
            </a:extLst>
          </p:cNvPr>
          <p:cNvSpPr/>
          <p:nvPr>
            <p:custDataLst>
              <p:tags r:id="rId425"/>
            </p:custDataLst>
          </p:nvPr>
        </p:nvSpPr>
        <p:spPr>
          <a:xfrm>
            <a:off x="6929296" y="2818807"/>
            <a:ext cx="851880" cy="5705519"/>
          </a:xfrm>
          <a:custGeom>
            <a:avLst/>
            <a:gdLst/>
            <a:ahLst/>
            <a:cxnLst/>
            <a:rect l="0" t="0" r="0" b="0"/>
            <a:pathLst>
              <a:path w="851880" h="5705519">
                <a:moveTo>
                  <a:pt x="0" y="0"/>
                </a:moveTo>
                <a:lnTo>
                  <a:pt x="851879" y="0"/>
                </a:lnTo>
                <a:lnTo>
                  <a:pt x="851879" y="5705518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9" name="OTLSHAPE_D_5af43910a8004bb68d18398b4d6da7d6_Line">
            <a:extLst>
              <a:ext uri="{FF2B5EF4-FFF2-40B4-BE49-F238E27FC236}">
                <a16:creationId xmlns:a16="http://schemas.microsoft.com/office/drawing/2014/main" id="{B757915A-46A5-6F8F-EDD4-CC92B4A5FC27}"/>
              </a:ext>
            </a:extLst>
          </p:cNvPr>
          <p:cNvSpPr/>
          <p:nvPr>
            <p:custDataLst>
              <p:tags r:id="rId426"/>
            </p:custDataLst>
          </p:nvPr>
        </p:nvSpPr>
        <p:spPr>
          <a:xfrm>
            <a:off x="6883727" y="1577933"/>
            <a:ext cx="103345" cy="5057818"/>
          </a:xfrm>
          <a:custGeom>
            <a:avLst/>
            <a:gdLst/>
            <a:ahLst/>
            <a:cxnLst/>
            <a:rect l="0" t="0" r="0" b="0"/>
            <a:pathLst>
              <a:path w="103345" h="5057818">
                <a:moveTo>
                  <a:pt x="45569" y="5057817"/>
                </a:moveTo>
                <a:lnTo>
                  <a:pt x="45569" y="5026067"/>
                </a:lnTo>
                <a:lnTo>
                  <a:pt x="0" y="5026067"/>
                </a:lnTo>
                <a:lnTo>
                  <a:pt x="0" y="0"/>
                </a:lnTo>
                <a:lnTo>
                  <a:pt x="103344" y="0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OTLSHAPE_D_6b692a095c2140b8bce432352db662ac_Line">
            <a:extLst>
              <a:ext uri="{FF2B5EF4-FFF2-40B4-BE49-F238E27FC236}">
                <a16:creationId xmlns:a16="http://schemas.microsoft.com/office/drawing/2014/main" id="{18E2A033-81F3-FA1F-370A-EEDB11DD830F}"/>
              </a:ext>
            </a:extLst>
          </p:cNvPr>
          <p:cNvSpPr/>
          <p:nvPr>
            <p:custDataLst>
              <p:tags r:id="rId427"/>
            </p:custDataLst>
          </p:nvPr>
        </p:nvSpPr>
        <p:spPr>
          <a:xfrm>
            <a:off x="6640524" y="926677"/>
            <a:ext cx="346548" cy="651257"/>
          </a:xfrm>
          <a:custGeom>
            <a:avLst/>
            <a:gdLst/>
            <a:ahLst/>
            <a:cxnLst/>
            <a:rect l="0" t="0" r="0" b="0"/>
            <a:pathLst>
              <a:path w="346548" h="651257">
                <a:moveTo>
                  <a:pt x="0" y="0"/>
                </a:moveTo>
                <a:lnTo>
                  <a:pt x="57150" y="0"/>
                </a:lnTo>
                <a:lnTo>
                  <a:pt x="57150" y="104309"/>
                </a:lnTo>
                <a:lnTo>
                  <a:pt x="243203" y="104309"/>
                </a:lnTo>
                <a:lnTo>
                  <a:pt x="243203" y="651256"/>
                </a:lnTo>
                <a:lnTo>
                  <a:pt x="346547" y="651256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OTLSHAPE_D_c6d3ae8bcb454151937ead3ba50d8be8_Line">
            <a:extLst>
              <a:ext uri="{FF2B5EF4-FFF2-40B4-BE49-F238E27FC236}">
                <a16:creationId xmlns:a16="http://schemas.microsoft.com/office/drawing/2014/main" id="{CC5E790B-E294-FA91-F34B-2777E7A699AA}"/>
              </a:ext>
            </a:extLst>
          </p:cNvPr>
          <p:cNvSpPr/>
          <p:nvPr>
            <p:custDataLst>
              <p:tags r:id="rId428"/>
            </p:custDataLst>
          </p:nvPr>
        </p:nvSpPr>
        <p:spPr>
          <a:xfrm>
            <a:off x="5584251" y="1786551"/>
            <a:ext cx="3625744" cy="408179"/>
          </a:xfrm>
          <a:custGeom>
            <a:avLst/>
            <a:gdLst/>
            <a:ahLst/>
            <a:cxnLst/>
            <a:rect l="0" t="0" r="0" b="0"/>
            <a:pathLst>
              <a:path w="3625744" h="408179">
                <a:moveTo>
                  <a:pt x="3568593" y="0"/>
                </a:moveTo>
                <a:lnTo>
                  <a:pt x="3625743" y="0"/>
                </a:lnTo>
                <a:lnTo>
                  <a:pt x="3625743" y="104310"/>
                </a:lnTo>
                <a:lnTo>
                  <a:pt x="0" y="104310"/>
                </a:lnTo>
                <a:lnTo>
                  <a:pt x="0" y="408178"/>
                </a:lnTo>
                <a:lnTo>
                  <a:pt x="103344" y="408178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OTLSHAPE_D_691f21f35ffe447ea338fdad18d88055_Line">
            <a:extLst>
              <a:ext uri="{FF2B5EF4-FFF2-40B4-BE49-F238E27FC236}">
                <a16:creationId xmlns:a16="http://schemas.microsoft.com/office/drawing/2014/main" id="{01B619E6-B431-6E44-D5E9-ABA06CCE4473}"/>
              </a:ext>
            </a:extLst>
          </p:cNvPr>
          <p:cNvSpPr/>
          <p:nvPr>
            <p:custDataLst>
              <p:tags r:id="rId429"/>
            </p:custDataLst>
          </p:nvPr>
        </p:nvSpPr>
        <p:spPr>
          <a:xfrm>
            <a:off x="5584251" y="2194729"/>
            <a:ext cx="1402196" cy="624079"/>
          </a:xfrm>
          <a:custGeom>
            <a:avLst/>
            <a:gdLst/>
            <a:ahLst/>
            <a:cxnLst/>
            <a:rect l="0" t="0" r="0" b="0"/>
            <a:pathLst>
              <a:path w="1402196" h="624079">
                <a:moveTo>
                  <a:pt x="1345045" y="624078"/>
                </a:moveTo>
                <a:lnTo>
                  <a:pt x="1402195" y="624078"/>
                </a:lnTo>
                <a:lnTo>
                  <a:pt x="1402195" y="519769"/>
                </a:lnTo>
                <a:lnTo>
                  <a:pt x="0" y="519769"/>
                </a:lnTo>
                <a:lnTo>
                  <a:pt x="0" y="0"/>
                </a:lnTo>
                <a:lnTo>
                  <a:pt x="103344" y="0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3" name="OTLSHAPE_D_e4b1f9fb418043a8a0116aa63bd25c2c_Line">
            <a:extLst>
              <a:ext uri="{FF2B5EF4-FFF2-40B4-BE49-F238E27FC236}">
                <a16:creationId xmlns:a16="http://schemas.microsoft.com/office/drawing/2014/main" id="{2483FF03-9C2C-222A-0800-08DF1F72C093}"/>
              </a:ext>
            </a:extLst>
          </p:cNvPr>
          <p:cNvSpPr/>
          <p:nvPr>
            <p:custDataLst>
              <p:tags r:id="rId430"/>
            </p:custDataLst>
          </p:nvPr>
        </p:nvSpPr>
        <p:spPr>
          <a:xfrm>
            <a:off x="8185437" y="7241709"/>
            <a:ext cx="57151" cy="1523917"/>
          </a:xfrm>
          <a:custGeom>
            <a:avLst/>
            <a:gdLst/>
            <a:ahLst/>
            <a:cxnLst/>
            <a:rect l="0" t="0" r="0" b="0"/>
            <a:pathLst>
              <a:path w="57151" h="1523917">
                <a:moveTo>
                  <a:pt x="0" y="0"/>
                </a:moveTo>
                <a:lnTo>
                  <a:pt x="57150" y="0"/>
                </a:lnTo>
                <a:lnTo>
                  <a:pt x="57150" y="104310"/>
                </a:lnTo>
                <a:lnTo>
                  <a:pt x="28897" y="104310"/>
                </a:lnTo>
                <a:lnTo>
                  <a:pt x="28897" y="1523916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1" name="OTLSHAPE_D_84b85e8c31924eddb5e7ea768e403e48_Line">
            <a:extLst>
              <a:ext uri="{FF2B5EF4-FFF2-40B4-BE49-F238E27FC236}">
                <a16:creationId xmlns:a16="http://schemas.microsoft.com/office/drawing/2014/main" id="{ABF4021C-D544-B270-BDF3-B7AB4A41413F}"/>
              </a:ext>
            </a:extLst>
          </p:cNvPr>
          <p:cNvSpPr/>
          <p:nvPr>
            <p:custDataLst>
              <p:tags r:id="rId431"/>
            </p:custDataLst>
          </p:nvPr>
        </p:nvSpPr>
        <p:spPr>
          <a:xfrm>
            <a:off x="5774207" y="4328160"/>
            <a:ext cx="57151" cy="1824991"/>
          </a:xfrm>
          <a:custGeom>
            <a:avLst/>
            <a:gdLst/>
            <a:ahLst/>
            <a:cxnLst/>
            <a:rect l="0" t="0" r="0" b="0"/>
            <a:pathLst>
              <a:path w="57151" h="1824991">
                <a:moveTo>
                  <a:pt x="0" y="0"/>
                </a:moveTo>
                <a:lnTo>
                  <a:pt x="57150" y="0"/>
                </a:lnTo>
                <a:lnTo>
                  <a:pt x="57150" y="104309"/>
                </a:lnTo>
                <a:lnTo>
                  <a:pt x="20" y="104309"/>
                </a:lnTo>
                <a:lnTo>
                  <a:pt x="20" y="1824990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4" name="OTLSHAPE_D_8c6587633e304f3eb15968f509afa2af_Line">
            <a:extLst>
              <a:ext uri="{FF2B5EF4-FFF2-40B4-BE49-F238E27FC236}">
                <a16:creationId xmlns:a16="http://schemas.microsoft.com/office/drawing/2014/main" id="{3ED9B3B1-1CCC-91A4-05B8-8215F0F11B99}"/>
              </a:ext>
            </a:extLst>
          </p:cNvPr>
          <p:cNvSpPr/>
          <p:nvPr>
            <p:custDataLst>
              <p:tags r:id="rId432"/>
            </p:custDataLst>
          </p:nvPr>
        </p:nvSpPr>
        <p:spPr>
          <a:xfrm>
            <a:off x="10452320" y="8219525"/>
            <a:ext cx="620862" cy="1270001"/>
          </a:xfrm>
          <a:custGeom>
            <a:avLst/>
            <a:gdLst/>
            <a:ahLst/>
            <a:cxnLst/>
            <a:rect l="0" t="0" r="0" b="0"/>
            <a:pathLst>
              <a:path w="620862" h="1270001">
                <a:moveTo>
                  <a:pt x="0" y="25400"/>
                </a:moveTo>
                <a:lnTo>
                  <a:pt x="0" y="0"/>
                </a:lnTo>
                <a:lnTo>
                  <a:pt x="620861" y="0"/>
                </a:lnTo>
                <a:lnTo>
                  <a:pt x="620861" y="1270000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04163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0LTIyVDIzOjU5OjAwWiIsIkVuZERhdGUiOiIyMDI2LTA1LTA3VDIzOjU5OjAwIiwiUGVyY2VudGFnZUNvbXBsZXRlIjpudWxsLCJTdHlsZSI6eyIkaWQiOiI3IiwiU2hhcGUiOjEsIlNoYXBlVGhpY2tuZXNzIjowLCJEdXJhdGlvbkZvcm1hdCI6MCwiSW5jbHVkZU5vbldvcmtpbmdEYXlzSW5EdXJhdGlvbiI6ZmFsc2UsIlBlcmNlbnRhZ2VDb21wbGV0ZVN0eWxlIjp7IiRpZCI6IjgiLCJGb250U2V0dGluZ3MiOnsiJGlkIjoiOSIsIkZvbnRTaXplIjoxMCwiRm9udE5hbWUiOiJDYWxpYnJpIiwiSXNCb2xkIjpmYWxzZSwiSXNJdGFsaWMiOmZhbHNlLCJJc1VuZGVybGluZWQiOmZhbHNlLCJQYXJlbnRTdHlsZSI6bnVsbH0sIkF1dG9TaXplIjowLCJGb3JlZ3JvdW5kIjp7IiRpZCI6IjEwIiwiQ29sb3IiOnsiJGlkIjoiMT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iIsIlRvcCI6MC4wLCJMZWZ0IjowLjAsIlJpZ2h0IjowLjAsIkJvdHRvbSI6MC4wfSwiUGFkZGluZyI6eyIkaWQiOiIxMyIsIlRvcCI6MC4wLCJMZWZ0IjowLjAsIlJpZ2h0IjowLjAsIkJvdHRvbSI6MC4wfSwiQmFja2dyb3VuZCI6eyIkaWQiOiIxNCIsIkNvbG9yIjp7IiRpZCI6IjE1IiwiQSI6ODksIlIiOjAsIkciOjAsIkIiOjB9fSwiSXNWaXNpYmxlIjp0cnVlLCJXaWR0aCI6MC4wLCJIZWlnaHQiOjAuMCwiQm9yZGVyU3R5bGUiOnsiJGlkIjoiMTYiLCJMaW5lQ29sb3IiOm51bGwsIkxpbmVXZWlnaHQiOjAuMCwiTGluZVR5cGUiOjAsIlBhcmVudFN0eWxlIjpudWxsfSwiUGFyZW50U3R5bGUiOm51bGx9LCJEdXJhdGlvblN0eWxlIjp7IiRpZCI6IjE3IiwiRm9udFNldHRpbmdzIjp7IiRpZCI6IjE4IiwiRm9udFNpemUiOjEwLCJGb250TmFtZSI6IkNhbGlicmkiLCJJc0JvbGQiOmZhbHNlLCJJc0l0YWxpYyI6ZmFsc2UsIklzVW5kZXJsaW5lZCI6ZmFsc2UsIlBhcmVudFN0eWxlIjpudWxsfSwiQXV0b1NpemUiOjAsIkZvcmVncm91bmQiOnsiJGlkIjoiMTkiLCJDb2xvciI6eyIkaWQiOiIy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xIiwiVG9wIjowLjAsIkxlZnQiOjAuMCwiUmlnaHQiOjAuMCwiQm90dG9tIjowLjB9LCJQYWRkaW5nIjp7IiRpZCI6IjIyIiwiVG9wIjowLjAsIkxlZnQiOjAuMCwiUmlnaHQiOjAuMCwiQm90dG9tIjowLjB9LCJCYWNrZ3JvdW5kIjp7IiRpZCI6IjIzIiwiQ29sb3IiOnsiJGlkIjoiMjQiLCJBIjo4OSwiUiI6MCwiRyI6MCwiQiI6MH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jA0LCJHIjoyMDQsIkIiOjIwNH19LCJMaW5lV2VpZ2h0IjoxLjAsIkxpbmVUeXBlIjowLCJQYXJlbnRTdHlsZSI6bnVsbH0sIlZlcnRpY2FsQ29ubmVjdG9yU3R5bGUiOnsiJGlkIjoiMjkiLCJMaW5lQ29sb3IiOnsiJGlkIjoiMzAiLCIkdHlwZSI6Ik5MUkUuQ29tbW9uLkRvbS5Tb2xpZENvbG9yQnJ1c2gsIE5MUkUuQ29tbW9uIiwiQ29sb3IiOnsiJGlkIjoiMzE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ZhcmlhbmNlUG9zaXRpb24iOjYsIlNwYWNpbmciOjMsIklzQmVsb3dUaW1lYmFuZCI6dHJ1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mZhbHNlLCJXaWR0aCI6MC4wLCJIZWlnaHQiOjAuMCwiQm9yZGVyU3R5bGUiOm51bGwsIlBhcmVudFN0eWxlIjpudWxsfSwiTWFyZ2luIjp7IiRpZCI6IjM4IiwiVG9wIjowLjAsIkxlZnQiOjAuMCwiUmlnaHQiOjAuMCwiQm90dG9tIjowLjB9LCJQYWRkaW5nIjp7IiRpZCI6IjM5IiwiVG9wIjowLjAsIkxlZnQiOjAuMCwiUmlnaHQiOjAuMCwiQm90dG9tIjowLjB9LCJCYWNrZ3JvdW5kIjpudWxsLCJJc1Zpc2libGUiOnRydWUsIldpZHRoIjowLjAsIkhlaWdodCI6MC4wLCJCb3JkZXJTdHlsZSI6bnVsbCwiUGFyZW50U3R5bGUiOm51bGx9LCJTaGFwZVN0eWxlIjp7IiRpZCI6IjQwIiwiTWFyZ2luIjp7IiRpZCI6IjQxIiwiVG9wIjowLjAsIkxlZnQiOjQuMCwiUmlnaHQiOjQuMCwiQm90dG9tIjowLjB9LCJQYWRkaW5nIjp7IiRpZCI6IjQyIiwiVG9wIjowLjAsIkxlZnQiOjAuMCwiUmlnaHQiOjAuMCwiQm90dG9tIjowLjB9LCJCYWNrZ3JvdW5kIjp7IiRpZCI6IjQzIiwiQ29sb3IiOnsiJGlkIjoiNDQiLCJBIjoyNTUsIlIiOjgyLCJHIjoxNDcsIkIiOjIwNX19LCJJc1Zpc2libGUiOnRydWUsIldpZHRoIjoyMi4wLCJIZWlnaHQiOjEwLjAsIkJvcmRlclN0eWxlIjp7IiRpZCI6IjQ1IiwiTGluZUNvbG9yIjp7IiRpZCI6IjQ2IiwiJHR5cGUiOiJOTFJFLkNvbW1vbi5Eb20uU29saWRDb2xvckJydXNoLCBOTFJFLkNvbW1vbiIsIkNvbG9yIjp7IiRpZCI6IjQ3IiwiQSI6MjU1LCJSIjoyMzQsIkciOjIyLCJCIjozMH19LCJMaW5lV2VpZ2h0IjowLjAsIkxpbmVUeXBlIjowLCJQYXJlbnRTdHlsZSI6bnVsbH0sIlBhcmVudFN0eWxlIjpudWxsfSwiVGl0bGVTdHlsZSI6eyIkaWQiOiI0OCIsIkZvbnRTZXR0aW5ncyI6eyIkaWQiOiI0OSIsIkZvbnRTaXplIjoxMSwiRm9udE5hbWUiOiJDYWxpYnJpIiwiSXNCb2xkIjpmYWxzZSwiSXNJdGFsaWMiOmZhbHNlLCJJc1VuZGVybGluZWQiOmZhbHNlLCJQYXJlbnRTdHlsZSI6bnVsbH0sIkF1dG9TaXplIjoyLCJGb3JlZ3JvdW5kIjp7IiRpZCI6IjUwIiwiQ29sb3IiOnsiJGlkIjoiNTEiLCJBIjoyNTUsIlIiOjAsIkciOjAsIkIiOjB9fSwiTWF4V2lkdGgiOjY1LjAsIk1heEhlaWdodCI6IkluZmluaXR5IiwiU21hcnRGb3JlZ3JvdW5kSXNBY3RpdmUiOmZhbHNlLCJIb3Jpem9udGFsQWxpZ25tZW50IjoyLCJWZXJ0aWNhbEFsaWdubWVudCI6MCwiU21hcnRGb3JlZ3JvdW5kIjpudWxsLCJCYWNrZ3JvdW5kRmlsbFR5cGUiOjAsIk1hcmdpbiI6eyIkaWQiOiI1MiIsIlRvcCI6MC4wLCJMZWZ0IjowLjAsIlJpZ2h0IjowLjAsIkJvdHRvbSI6MC4wfSwiUGFkZGluZyI6eyIkaWQiOiI1MyIsIlRvcCI6MC4wLCJMZWZ0IjowLjAsIlJpZ2h0IjowLjAsIkJvdHRvbSI6MC4wfSwiQmFja2dyb3VuZCI6eyIkaWQiOiI1NCIsIkNvbG9yIjp7IiRpZCI6IjU1IiwiQSI6MCwiUiI6MjU1LCJHIjoyNTUsIkIiOjI1NX19LCJJc1Zpc2libGUiOnRydWUsIldpZHRoIjowLjAsIkhlaWdodCI6MC4wLCJCb3JkZXJTdHlsZSI6eyIkaWQiOiI1NiIsIkxpbmVDb2xvciI6bnVsbCwiTGluZVdlaWdodCI6MC4wLCJMaW5lVHlwZSI6MCwiUGFyZW50U3R5bGUiOm51bGx9LCJQYXJlbnRTdHlsZSI6bnVsbH0sIkRhdGVTdHlsZSI6eyIkaWQiOiI1NyIsIkZvbnRTZXR0aW5ncyI6eyIkaWQiOiI1OCIsIkZvbnRTaXplIjoxMCwiRm9udE5hbWUiOiJDYWxpYnJpIiwiSXNCb2xkIjpmYWxzZSwiSXNJdGFsaWMiOmZhbHNlLCJJc1VuZGVybGluZWQiOmZhbHNlLCJQYXJlbnRTdHlsZSI6bnVsbH0sIkF1dG9TaXplIjowLCJGb3JlZ3JvdW5kIjp7IiRpZCI6IjU5IiwiQ29sb3IiOnsiJGlkIjoiNj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YxIiwiVG9wIjowLjAsIkxlZnQiOjAuMCwiUmlnaHQiOjAuMCwiQm90dG9tIjowLjB9LCJQYWRkaW5nIjp7IiRpZCI6IjYyIiwiVG9wIjowLjAsIkxlZnQiOjAuMCwiUmlnaHQiOjAuMCwiQm90dG9tIjowLjB9LCJCYWNrZ3JvdW5kIjp7IiRpZCI6IjYzIiwiQ29sb3IiOnsiJGlkIjoiNjQiLCJBIjo4OSwiUiI6MCwiRyI6MCwiQiI6MH19LCJJc1Zpc2libGUiOnRydWUsIldpZHRoIjowLjAsIkhlaWdodCI6MC4wLCJCb3JkZXJTdHlsZSI6eyIkaWQiOiI2NSIsIkxpbmVDb2xvciI6bnVsbCwiTGluZVdlaWdodCI6MC4wLCJMaW5lVHlwZSI6MCwiUGFyZW50U3R5bGUiOm51bGx9LCJQYXJlbnRTdHlsZSI6bnVsbH0sIkRhdGVGb3JtYXQiOnsiJGlkIjoi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iLCJGb3JtYXQiOjAsIklzVmlzaWJsZSI6ZmFsc2UsIkxhc3RLbm93blZpc2liaWxpdHlTdGF0ZSI6ZmFsc2V9LCJJc1Zpc2libGUiOnRydWUsIlZhcmlhbmNlU3R5bGUiOnsiJGlkIjoiNjgiLCJUZXh0U3R5bGUiOnsiJGlkIjoiNjkiLCJGb250U2V0dGluZ3MiOnsiJGlkIjoiNzAiLCJGb250U2l6ZSI6MTAsIkZvbnROYW1lIjoiQ2FsaWJyaSIsIklzQm9sZCI6ZmFsc2UsIklzSXRhbGljIjpmYWxzZSwiSXNVbmRlcmxpbmVkIjpmYWxzZSwiUGFyZW50U3R5bGUiOm51bGx9LCJBdXRvU2l6ZSI6MCwiRm9yZWdyb3VuZCI6eyIkaWQiOiI3MSIsIkNvbG9yIjp7IiRpZCI6Ijc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zIiwiVG9wIjowLjAsIkxlZnQiOjAuMCwiUmlnaHQiOjAuMCwiQm90dG9tIjowLjB9LCJQYWRkaW5nIjp7IiRpZCI6Ijc0IiwiVG9wIjowLjAsIkxlZnQiOjAuMCwiUmlnaHQiOjAuMCwiQm90dG9tIjowLjB9LCJCYWNrZ3JvdW5kIjp7IiRpZCI6Ijc1IiwiQ29sb3IiOnsiJGlkIjoiNzYiLCJBIjo1MCwiUiI6MCwiRyI6MCwiQiI6MH19LCJJc1Zpc2libGUiOnRydWUsIldpZHRoIjowLjAsIkhlaWdodCI6MC4wLCJCb3JkZXJTdHlsZSI6bnVsbCwiUGFyZW50U3R5bGUiOm51bGx9LCJQYXJlbnRTdHlsZSI6bnVsbH0sIlBhcmVudFN0eWxlIjpudWxsfSwiSW5kZXgiOjAsIlNtYXJ0RHVyYXRpb25BY3RpdmF0ZWQiOmZhbHNlLCJEYXRlRm9ybWF0Ijp7IiRyZWYiOiI2NiJ9LCJXZWVrTnVtYmVyaW5nIjp7IiRpZCI6Ijc3IiwiRm9ybWF0IjowLCJJc1Zpc2libGUiOmZhbHNlLCJMYXN0S25vd25WaXNpYmlsaXR5U3RhdGUiOmZhbHNlfSwiQmFzZWxpbmVEYXRhIjp7IiRpZCI6Ijc4IiwiU3RhcnREYXRlIjoiMjAyNi0wNC0yMlQyMzo1OTowMCIsIkVuZERhdGUiOiIyMDI2LTA1LTA3VDIzOjU5OjAwIn0sIklkIjoiNjEwY2U0OGYtOTc4NC00ZWU2LWI2NmYtYjY2MjQ2Y2Y1NzU2IiwiSW1wb3J0SWQiOm51bGwsIlRpdGxlIjoiRGF0YSBTYW1wbGluZyIsIk5vdGUiOiJlMXh5ZEdZeFhHRnVjMmxjWVc1emFXTndaekV5TlRKY2RXTXhYR2gwYldGMWRITndYR1JsWm1ZeWUxeG1iMjUwZEdKc2UxeG1NRnhtWTJoaGNuTmxkREFnVkdsdFpYTWdUbVYzSUZKdmJXRnVPMzE3WEdZeVhHWmphR0Z5YzJWME1DQlRaV2R2WlNCVlNUdDlmWHRjWTI5c2IzSjBZbXhjY21Wa01GeG5jbVZsYmpCY1lteDFaVEE3WEhKbFpESTFOVnhuY21WbGJqSTFOVnhpYkhWbE1qVTFPMXh5WldRMU1WeG5jbVZsYmpVeFhHSnNkV1UxTVR0OVhHeHZZMmhjYUdsamFGeGtZbU5vWEhCaGNtUmNjR3hoYVc1Y2JIUnljR0Z5WEdsMFlYQXdlMXhzWVc1bk1UQXpNMXhzYjJOb1hHWXlYR1p6TVRoY1kyWXlYR3gwY21Ob0lFUmhkR0VnVTJGdGNHeHBibWQ5ZlE9PSIsIkh5cGVybGluayI6eyIkaWQiOiI3OSIsIkFkZHJlc3MiOiIiLCJTdWJBZGRyZXNzIjoiIn0sIklzQ2hhbmdlZCI6ZmFsc2UsIklzTmV3IjpmYWxzZX19XSwiX21pbGVzdG9uZXMiOltdLCJJZCI6IjAwMDAwMDAwLTAwMDAtMDAwMC0wMDAwLTAwMDAwMDAwMDAwMCIsIklzU2luZ2xlSXRlbVJvdyI6dHJ1ZX0seyIkaWQiOiI4MCIsIl90YXNrcyI6W3siJGlkIjoiODEiLCJfYXR0YWNoZWRNaWxlc3RvbmVzIjpbXSwiVGFza0RlZmluaXRpb24iOnsiJGlkIjoiODIiLCJHcm91cE5hbWUiOm51bGwsIlN0YXJ0RGF0ZSI6IjIwMjYtMDUtMDhUMjM6NTk6MDAiLCJFbmREYXRlIjoiMjAyNi0wNy0yOVQyMzo1OTowMCIsIlBlcmNlbnRhZ2VDb21wbGV0ZSI6bnVsbCwiU3R5bGUiOnsiJGlkIjoiODMiLCJTaGFwZSI6MSwiU2hhcGVUaGlja25lc3MiOjAsIkR1cmF0aW9uRm9ybWF0IjowLCJJbmNsdWRlTm9uV29ya2luZ0RheXNJbkR1cmF0aW9uIjpmYWxzZSwiUGVyY2VudGFnZUNvbXBsZXRlU3R5bGUiOnsiJGlkIjoiODQiLCJGb250U2V0dGluZ3MiOnsiJGlkIjoiODUiLCJGb250U2l6ZSI6MTAsIkZvbnROYW1lIjoiQ2FsaWJyaSIsIklzQm9sZCI6ZmFsc2UsIklzSXRhbGljIjpmYWxzZSwiSXNVbmRlcmxpbmVkIjpmYWxzZSwiUGFyZW50U3R5bGUiOm51bGx9LCJBdXRvU2l6ZSI6MCwiRm9yZWdyb3VuZCI6eyIkaWQiOiI4NiIsIkNvbG9yIjp7IiRpZCI6Ijg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giLCJUb3AiOjAuMCwiTGVmdCI6MC4wLCJSaWdodCI6MC4wLCJCb3R0b20iOjAuMH0sIlBhZGRpbmciOnsiJGlkIjoiODkiLCJUb3AiOjAuMCwiTGVmdCI6MC4wLCJSaWdodCI6MC4wLCJCb3R0b20iOjAuMH0sIkJhY2tncm91bmQiOnsiJGlkIjoiOTAiLCJDb2xvciI6eyIkaWQiOiI5MSIsIkEiOjg5LCJSIjowLCJHIjowLCJCIjowfX0sIklzVmlzaWJsZSI6dHJ1ZSwiV2lkdGgiOjAuMCwiSGVpZ2h0IjowLjAsIkJvcmRlclN0eWxlIjp7IiRpZCI6IjkyIiwiTGluZUNvbG9yIjpudWxsLCJMaW5lV2VpZ2h0IjowLjAsIkxpbmVUeXBlIjowLCJQYXJlbnRTdHlsZSI6bnVsbH0sIlBhcmVudFN0eWxlIjpudWxsfSwiRHVyYXRpb25TdHlsZSI6eyIkaWQiOiI5MyIsIkZvbnRTZXR0aW5ncyI6eyIkaWQiOiI5NCIsIkZvbnRTaXplIjoxMCwiRm9udE5hbWUiOiJDYWxpYnJpIiwiSXNCb2xkIjpmYWxzZSwiSXNJdGFsaWMiOmZhbHNlLCJJc1VuZGVybGluZWQiOmZhbHNlLCJQYXJlbnRTdHlsZSI6bnVsbH0sIkF1dG9TaXplIjowLCJGb3JlZ3JvdW5kIjp7IiRpZCI6Ijk1IiwiQ29sb3IiOnsiJGlkIjoiOT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yIsIlRvcCI6MC4wLCJMZWZ0IjowLjAsIlJpZ2h0IjowLjAsIkJvdHRvbSI6MC4wfSwiUGFkZGluZyI6eyIkaWQiOiI5OCIsIlRvcCI6MC4wLCJMZWZ0IjowLjAsIlJpZ2h0IjowLjAsIkJvdHRvbSI6MC4wfSwiQmFja2dyb3VuZCI6eyIkaWQiOiI5OSIsIkNvbG9yIjp7IiRpZCI6IjEwMCIsIkEiOjg5LCJSIjowLCJHIjowLCJCIjowfX0sIklzVmlzaWJsZSI6dHJ1ZSwiV2lkdGgiOjAuMCwiSGVpZ2h0IjowLjAsIkJvcmRlclN0eWxlIjp7IiRpZCI6IjEwMSIsIkxpbmVDb2xvciI6bnVsbCwiTGluZVdlaWdodCI6MC4wLCJMaW5lVHlwZSI6MCwiUGFyZW50U3R5bGUiOm51bGx9LCJQYXJlbnRTdHlsZSI6bnVsbH0sIkhvcml6b250YWxDb25uZWN0b3JTdHlsZSI6eyIkaWQiOiIxMDIiLCJMaW5lQ29sb3IiOnsiJGlkIjoiMTAzIiwiJHR5cGUiOiJOTFJFLkNvbW1vbi5Eb20uU29saWRDb2xvckJydXNoLCBOTFJFLkNvbW1vbiIsIkNvbG9yIjp7IiRpZCI6IjEwNCIsIkEiOjI1NSwiUiI6MjA0LCJHIjoyMDQsIkIiOjIwNH19LCJMaW5lV2VpZ2h0IjoxLjAsIkxpbmVUeXBlIjowLCJQYXJlbnRTdHlsZSI6bnVsbH0sIlZlcnRpY2FsQ29ubmVjdG9yU3R5bGUiOnsiJGlkIjoiMTA1IiwiTGluZUNvbG9yIjp7IiRpZCI6IjEwNiIsIiR0eXBlIjoiTkxSRS5Db21tb24uRG9tLlNvbGlkQ29sb3JCcnVzaCwgTkxSRS5Db21tb24iLCJDb2xvciI6eyIkaWQiOiIxMDc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ZhcmlhbmNlUG9zaXRpb24iOjYsIlNwYWNpbmciOjMsIklzQmVsb3dUaW1lYmFuZCI6dHJ1ZSwiUGVyY2VudGFnZUNvbXBsZXRlU2hhcGVPcGFjaXR5IjozNSwiQmFzZWxpbmVTdHlsZSI6eyIkaWQiOiIxMDgiLCJTaGFwZVN0eWxlIjp7IiRpZCI6IjEwOSIsIk1hcmdpbiI6eyIkaWQiOiIxMTAiLCJUb3AiOjAuMCwiTGVmdCI6MC4wLCJSaWdodCI6MC4wLCJCb3R0b20iOjAuMH0sIlBhZGRpbmciOnsiJGlkIjoiMTExIiwiVG9wIjowLjAsIkxlZnQiOjAuMCwiUmlnaHQiOjAuMCwiQm90dG9tIjowLjB9LCJCYWNrZ3JvdW5kIjp7IiRpZCI6IjExMiIsIkNvbG9yIjp7IiRpZCI6IjExMyIsIkEiOjE1MywiUiI6MCwiRyI6MCwiQiI6MH19LCJJc1Zpc2libGUiOmZhbHNlLCJXaWR0aCI6MC4wLCJIZWlnaHQiOjAuMCwiQm9yZGVyU3R5bGUiOm51bGwsIlBhcmVudFN0eWxlIjpudWxsfSwiTWFyZ2luIjp7IiRpZCI6IjExNCIsIlRvcCI6MC4wLCJMZWZ0IjowLjAsIlJpZ2h0IjowLjAsIkJvdHRvbSI6MC4wfSwiUGFkZGluZyI6eyIkaWQiOiIxMTUiLCJUb3AiOjAuMCwiTGVmdCI6MC4wLCJSaWdodCI6MC4wLCJCb3R0b20iOjAuMH0sIkJhY2tncm91bmQiOm51bGwsIklzVmlzaWJsZSI6dHJ1ZSwiV2lkdGgiOjAuMCwiSGVpZ2h0IjowLjAsIkJvcmRlclN0eWxlIjpudWxsLCJQYXJlbnRTdHlsZSI6bnVsbH0sIlNoYXBlU3R5bGUiOnsiJGlkIjoiMTE2IiwiTWFyZ2luIjp7IiRpZCI6IjExNyIsIlRvcCI6MC4wLCJMZWZ0Ijo0LjAsIlJpZ2h0Ijo0LjAsIkJvdHRvbSI6MC4wfSwiUGFkZGluZyI6eyIkaWQiOiIxMTgiLCJUb3AiOjAuMCwiTGVmdCI6MC4wLCJSaWdodCI6MC4wLCJCb3R0b20iOjAuMH0sIkJhY2tncm91bmQiOnsiJGlkIjoiMTE5IiwiQ29sb3IiOnsiJGlkIjoiMTIwIiwiQSI6MjU1LCJSIjo4MiwiRyI6MTQ3LCJCIjoyMDV9fSwiSXNWaXNpYmxlIjp0cnVlLCJXaWR0aCI6MTI3LjAsIkhlaWdodCI6MTAuMCwiQm9yZGVyU3R5bGUiOnsiJGlkIjoiMTIxIiwiTGluZUNvbG9yIjp7IiRpZCI6IjEyMiIsIiR0eXBlIjoiTkxSRS5Db21tb24uRG9tLlNvbGlkQ29sb3JCcnVzaCwgTkxSRS5Db21tb24iLCJDb2xvciI6eyIkaWQiOiIxMjMiLCJBIjoyNTUsIlIiOjIzNCwiRyI6MjIsIkIiOjMwfX0sIkxpbmVXZWlnaHQiOjAuMCwiTGluZVR5cGUiOjAsIlBhcmVudFN0eWxlIjpudWxsfSwiUGFyZW50U3R5bGUiOm51bGx9LCJUaXRsZVN0eWxlIjp7IiRpZCI6IjEyNCIsIkZvbnRTZXR0aW5ncyI6eyIkaWQiOiIxMjUiLCJGb250U2l6ZSI6MTEsIkZvbnROYW1lIjoiQ2FsaWJyaSIsIklzQm9sZCI6ZmFsc2UsIklzSXRhbGljIjpmYWxzZSwiSXNVbmRlcmxpbmVkIjpmYWxzZSwiUGFyZW50U3R5bGUiOm51bGx9LCJBdXRvU2l6ZSI6MiwiRm9yZWdyb3VuZCI6eyIkaWQiOiIxMjYiLCJDb2xvciI6eyIkaWQiOiIxMjciLCJBIjoyNTUsIlIiOjAsIkciOjAsIkIiOjB9fSwiTWF4V2lkdGgiOjEyMC4zMDEzNjYyNzQ4MDE1MiwiTWF4SGVpZ2h0IjoiSW5maW5pdHkiLCJTbWFydEZvcmVncm91bmRJc0FjdGl2ZSI6ZmFsc2UsIkhvcml6b250YWxBbGlnbm1lbnQiOjEsIlZlcnRpY2FsQWxpZ25tZW50IjowLCJTbWFydEZvcmVncm91bmQiOm51bGwsIkJhY2tncm91bmRGaWxsVHlwZSI6MCwiTWFyZ2luIjp7IiRpZCI6IjEyOCIsIlRvcCI6MC4wLCJMZWZ0IjowLjAsIlJpZ2h0IjowLjAsIkJvdHRvbSI6MC4wfSwiUGFkZGluZyI6eyIkaWQiOiIxMjkiLCJUb3AiOjAuMCwiTGVmdCI6MC4wLCJSaWdodCI6MC4wLCJCb3R0b20iOjAuMH0sIkJhY2tncm91bmQiOnsiJGlkIjoiMTMwIiwiQ29sb3IiOnsiJGlkIjoiMTMxIiwiQSI6MCwiUiI6MjU1LCJHIjoyNTUsIkIiOjI1NX19LCJJc1Zpc2libGUiOnRydWUsIldpZHRoIjowLjAsIkhlaWdodCI6MC4wLCJCb3JkZXJTdHlsZSI6eyIkaWQiOiIxMzIiLCJMaW5lQ29sb3IiOm51bGwsIkxpbmVXZWlnaHQiOjAuMCwiTGluZVR5cGUiOjAsIlBhcmVudFN0eWxlIjpudWxsfSwiUGFyZW50U3R5bGUiOm51bGx9LCJEYXRlU3R5bGUiOnsiJGlkIjoiMTMzIiwiRm9udFNldHRpbmdzIjp7IiRpZCI6IjEzNCIsIkZvbnRTaXplIjoxMCwiRm9udE5hbWUiOiJDYWxpYnJpIiwiSXNCb2xkIjpmYWxzZSwiSXNJdGFsaWMiOmZhbHNlLCJJc1VuZGVybGluZWQiOmZhbHNlLCJQYXJlbnRTdHlsZSI6bnVsbH0sIkF1dG9TaXplIjowLCJGb3JlZ3JvdW5kIjp7IiRpZCI6IjEzNSIsIkNvbG9yIjp7IiRpZCI6IjEz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M3IiwiVG9wIjowLjAsIkxlZnQiOjAuMCwiUmlnaHQiOjAuMCwiQm90dG9tIjowLjB9LCJQYWRkaW5nIjp7IiRpZCI6IjEzOCIsIlRvcCI6MC4wLCJMZWZ0IjowLjAsIlJpZ2h0IjowLjAsIkJvdHRvbSI6MC4wfSwiQmFja2dyb3VuZCI6eyIkaWQiOiIxMzkiLCJDb2xvciI6eyIkaWQiOiIxNDAiLCJBIjo4OSwiUiI6MCwiRyI6MCwiQiI6MH19LCJJc1Zpc2libGUiOnRydWUsIldpZHRoIjowLjAsIkhlaWdodCI6MC4wLCJCb3JkZXJTdHlsZSI6eyIkaWQiOiIxNDEiLCJMaW5lQ29sb3IiOm51bGwsIkxpbmVXZWlnaHQiOjAuMCwiTGluZVR5cGUiOjAsIlBhcmVudFN0eWxlIjpudWxsfSwiUGFyZW50U3R5bGUiOm51bGx9LCJEYXRlRm9ybWF0Ijp7IiRpZCI6IjE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MiLCJGb3JtYXQiOjAsIklzVmlzaWJsZSI6ZmFsc2UsIkxhc3RLbm93blZpc2liaWxpdHlTdGF0ZSI6ZmFsc2V9LCJJc1Zpc2libGUiOnRydWUsIlZhcmlhbmNlU3R5bGUiOnsiJGlkIjoiMTQ0IiwiVGV4dFN0eWxlIjp7IiRpZCI6IjE0NSIsIkZvbnRTZXR0aW5ncyI6eyIkaWQiOiIxNDYiLCJGb250U2l6ZSI6MTAsIkZvbnROYW1lIjoiQ2FsaWJyaSIsIklzQm9sZCI6ZmFsc2UsIklzSXRhbGljIjpmYWxzZSwiSXNVbmRlcmxpbmVkIjpmYWxzZSwiUGFyZW50U3R5bGUiOm51bGx9LCJBdXRvU2l6ZSI6MCwiRm9yZWdyb3VuZCI6eyIkaWQiOiIxNDciLCJDb2xvciI6eyIkaWQiOiIxN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5IiwiVG9wIjowLjAsIkxlZnQiOjAuMCwiUmlnaHQiOjAuMCwiQm90dG9tIjowLjB9LCJQYWRkaW5nIjp7IiRpZCI6IjE1MCIsIlRvcCI6MC4wLCJMZWZ0IjowLjAsIlJpZ2h0IjowLjAsIkJvdHRvbSI6MC4wfSwiQmFja2dyb3VuZCI6eyIkaWQiOiIxNTEiLCJDb2xvciI6eyIkaWQiOiIxNTIiLCJBIjo1MCwiUiI6MCwiRyI6MCwiQiI6MH19LCJJc1Zpc2libGUiOnRydWUsIldpZHRoIjowLjAsIkhlaWdodCI6MC4wLCJCb3JkZXJTdHlsZSI6bnVsbCwiUGFyZW50U3R5bGUiOm51bGx9LCJQYXJlbnRTdHlsZSI6bnVsbH0sIlBhcmVudFN0eWxlIjpudWxsfSwiSW5kZXgiOjEsIlNtYXJ0RHVyYXRpb25BY3RpdmF0ZWQiOmZhbHNlLCJEYXRlRm9ybWF0Ijp7IiRyZWYiOiIxNDIifSwiV2Vla051bWJlcmluZyI6eyIkaWQiOiIxNTMiLCJGb3JtYXQiOjAsIklzVmlzaWJsZSI6ZmFsc2UsIkxhc3RLbm93blZpc2liaWxpdHlTdGF0ZSI6ZmFsc2V9LCJCYXNlbGluZURhdGEiOnsiJGlkIjoiMTU0IiwiU3RhcnREYXRlIjoiMjAyNi0wNS0wOFQyMzo1OTowMCIsIkVuZERhdGUiOiIyMDI2LTA3LTI5VDIzOjU5OjAwIn0sIklkIjoiZmQxODgwZmEtZTc3Mi00YzM1LWI5Y2MtMzcwZTZmMzFlODMwIiwiSW1wb3J0SWQiOm51bGwsIlRpdGxlIjoiRG9QICYgQW9QIERldmVsb3BtZW50IiwiTm90ZSI6bnVsbCwiSHlwZXJsaW5rIjp7IiRpZCI6IjE1NSIsIkFkZHJlc3MiOiIiLCJTdWJBZGRyZXNzIjoiIn0sIklzQ2hhbmdlZCI6ZmFsc2UsIklzTmV3IjpmYWxzZX19XSwiX21pbGVzdG9uZXMiOltdLCJJZCI6IjAwMDAwMDAwLTAwMDAtMDAwMC0wMDAwLTAwMDAwMDAwMDAwMCIsIklzU2luZ2xlSXRlbVJvdyI6dHJ1ZX0seyIkaWQiOiIxNTYiLCJfdGFza3MiOlt7IiRpZCI6IjE1NyIsIl9hdHRhY2hlZE1pbGVzdG9uZXMiOltdLCJUYXNrRGVmaW5pdGlvbiI6eyIkaWQiOiIxNTgiLCJHcm91cE5hbWUiOm51bGwsIlN0YXJ0RGF0ZSI6IjIwMjYtMDgtMTNUMjM6NTk6MDAiLCJFbmREYXRlIjoiMjAyNi0wOC0yMVQyMzo1OTowMCIsIlBlcmNlbnRhZ2VDb21wbGV0ZSI6bnVsbCwiU3R5bGUiOnsiJGlkIjoiMTU5IiwiU2hhcGUiOjEsIlNoYXBlVGhpY2tuZXNzIjowLCJEdXJhdGlvbkZvcm1hdCI6MCwiSW5jbHVkZU5vbldvcmtpbmdEYXlzSW5EdXJhdGlvbiI6ZmFsc2UsIlBlcmNlbnRhZ2VDb21wbGV0ZVN0eWxlIjp7IiRpZCI6IjE2MCIsIkZvbnRTZXR0aW5ncyI6eyIkaWQiOiIxNjEiLCJGb250U2l6ZSI6MTAsIkZvbnROYW1lIjoiQ2FsaWJyaSIsIklzQm9sZCI6ZmFsc2UsIklzSXRhbGljIjpmYWxzZSwiSXNVbmRlcmxpbmVkIjpmYWxzZSwiUGFyZW50U3R5bGUiOm51bGx9LCJBdXRvU2l6ZSI6MCwiRm9yZWdyb3VuZCI6eyIkaWQiOiIxNjIiLCJDb2xvciI6eyIkaWQiOiIxNj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jQiLCJUb3AiOjAuMCwiTGVmdCI6MC4wLCJSaWdodCI6MC4wLCJCb3R0b20iOjAuMH0sIlBhZGRpbmciOnsiJGlkIjoiMTY1IiwiVG9wIjowLjAsIkxlZnQiOjAuMCwiUmlnaHQiOjAuMCwiQm90dG9tIjowLjB9LCJCYWNrZ3JvdW5kIjp7IiRpZCI6IjE2NiIsIkNvbG9yIjp7IiRpZCI6IjE2NyIsIkEiOjg5LCJSIjowLCJHIjowLCJCIjowfX0sIklzVmlzaWJsZSI6dHJ1ZSwiV2lkdGgiOjAuMCwiSGVpZ2h0IjowLjAsIkJvcmRlclN0eWxlIjp7IiRpZCI6IjE2OCIsIkxpbmVDb2xvciI6bnVsbCwiTGluZVdlaWdodCI6MC4wLCJMaW5lVHlwZSI6MCwiUGFyZW50U3R5bGUiOm51bGx9LCJQYXJlbnRTdHlsZSI6bnVsbH0sIkR1cmF0aW9uU3R5bGUiOnsiJGlkIjoiMTY5IiwiRm9udFNldHRpbmdzIjp7IiRpZCI6IjE3MCIsIkZvbnRTaXplIjoxMCwiRm9udE5hbWUiOiJDYWxpYnJpIiwiSXNCb2xkIjpmYWxzZSwiSXNJdGFsaWMiOmZhbHNlLCJJc1VuZGVybGluZWQiOmZhbHNlLCJQYXJlbnRTdHlsZSI6bnVsbH0sIkF1dG9TaXplIjowLCJGb3JlZ3JvdW5kIjp7IiRpZCI6IjE3MSIsIkNvbG9yIjp7IiRpZCI6IjE3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3MyIsIlRvcCI6MC4wLCJMZWZ0IjowLjAsIlJpZ2h0IjowLjAsIkJvdHRvbSI6MC4wfSwiUGFkZGluZyI6eyIkaWQiOiIxNzQiLCJUb3AiOjAuMCwiTGVmdCI6MC4wLCJSaWdodCI6MC4wLCJCb3R0b20iOjAuMH0sIkJhY2tncm91bmQiOnsiJGlkIjoiMTc1IiwiQ29sb3IiOnsiJGlkIjoiMTc2IiwiQSI6ODksIlIiOjAsIkciOjAsIkIiOjB9fSwiSXNWaXNpYmxlIjp0cnVlLCJXaWR0aCI6MC4wLCJIZWlnaHQiOjAuMCwiQm9yZGVyU3R5bGUiOnsiJGlkIjoiMTc3IiwiTGluZUNvbG9yIjpudWxsLCJMaW5lV2VpZ2h0IjowLjAsIkxpbmVUeXBlIjowLCJQYXJlbnRTdHlsZSI6bnVsbH0sIlBhcmVudFN0eWxlIjpudWxsfSwiSG9yaXpvbnRhbENvbm5lY3RvclN0eWxlIjp7IiRpZCI6IjE3OCIsIkxpbmVDb2xvciI6eyIkaWQiOiIxNzkiLCIkdHlwZSI6Ik5MUkUuQ29tbW9uLkRvbS5Tb2xpZENvbG9yQnJ1c2gsIE5MUkUuQ29tbW9uIiwiQ29sb3IiOnsiJGlkIjoiMTgwIiwiQSI6MjU1LCJSIjoyMDQsIkciOjIwNCwiQiI6MjA0fX0sIkxpbmVXZWlnaHQiOjEuMCwiTGluZVR5cGUiOjAsIlBhcmVudFN0eWxlIjpudWxsfSwiVmVydGljYWxDb25uZWN0b3JTdHlsZSI6eyIkaWQiOiIxODEiLCJMaW5lQ29sb3IiOnsiJGlkIjoiMTgyIiwiJHR5cGUiOiJOTFJFLkNvbW1vbi5Eb20uU29saWRDb2xvckJydXNoLCBOTFJFLkNvbW1vbiIsIkNvbG9yIjp7IiRpZCI6IjE4My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VmFyaWFuY2VQb3NpdGlvbiI6NiwiU3BhY2luZyI6MywiSXNCZWxvd1RpbWViYW5kIjp0cnVlLCJQZXJjZW50YWdlQ29tcGxldGVTaGFwZU9wYWNpdHkiOjM1LCJCYXNlbGluZVN0eWxlIjp7IiRpZCI6IjE4NCIsIlNoYXBlU3R5bGUiOnsiJGlkIjoiMTg1IiwiTWFyZ2luIjp7IiRpZCI6IjE4NiIsIlRvcCI6MC4wLCJMZWZ0IjowLjAsIlJpZ2h0IjowLjAsIkJvdHRvbSI6MC4wfSwiUGFkZGluZyI6eyIkaWQiOiIxODciLCJUb3AiOjAuMCwiTGVmdCI6MC4wLCJSaWdodCI6MC4wLCJCb3R0b20iOjAuMH0sIkJhY2tncm91bmQiOnsiJGlkIjoiMTg4IiwiQ29sb3IiOnsiJGlkIjoiMTg5IiwiQSI6MTUzLCJSIjowLCJHIjowLCJCIjowfX0sIklzVmlzaWJsZSI6ZmFsc2UsIldpZHRoIjowLjAsIkhlaWdodCI6MC4wLCJCb3JkZXJTdHlsZSI6bnVsbCwiUGFyZW50U3R5bGUiOm51bGx9LCJNYXJnaW4iOnsiJGlkIjoiMTkwIiwiVG9wIjowLjAsIkxlZnQiOjAuMCwiUmlnaHQiOjAuMCwiQm90dG9tIjowLjB9LCJQYWRkaW5nIjp7IiRpZCI6IjE5MSIsIlRvcCI6MC4wLCJMZWZ0IjowLjAsIlJpZ2h0IjowLjAsIkJvdHRvbSI6MC4wfSwiQmFja2dyb3VuZCI6bnVsbCwiSXNWaXNpYmxlIjp0cnVlLCJXaWR0aCI6MC4wLCJIZWlnaHQiOjAuMCwiQm9yZGVyU3R5bGUiOm51bGwsIlBhcmVudFN0eWxlIjpudWxsfSwiU2hhcGVTdHlsZSI6eyIkaWQiOiIxOTIiLCJNYXJnaW4iOnsiJGlkIjoiMTkzIiwiVG9wIjowLjAsIkxlZnQiOjQuMCwiUmlnaHQiOjQuMCwiQm90dG9tIjowLjB9LCJQYWRkaW5nIjp7IiRpZCI6IjE5NCIsIlRvcCI6MC4wLCJMZWZ0IjowLjAsIlJpZ2h0IjowLjAsIkJvdHRvbSI6MC4wfSwiQmFja2dyb3VuZCI6eyIkaWQiOiIxOTUiLCJDb2xvciI6eyIkaWQiOiIxOTYiLCJBIjoyNTUsIlIiOjgyLCJHIjoxNDcsIkIiOjIwNX19LCJJc1Zpc2libGUiOnRydWUsIldpZHRoIjo3Ny4wLCJIZWlnaHQiOjEwLjAsIkJvcmRlclN0eWxlIjp7IiRpZCI6IjE5NyIsIkxpbmVDb2xvciI6eyIkaWQiOiIxOTgiLCIkdHlwZSI6Ik5MUkUuQ29tbW9uLkRvbS5Tb2xpZENvbG9yQnJ1c2gsIE5MUkUuQ29tbW9uIiwiQ29sb3IiOnsiJGlkIjoiMTk5IiwiQSI6MjU1LCJSIjoyMzQsIkciOjIyLCJCIjozMH19LCJMaW5lV2VpZ2h0IjowLjAsIkxpbmVUeXBlIjowLCJQYXJlbnRTdHlsZSI6bnVsbH0sIlBhcmVudFN0eWxlIjpudWxsfSwiVGl0bGVTdHlsZSI6eyIkaWQiOiIyMDAiLCJGb250U2V0dGluZ3MiOnsiJGlkIjoiMjAxIiwiRm9udFNpemUiOjExLCJGb250TmFtZSI6IkNhbGlicmkiLCJJc0JvbGQiOmZhbHNlLCJJc0l0YWxpYyI6ZmFsc2UsIklzVW5kZXJsaW5lZCI6ZmFsc2UsIlBhcmVudFN0eWxlIjpudWxsfSwiQXV0b1NpemUiOjIsIkZvcmVncm91bmQiOnsiJGlkIjoiMjAyIiwiQ29sb3IiOnsiJGlkIjoiMjAzIiwiQSI6MjU1LCJSIjowLCJHIjowLCJCIjowfX0sIk1heFdpZHRoIjo2NS44MDA1MTA4MDEyNjM1MjgsIk1heEhlaWdodCI6IkluZmluaXR5IiwiU21hcnRGb3JlZ3JvdW5kSXNBY3RpdmUiOmZhbHNlLCJIb3Jpem9udGFsQWxpZ25tZW50IjowLCJWZXJ0aWNhbEFsaWdubWVudCI6MCwiU21hcnRGb3JlZ3JvdW5kIjpudWxsLCJCYWNrZ3JvdW5kRmlsbFR5cGUiOjAsIk1hcmdpbiI6eyIkaWQiOiIyMDQiLCJUb3AiOjAuMCwiTGVmdCI6MC4wLCJSaWdodCI6MC4wLCJCb3R0b20iOjAuMH0sIlBhZGRpbmciOnsiJGlkIjoiMjA1IiwiVG9wIjowLjAsIkxlZnQiOjAuMCwiUmlnaHQiOjAuMCwiQm90dG9tIjowLjB9LCJCYWNrZ3JvdW5kIjp7IiRpZCI6IjIwNiIsIkNvbG9yIjp7IiRpZCI6IjIwNyIsIkEiOjAsIlIiOjI1NSwiRyI6MjU1LCJCIjoyNTV9fSwiSXNWaXNpYmxlIjp0cnVlLCJXaWR0aCI6MC4wLCJIZWlnaHQiOjAuMCwiQm9yZGVyU3R5bGUiOnsiJGlkIjoiMjA4IiwiTGluZUNvbG9yIjpudWxsLCJMaW5lV2VpZ2h0IjowLjAsIkxpbmVUeXBlIjowLCJQYXJlbnRTdHlsZSI6bnVsbH0sIlBhcmVudFN0eWxlIjpudWxsfSwiRGF0ZVN0eWxlIjp7IiRpZCI6IjIwOSIsIkZvbnRTZXR0aW5ncyI6eyIkaWQiOiIyMTAiLCJGb250U2l6ZSI6MTAsIkZvbnROYW1lIjoiQ2FsaWJyaSIsIklzQm9sZCI6ZmFsc2UsIklzSXRhbGljIjpmYWxzZSwiSXNVbmRlcmxpbmVkIjpmYWxzZSwiUGFyZW50U3R5bGUiOm51bGx9LCJBdXRvU2l6ZSI6MCwiRm9yZWdyb3VuZCI6eyIkaWQiOiIyMTEiLCJDb2xvciI6eyIkaWQiOiIyM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xMyIsIlRvcCI6MC4wLCJMZWZ0IjowLjAsIlJpZ2h0IjowLjAsIkJvdHRvbSI6MC4wfSwiUGFkZGluZyI6eyIkaWQiOiIyMTQiLCJUb3AiOjAuMCwiTGVmdCI6MC4wLCJSaWdodCI6MC4wLCJCb3R0b20iOjAuMH0sIkJhY2tncm91bmQiOnsiJGlkIjoiMjE1IiwiQ29sb3IiOnsiJGlkIjoiMjE2IiwiQSI6ODksIlIiOjAsIkciOjAsIkIiOjB9fSwiSXNWaXNpYmxlIjp0cnVlLCJXaWR0aCI6MC4wLCJIZWlnaHQiOjAuMCwiQm9yZGVyU3R5bGUiOnsiJGlkIjoiMjE3IiwiTGluZUNvbG9yIjpudWxsLCJMaW5lV2VpZ2h0IjowLjAsIkxpbmVUeXBlIjowLCJQYXJlbnRTdHlsZSI6bnVsbH0sIlBhcmVudFN0eWxlIjpudWxsfSwiRGF0ZUZvcm1hdCI6eyIkaWQiOiIyM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E5IiwiRm9ybWF0IjowLCJJc1Zpc2libGUiOmZhbHNlLCJMYXN0S25vd25WaXNpYmlsaXR5U3RhdGUiOmZhbHNlfSwiSXNWaXNpYmxlIjp0cnVlLCJWYXJpYW5jZVN0eWxlIjp7IiRpZCI6IjIyMCIsIlRleHRTdHlsZSI6eyIkaWQiOiIyMjEiLCJGb250U2V0dGluZ3MiOnsiJGlkIjoiMjIyIiwiRm9udFNpemUiOjEwLCJGb250TmFtZSI6IkNhbGlicmkiLCJJc0JvbGQiOmZhbHNlLCJJc0l0YWxpYyI6ZmFsc2UsIklzVW5kZXJsaW5lZCI6ZmFsc2UsIlBhcmVudFN0eWxlIjpudWxsfSwiQXV0b1NpemUiOjAsIkZvcmVncm91bmQiOnsiJGlkIjoiMjIzIiwiQ29sb3IiOnsiJGlkIjoiMjI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yNSIsIlRvcCI6MC4wLCJMZWZ0IjowLjAsIlJpZ2h0IjowLjAsIkJvdHRvbSI6MC4wfSwiUGFkZGluZyI6eyIkaWQiOiIyMjYiLCJUb3AiOjAuMCwiTGVmdCI6MC4wLCJSaWdodCI6MC4wLCJCb3R0b20iOjAuMH0sIkJhY2tncm91bmQiOnsiJGlkIjoiMjI3IiwiQ29sb3IiOnsiJGlkIjoiMjI4IiwiQSI6NTAsIlIiOjAsIkciOjAsIkIiOjB9fSwiSXNWaXNpYmxlIjp0cnVlLCJXaWR0aCI6MC4wLCJIZWlnaHQiOjAuMCwiQm9yZGVyU3R5bGUiOm51bGwsIlBhcmVudFN0eWxlIjpudWxsfSwiUGFyZW50U3R5bGUiOm51bGx9LCJQYXJlbnRTdHlsZSI6bnVsbH0sIkluZGV4IjoyLCJTbWFydER1cmF0aW9uQWN0aXZhdGVkIjpmYWxzZSwiRGF0ZUZvcm1hdCI6eyIkcmVmIjoiMjE4In0sIldlZWtOdW1iZXJpbmciOnsiJGlkIjoiMjI5IiwiRm9ybWF0IjowLCJJc1Zpc2libGUiOmZhbHNlLCJMYXN0S25vd25WaXNpYmlsaXR5U3RhdGUiOmZhbHNlfSwiQmFzZWxpbmVEYXRhIjp7IiRpZCI6IjIzMCIsIlN0YXJ0RGF0ZSI6IjIwMjYtMDgtMTNUMjM6NTk6MDAiLCJFbmREYXRlIjoiMjAyNi0wOC0yMVQyMzo1OTowMCJ9LCJJZCI6IjJhOWRiMDVmLTc0MjMtNDBmYS1hZGFlLTMwYjJlOTkzMzcyZSIsIkltcG9ydElkIjpudWxsLCJUaXRsZSI6IkludGVncmF0aW9uIiwiTm90ZSI6bnVsbCwiSHlwZXJsaW5rIjp7IiRpZCI6IjIzMSIsIkFkZHJlc3MiOiIiLCJTdWJBZGRyZXNzIjoiIn0sIklzQ2hhbmdlZCI6ZmFsc2UsIklzTmV3IjpmYWxzZX19XSwiX21pbGVzdG9uZXMiOlt7IiRpZCI6IjIzMiIsIklkIjoiOWQ2MWY4ZTctNzgxOS00MmFlLWJhZjMtZTY3OTRlM2Q2MzM3IiwiSW5kZXgiOjMsIkdyb3VwSWQiOm51bGwsIlRpdGxlIjoiU3lzdGVtIFdvcmtpbmcgb24gTGFwdG9wIiwiRGF0ZVRpbWUiOiIyMDI2LTA3LTMxVDIzOjU5OjAwIiwiUGVyY2VudGFnZUNvbXBsZXRlIjpudWxsLCJOb3RlIjpudWxsLCJTdHlsZSI6eyIkaWQiOiIyMzMiLCJUaXRsZVBvc2l0aW9uIjoiUmlnaHQiLCJEYXRlUG9zaXRpb24iOiJMZWZ0IiwiVmFyaWFuY2VQb3NpdGlvbiI6IkxlZnQiLCJTaGFwZVR5cGUiOjEsIlNoYXBlU2l6ZSI6MCwiU3BhY2luZyI6NSwiU2hhcGVTdHlsZSI6eyIkaWQiOiIyMzQiLCJNYXJnaW4iOnsiJGlkIjoiMjM1IiwiVG9wIjowLjAsIkxlZnQiOjAuMCwiUmlnaHQiOjAuMCwiQm90dG9tIjowLjB9LCJQYWRkaW5nIjp7IiRpZCI6IjIzNiIsIlRvcCI6MC4wLCJMZWZ0IjowLjAsIlJpZ2h0IjowLjAsIkJvdHRvbSI6MC4wfSwiQmFja2dyb3VuZCI6eyIkaWQiOiIyMzciLCJDb2xvciI6eyIkaWQiOiIyMzgiLCJBIjoyNTUsIlIiOjY4LCJHIjo4NCwiQiI6MTA2fX0sIklzVmlzaWJsZSI6dHJ1ZSwiV2lkdGgiOjEyLjAsIkhlaWdodCI6MTQuMCwiQm9yZGVyU3R5bGUiOnsiJGlkIjoiMjM5IiwiTGluZUNvbG9yIjp7IiRpZCI6IjI0MCIsIiR0eXBlIjoiTkxSRS5Db21tb24uRG9tLlNvbGlkQ29sb3JCcnVzaCwgTkxSRS5Db21tb24iLCJDb2xvciI6eyIkaWQiOiIyNDEiLCJBIjoyNTUsIlIiOjIzNCwiRyI6MjIsIkIiOjMwfX0sIkxpbmVXZWlnaHQiOjAuMCwiTGluZVR5cGUiOjAsIlBhcmVudFN0eWxlIjpudWxsfSwiUGFyZW50U3R5bGUiOm51bGx9LCJUaXRsZVN0eWxlIjp7IiRpZCI6IjI0MiIsIkZvbnRTZXR0aW5ncyI6eyIkaWQiOiIyNDMiLCJGb250U2l6ZSI6MTEsIkZvbnROYW1lIjoiQ2FsaWJyaSIsIklzQm9sZCI6dHJ1ZSwiSXNJdGFsaWMiOmZhbHNlLCJJc1VuZGVybGluZWQiOmZhbHNlLCJQYXJlbnRTdHlsZSI6bnVsbH0sIkF1dG9TaXplIjoyLCJGb3JlZ3JvdW5kIjp7IiRpZCI6IjI0NCIsIkNvbG9yIjp7IiRpZCI6IjI0NSIsIkEiOjI1NSwiUiI6MCwiRyI6MCwiQiI6MH19LCJNYXhXaWR0aCI6MTIyLjAsIk1heEhlaWdodCI6IkluZmluaXR5IiwiU21hcnRGb3JlZ3JvdW5kSXNBY3RpdmUiOmZhbHNlLCJIb3Jpem9udGFsQWxpZ25tZW50IjoxLCJWZXJ0aWNhbEFsaWdubWVudCI6MCwiU21hcnRGb3JlZ3JvdW5kIjpudWxsLCJCYWNrZ3JvdW5kRmlsbFR5cGUiOjAsIk1hcmdpbiI6eyIkaWQiOiIyNDYiLCJUb3AiOjAuMCwiTGVmdCI6MC4wLCJSaWdodCI6MC4wLCJCb3R0b20iOjAuMH0sIlBhZGRpbmciOnsiJGlkIjoiMjQ3IiwiVG9wIjowLjAsIkxlZnQiOjAuMCwiUmlnaHQiOjAuMCwiQm90dG9tIjowLjB9LCJCYWNrZ3JvdW5kIjp7IiRpZCI6IjI0OCIsIkNvbG9yIjp7IiRpZCI6IjI0OSIsIkEiOjAsIlIiOjI1NSwiRyI6MjU1LCJCIjoyNTV9fSwiSXNWaXNpYmxlIjp0cnVlLCJXaWR0aCI6MC4wLCJIZWlnaHQiOjAuMCwiQm9yZGVyU3R5bGUiOnsiJGlkIjoiMjUwIiwiTGluZUNvbG9yIjpudWxsLCJMaW5lV2VpZ2h0IjowLjAsIkxpbmVUeXBlIjowLCJQYXJlbnRTdHlsZSI6bnVsbH0sIlBhcmVudFN0eWxlIjpudWxsfSwiRGF0ZVN0eWxlIjp7IiRpZCI6IjI1MSIsIkZvbnRTZXR0aW5ncyI6eyIkaWQiOiIyNTIiLCJGb250U2l6ZSI6MTAsIkZvbnROYW1lIjoiQ2FsaWJyaSIsIklzQm9sZCI6ZmFsc2UsIklzSXRhbGljIjpmYWxzZSwiSXNVbmRlcmxpbmVkIjpmYWxzZSwiUGFyZW50U3R5bGUiOm51bGx9LCJBdXRvU2l6ZSI6MCwiRm9yZWdyb3VuZCI6eyIkaWQiOiIyNTMiLCJDb2xvciI6eyIkaWQiOiIyNT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1NSIsIlRvcCI6MC4wLCJMZWZ0IjowLjAsIlJpZ2h0IjowLjAsIkJvdHRvbSI6MC4wfSwiUGFkZGluZyI6eyIkaWQiOiIyNTYiLCJUb3AiOjAuMCwiTGVmdCI6MC4wLCJSaWdodCI6MC4wLCJCb3R0b20iOjAuMH0sIkJhY2tncm91bmQiOnsiJGlkIjoiMjU3IiwiQ29sb3IiOnsiJGlkIjoiMjU4IiwiQSI6MCwiUiI6MjU1LCJHIjoyNTUsIkIiOjI1NX19LCJJc1Zpc2libGUiOmZhbHNlLCJXaWR0aCI6MC4wLCJIZWlnaHQiOjAuMCwiQm9yZGVyU3R5bGUiOnsiJGlkIjoiMjU5IiwiTGluZUNvbG9yIjpudWxsLCJMaW5lV2VpZ2h0IjowLjAsIkxpbmVUeXBlIjowLCJQYXJlbnRTdHlsZSI6bnVsbH0sIlBhcmVudFN0eWxlIjpudWxsfSwiRGF0ZUZvcm1hdCI6eyIkaWQiOiIyN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xIiwiRm9ybWF0IjowLCJJc1Zpc2libGUiOmZhbHNlLCJMYXN0S25vd25WaXNpYmlsaXR5U3RhdGUiOmZhbHNlfSwiSXNWaXNpYmxlIjpmYWxzZSwiVmFyaWFuY2VTdHlsZSI6eyIkaWQiOiIyNjIiLCJUZXh0U3R5bGUiOnsiJGlkIjoiMjYzIiwiRm9udFNldHRpbmdzIjp7IiRpZCI6IjI2NCIsIkZvbnRTaXplIjoxMCwiRm9udE5hbWUiOiJDYWxpYnJpIiwiSXNCb2xkIjpmYWxzZSwiSXNJdGFsaWMiOmZhbHNlLCJJc1VuZGVybGluZWQiOmZhbHNlLCJQYXJlbnRTdHlsZSI6bnVsbH0sIkF1dG9TaXplIjowLCJGb3JlZ3JvdW5kIjp7IiRpZCI6IjI2NSIsIkNvbG9yIjp7IiRpZCI6IjI2N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yNjciLCJUb3AiOjAuMCwiTGVmdCI6MC4wLCJSaWdodCI6MC4wLCJCb3R0b20iOjAuMH0sIlBhZGRpbmciOnsiJGlkIjoiMjY4IiwiVG9wIjowLjAsIkxlZnQiOjAuMCwiUmlnaHQiOjAuMCwiQm90dG9tIjowLjB9LCJCYWNrZ3JvdW5kIjp7IiRpZCI6IjI2OSIsIkNvbG9yIjp7IiRpZCI6IjI3MCIsIkEiOjUwLCJSIjowLCJHIjowLCJCIjowfX0sIklzVmlzaWJsZSI6dHJ1ZSwiV2lkdGgiOjAuMCwiSGVpZ2h0IjowLjAsIkJvcmRlclN0eWxlIjpudWxsLCJQYXJlbnRTdHlsZSI6bnVsbH0sIlBhcmVudFN0eWxlIjpudWxsfSwiUGFyZW50U3R5bGUiOm51bGx9LCJIeXBlcmxpbmsiOm51bGwsIkJhc2VsaW5lRGF0YSI6eyIkaWQiOiIyNzEiLCJEYXRlIjoiMjAyNi0wNy0zMVQyMzo1OTowMCJ9LCJJbXBvcnRJZCI6IiJ9XSwiSWQiOiI3N2NlYTBkZi0yYTY1LTQwNDktOGIzNS02YmUyMzI5NGU3NjAiLCJJc1NpbmdsZUl0ZW1Sb3ciOmZhbHNlfSx7IiRpZCI6IjI3MiIsIl90YXNrcyI6W3siJGlkIjoiMjczIiwiX2F0dGFjaGVkTWlsZXN0b25lcyI6W10sIlRhc2tEZWZpbml0aW9uIjp7IiRpZCI6IjI3NCIsIkdyb3VwTmFtZSI6bnVsbCwiU3RhcnREYXRlIjoiMjAyNi0wNS0wMVQyMzo1OTowMFoiLCJFbmREYXRlIjoiMjAyNi0wNi0yNFQyMzo1OTowMCIsIlBlcmNlbnRhZ2VDb21wbGV0ZSI6bnVsbCwiU3R5bGUiOnsiJGlkIjoiMjc1IiwiU2hhcGUiOjEsIlNoYXBlVGhpY2tuZXNzIjowLCJEdXJhdGlvbkZvcm1hdCI6MCwiSW5jbHVkZU5vbldvcmtpbmdEYXlzSW5EdXJhdGlvbiI6ZmFsc2UsIlBlcmNlbnRhZ2VDb21wbGV0ZVN0eWxlIjp7IiRpZCI6IjI3NiIsIkZvbnRTZXR0aW5ncyI6eyIkaWQiOiIyNzciLCJGb250U2l6ZSI6MTAsIkZvbnROYW1lIjoiQ2FsaWJyaSIsIklzQm9sZCI6ZmFsc2UsIklzSXRhbGljIjpmYWxzZSwiSXNVbmRlcmxpbmVkIjpmYWxzZSwiUGFyZW50U3R5bGUiOm51bGx9LCJBdXRvU2l6ZSI6MCwiRm9yZWdyb3VuZCI6eyIkaWQiOiIyNzgiLCJDb2xvciI6eyIkaWQiOiIyNz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ODAiLCJUb3AiOjAuMCwiTGVmdCI6MC4wLCJSaWdodCI6MC4wLCJCb3R0b20iOjAuMH0sIlBhZGRpbmciOnsiJGlkIjoiMjgxIiwiVG9wIjowLjAsIkxlZnQiOjAuMCwiUmlnaHQiOjAuMCwiQm90dG9tIjowLjB9LCJCYWNrZ3JvdW5kIjp7IiRpZCI6IjI4MiIsIkNvbG9yIjp7IiRpZCI6IjI4MyIsIkEiOjg5LCJSIjowLCJHIjowLCJCIjowfX0sIklzVmlzaWJsZSI6dHJ1ZSwiV2lkdGgiOjAuMCwiSGVpZ2h0IjowLjAsIkJvcmRlclN0eWxlIjp7IiRpZCI6IjI4NCIsIkxpbmVDb2xvciI6bnVsbCwiTGluZVdlaWdodCI6MC4wLCJMaW5lVHlwZSI6MCwiUGFyZW50U3R5bGUiOm51bGx9LCJQYXJlbnRTdHlsZSI6bnVsbH0sIkR1cmF0aW9uU3R5bGUiOnsiJGlkIjoiMjg1IiwiRm9udFNldHRpbmdzIjp7IiRpZCI6IjI4NiIsIkZvbnRTaXplIjoxMCwiRm9udE5hbWUiOiJDYWxpYnJpIiwiSXNCb2xkIjpmYWxzZSwiSXNJdGFsaWMiOmZhbHNlLCJJc1VuZGVybGluZWQiOmZhbHNlLCJQYXJlbnRTdHlsZSI6bnVsbH0sIkF1dG9TaXplIjowLCJGb3JlZ3JvdW5kIjp7IiRpZCI6IjI4NyIsIkNvbG9yIjp7IiRpZCI6IjI4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4OSIsIlRvcCI6MC4wLCJMZWZ0IjowLjAsIlJpZ2h0IjowLjAsIkJvdHRvbSI6MC4wfSwiUGFkZGluZyI6eyIkaWQiOiIyOTAiLCJUb3AiOjAuMCwiTGVmdCI6MC4wLCJSaWdodCI6MC4wLCJCb3R0b20iOjAuMH0sIkJhY2tncm91bmQiOnsiJGlkIjoiMjkxIiwiQ29sb3IiOnsiJGlkIjoiMjkyIiwiQSI6ODksIlIiOjAsIkciOjAsIkIiOjB9fSwiSXNWaXNpYmxlIjp0cnVlLCJXaWR0aCI6MC4wLCJIZWlnaHQiOjAuMCwiQm9yZGVyU3R5bGUiOnsiJGlkIjoiMjkzIiwiTGluZUNvbG9yIjpudWxsLCJMaW5lV2VpZ2h0IjowLjAsIkxpbmVUeXBlIjowLCJQYXJlbnRTdHlsZSI6bnVsbH0sIlBhcmVudFN0eWxlIjpudWxsfSwiSG9yaXpvbnRhbENvbm5lY3RvclN0eWxlIjp7IiRpZCI6IjI5NCIsIkxpbmVDb2xvciI6eyIkaWQiOiIyOTUiLCIkdHlwZSI6Ik5MUkUuQ29tbW9uLkRvbS5Tb2xpZENvbG9yQnJ1c2gsIE5MUkUuQ29tbW9uIiwiQ29sb3IiOnsiJGlkIjoiMjk2IiwiQSI6MjU1LCJSIjoyMDQsIkciOjIwNCwiQiI6MjA0fX0sIkxpbmVXZWlnaHQiOjEuMCwiTGluZVR5cGUiOjAsIlBhcmVudFN0eWxlIjpudWxsfSwiVmVydGljYWxDb25uZWN0b3JTdHlsZSI6eyIkaWQiOiIyOTciLCJMaW5lQ29sb3IiOnsiJGlkIjoiMjk4IiwiJHR5cGUiOiJOTFJFLkNvbW1vbi5Eb20uU29saWRDb2xvckJydXNoLCBOTFJFLkNvbW1vbiIsIkNvbG9yIjp7IiRpZCI6IjI5O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VmFyaWFuY2VQb3NpdGlvbiI6NiwiU3BhY2luZyI6MywiSXNCZWxvd1RpbWViYW5kIjp0cnVlLCJQZXJjZW50YWdlQ29tcGxldGVTaGFwZU9wYWNpdHkiOjM1LCJCYXNlbGluZVN0eWxlIjp7IiRpZCI6IjMwMCIsIlNoYXBlU3R5bGUiOnsiJGlkIjoiMzAxIiwiTWFyZ2luIjp7IiRpZCI6IjMwMiIsIlRvcCI6MC4wLCJMZWZ0IjowLjAsIlJpZ2h0IjowLjAsIkJvdHRvbSI6MC4wfSwiUGFkZGluZyI6eyIkaWQiOiIzMDMiLCJUb3AiOjAuMCwiTGVmdCI6MC4wLCJSaWdodCI6MC4wLCJCb3R0b20iOjAuMH0sIkJhY2tncm91bmQiOnsiJGlkIjoiMzA0IiwiQ29sb3IiOnsiJGlkIjoiMzA1IiwiQSI6MTUzLCJSIjowLCJHIjowLCJCIjowfX0sIklzVmlzaWJsZSI6dHJ1ZSwiV2lkdGgiOjAuMCwiSGVpZ2h0IjowLjAsIkJvcmRlclN0eWxlIjpudWxsLCJQYXJlbnRTdHlsZSI6bnVsbH0sIk1hcmdpbiI6eyIkaWQiOiIzMDYiLCJUb3AiOjAuMCwiTGVmdCI6MC4wLCJSaWdodCI6MC4wLCJCb3R0b20iOjAuMH0sIlBhZGRpbmciOnsiJGlkIjoiMzA3IiwiVG9wIjowLjAsIkxlZnQiOjAuMCwiUmlnaHQiOjAuMCwiQm90dG9tIjowLjB9LCJCYWNrZ3JvdW5kIjpudWxsLCJJc1Zpc2libGUiOnRydWUsIldpZHRoIjowLjAsIkhlaWdodCI6MC4wLCJCb3JkZXJTdHlsZSI6bnVsbCwiUGFyZW50U3R5bGUiOm51bGx9LCJTaGFwZVN0eWxlIjp7IiRpZCI6IjMwOCIsIk1hcmdpbiI6eyIkaWQiOiIzMDkiLCJUb3AiOjAuMCwiTGVmdCI6NC4wLCJSaWdodCI6NC4wLCJCb3R0b20iOjAuMH0sIlBhZGRpbmciOnsiJGlkIjoiMzEwIiwiVG9wIjowLjAsIkxlZnQiOjAuMCwiUmlnaHQiOjAuMCwiQm90dG9tIjowLjB9LCJCYWNrZ3JvdW5kIjp7IiRpZCI6IjMxMSIsIkNvbG9yIjp7IiRpZCI6IjMxMiIsIkEiOjI1NSwiUiI6ODIsIkciOjE0NywiQiI6MjA1fX0sIklzVmlzaWJsZSI6dHJ1ZSwiV2lkdGgiOjAuMCwiSGVpZ2h0IjoxMC4wLCJCb3JkZXJTdHlsZSI6eyIkaWQiOiIzMTMiLCJMaW5lQ29sb3IiOnsiJGlkIjoiMzE0IiwiJHR5cGUiOiJOTFJFLkNvbW1vbi5Eb20uU29saWRDb2xvckJydXNoLCBOTFJFLkNvbW1vbiIsIkNvbG9yIjp7IiRpZCI6IjMxNSIsIkEiOjI1NSwiUiI6MjM0LCJHIjoyMiwiQiI6MzB9fSwiTGluZVdlaWdodCI6MC4wLCJMaW5lVHlwZSI6MCwiUGFyZW50U3R5bGUiOm51bGx9LCJQYXJlbnRTdHlsZSI6bnVsbH0sIlRpdGxlU3R5bGUiOnsiJGlkIjoiMzE2IiwiRm9udFNldHRpbmdzIjp7IiRpZCI6IjMxNyIsIkZvbnRTaXplIjoxMSwiRm9udE5hbWUiOiJDYWxpYnJpIiwiSXNCb2xkIjpmYWxzZSwiSXNJdGFsaWMiOmZhbHNlLCJJc1VuZGVybGluZWQiOmZhbHNlLCJQYXJlbnRTdHlsZSI6bnVsbH0sIkF1dG9TaXplIjoyLCJGb3JlZ3JvdW5kIjp7IiRpZCI6IjMxOCIsIkNvbG9yIjp7IiRpZCI6IjMxOSIsIkEiOjI1NSwiUiI6MCwiRyI6MCwiQiI6MH19LCJNYXhXaWR0aCI6MTE4LjgxODYyMzUwNTEyOTQ3LCJNYXhIZWlnaHQiOiJJbmZpbml0eSIsIlNtYXJ0Rm9yZWdyb3VuZElzQWN0aXZlIjpmYWxzZSwiSG9yaXpvbnRhbEFsaWdubWVudCI6MSwiVmVydGljYWxBbGlnbm1lbnQiOjAsIlNtYXJ0Rm9yZWdyb3VuZCI6bnVsbCwiQmFja2dyb3VuZEZpbGxUeXBlIjowLCJNYXJnaW4iOnsiJGlkIjoiMzIwIiwiVG9wIjowLjAsIkxlZnQiOjAuMCwiUmlnaHQiOjAuMCwiQm90dG9tIjowLjB9LCJQYWRkaW5nIjp7IiRpZCI6IjMyMSIsIlRvcCI6MC4wLCJMZWZ0IjowLjAsIlJpZ2h0IjowLjAsIkJvdHRvbSI6MC4wfSwiQmFja2dyb3VuZCI6eyIkaWQiOiIzMjIiLCJDb2xvciI6eyIkaWQiOiIzMjMiLCJBIjowLCJSIjoyNTUsIkciOjI1NSwiQiI6MjU1fX0sIklzVmlzaWJsZSI6dHJ1ZSwiV2lkdGgiOjAuMCwiSGVpZ2h0IjowLjAsIkJvcmRlclN0eWxlIjp7IiRpZCI6IjMyNCIsIkxpbmVDb2xvciI6bnVsbCwiTGluZVdlaWdodCI6MC4wLCJMaW5lVHlwZSI6MCwiUGFyZW50U3R5bGUiOm51bGx9LCJQYXJlbnRTdHlsZSI6bnVsbH0sIkRhdGVTdHlsZSI6eyIkaWQiOiIzMjUiLCJGb250U2V0dGluZ3MiOnsiJGlkIjoiMzI2IiwiRm9udFNpemUiOjEwLCJGb250TmFtZSI6IkNhbGlicmkiLCJJc0JvbGQiOmZhbHNlLCJJc0l0YWxpYyI6ZmFsc2UsIklzVW5kZXJsaW5lZCI6ZmFsc2UsIlBhcmVudFN0eWxlIjpudWxsfSwiQXV0b1NpemUiOjAsIkZvcmVncm91bmQiOnsiJGlkIjoiMzI3IiwiQ29sb3IiOnsiJGlkIjoiMzI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jkiLCJUb3AiOjAuMCwiTGVmdCI6MC4wLCJSaWdodCI6MC4wLCJCb3R0b20iOjAuMH0sIlBhZGRpbmciOnsiJGlkIjoiMzMwIiwiVG9wIjowLjAsIkxlZnQiOjAuMCwiUmlnaHQiOjAuMCwiQm90dG9tIjowLjB9LCJCYWNrZ3JvdW5kIjp7IiRpZCI6IjMzMSIsIkNvbG9yIjp7IiRpZCI6IjMzMiIsIkEiOjg5LCJSIjowLCJHIjowLCJCIjowfX0sIklzVmlzaWJsZSI6dHJ1ZSwiV2lkdGgiOjAuMCwiSGVpZ2h0IjowLjAsIkJvcmRlclN0eWxlIjp7IiRpZCI6IjMzMyIsIkxpbmVDb2xvciI6bnVsbCwiTGluZVdlaWdodCI6MC4wLCJMaW5lVHlwZSI6MCwiUGFyZW50U3R5bGUiOm51bGx9LCJQYXJlbnRTdHlsZSI6bnVsbH0sIkRhdGVGb3JtYXQiOnsiJGlkIjoiMzM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zNSIsIkZvcm1hdCI6MCwiSXNWaXNpYmxlIjpmYWxzZSwiTGFzdEtub3duVmlzaWJpbGl0eVN0YXRlIjpmYWxzZX0sIklzVmlzaWJsZSI6dHJ1ZSwiVmFyaWFuY2VTdHlsZSI6eyIkaWQiOiIzMzYiLCJUZXh0U3R5bGUiOnsiJGlkIjoiMzM3IiwiRm9udFNldHRpbmdzIjp7IiRpZCI6IjMzOCIsIkZvbnRTaXplIjoxMCwiRm9udE5hbWUiOiJDYWxpYnJpIiwiSXNCb2xkIjpmYWxzZSwiSXNJdGFsaWMiOmZhbHNlLCJJc1VuZGVybGluZWQiOmZhbHNlLCJQYXJlbnRTdHlsZSI6bnVsbH0sIkF1dG9TaXplIjowLCJGb3JlZ3JvdW5kIjp7IiRpZCI6IjMzOSIsIkNvbG9yIjp7IiRpZCI6IjM0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DEiLCJUb3AiOjAuMCwiTGVmdCI6MC4wLCJSaWdodCI6MC4wLCJCb3R0b20iOjAuMH0sIlBhZGRpbmciOnsiJGlkIjoiMzQyIiwiVG9wIjowLjAsIkxlZnQiOjAuMCwiUmlnaHQiOjAuMCwiQm90dG9tIjowLjB9LCJCYWNrZ3JvdW5kIjp7IiRpZCI6IjM0MyIsIkNvbG9yIjp7IiRpZCI6IjM0NCIsIkEiOjUwLCJSIjowLCJHIjowLCJCIjowfX0sIklzVmlzaWJsZSI6dHJ1ZSwiV2lkdGgiOjAuMCwiSGVpZ2h0IjowLjAsIkJvcmRlclN0eWxlIjpudWxsLCJQYXJlbnRTdHlsZSI6bnVsbH0sIlBhcmVudFN0eWxlIjpudWxsfSwiUGFyZW50U3R5bGUiOm51bGx9LCJJbmRleCI6NCwiU21hcnREdXJhdGlvbkFjdGl2YXRlZCI6ZmFsc2UsIkRhdGVGb3JtYXQiOnsiJHJlZiI6IjMzNCJ9LCJXZWVrTnVtYmVyaW5nIjp7IiRpZCI6IjM0NSIsIkZvcm1hdCI6MCwiSXNWaXNpYmxlIjpmYWxzZSwiTGFzdEtub3duVmlzaWJpbGl0eVN0YXRlIjpmYWxzZX0sIkJhc2VsaW5lRGF0YSI6eyIkaWQiOiIzNDYiLCJTdGFydERhdGUiOiIyMDI2LTA1LTAxVDIzOjU5OjAwIiwiRW5kRGF0ZSI6IjIwMjYtMDYtMjRUMjM6NTk6MDAifSwiSWQiOiJmYmRkMGRjNy1hNDdiLTQ4ZGYtYmUzZS0yMzViZTVlOTU0OTUiLCJJbXBvcnRJZCI6bnVsbCwiVGl0bGUiOiJBbGdvcml0aG0gT3B0aSBEZXYgKEdpbykiLCJOb3RlIjpudWxsLCJIeXBlcmxpbmsiOnsiJGlkIjoiMzQ3IiwiQWRkcmVzcyI6IiIsIlN1YkFkZHJlc3MiOiIifSwiSXNDaGFuZ2VkIjpmYWxzZSwiSXNOZXciOmZhbHNlfX1dLCJfbWlsZXN0b25lcyI6W3siJGlkIjoiMzQ4IiwiSWQiOiI1MTc0NDJjMy01ZDgyLTRjYWEtODMyOS0yMTQzNTA1Y2I1NDIiLCJJbmRleCI6NSwiR3JvdXBJZCI6bnVsbCwiVGl0bGUiOiJBbGdvIE9wdGltaXphdGlvbiBGYWlsZWQiLCJEYXRlVGltZSI6IjIwMjYtMDYtMjVUMjM6NTk6MDAiLCJQZXJjZW50YWdlQ29tcGxldGUiOm51bGwsIk5vdGUiOm51bGwsIlN0eWxlIjp7IiRpZCI6IjM0OSIsIlRpdGxlUG9zaXRpb24iOiJSaWdodCIsIkRhdGVQb3NpdGlvbiI6IkxlZnQiLCJWYXJpYW5jZVBvc2l0aW9uIjoiTGVmdCIsIlNoYXBlVHlwZSI6MTksIlNoYXBlU2l6ZSI6MCwiU3BhY2luZyI6NSwiU2hhcGVTdHlsZSI6eyIkaWQiOiIzNTAiLCJNYXJnaW4iOnsiJGlkIjoiMzUxIiwiVG9wIjowLjAsIkxlZnQiOjAuMCwiUmlnaHQiOjAuMCwiQm90dG9tIjowLjB9LCJQYWRkaW5nIjp7IiRpZCI6IjM1MiIsIlRvcCI6MC4wLCJMZWZ0IjowLjAsIlJpZ2h0IjowLjAsIkJvdHRvbSI6MC4wfSwiQmFja2dyb3VuZCI6eyIkaWQiOiIzNTMiLCJDb2xvciI6eyIkaWQiOiIzNTQiLCJBIjoyNTUsIlIiOjE3OCwiRyI6MTQsIkIiOjE4fX0sIklzVmlzaWJsZSI6dHJ1ZSwiV2lkdGgiOjguMCwiSGVpZ2h0Ijo4LjAsIkJvcmRlclN0eWxlIjp7IiRpZCI6IjM1NSIsIkxpbmVDb2xvciI6eyIkaWQiOiIzNTYiLCIkdHlwZSI6Ik5MUkUuQ29tbW9uLkRvbS5Tb2xpZENvbG9yQnJ1c2gsIE5MUkUuQ29tbW9uIiwiQ29sb3IiOnsiJGlkIjoiMzU3IiwiQSI6MjU1LCJSIjoyMzQsIkciOjIyLCJCIjozMH19LCJMaW5lV2VpZ2h0IjowLjAsIkxpbmVUeXBlIjowLCJQYXJlbnRTdHlsZSI6bnVsbH0sIlBhcmVudFN0eWxlIjpudWxsfSwiVGl0bGVTdHlsZSI6eyIkaWQiOiIzNTgiLCJGb250U2V0dGluZ3MiOnsiJGlkIjoiMzU5IiwiRm9udFNpemUiOjExLCJGb250TmFtZSI6IkNhbGlicmkiLCJJc0JvbGQiOnRydWUsIklzSXRhbGljIjpmYWxzZSwiSXNVbmRlcmxpbmVkIjpmYWxzZSwiUGFyZW50U3R5bGUiOm51bGx9LCJBdXRvU2l6ZSI6MCwiRm9yZWdyb3VuZCI6eyIkaWQiOiIzNjAiLCJDb2xvciI6eyIkaWQiOiIzNj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YyIiwiVG9wIjowLjAsIkxlZnQiOjAuMCwiUmlnaHQiOjAuMCwiQm90dG9tIjowLjB9LCJQYWRkaW5nIjp7IiRpZCI6IjM2MyIsIlRvcCI6MC4wLCJMZWZ0IjowLjAsIlJpZ2h0IjowLjAsIkJvdHRvbSI6MC4wfSwiQmFja2dyb3VuZCI6eyIkaWQiOiIzNjQiLCJDb2xvciI6eyIkaWQiOiIzNjUiLCJBIjowLCJSIjoyNTUsIkciOjI1NSwiQiI6MjU1fX0sIklzVmlzaWJsZSI6dHJ1ZSwiV2lkdGgiOjAuMCwiSGVpZ2h0IjowLjAsIkJvcmRlclN0eWxlIjp7IiRpZCI6IjM2NiIsIkxpbmVDb2xvciI6bnVsbCwiTGluZVdlaWdodCI6MC4wLCJMaW5lVHlwZSI6MCwiUGFyZW50U3R5bGUiOm51bGx9LCJQYXJlbnRTdHlsZSI6bnVsbH0sIkRhdGVTdHlsZSI6eyIkaWQiOiIzNjciLCJGb250U2V0dGluZ3MiOnsiJGlkIjoiMzY4IiwiRm9udFNpemUiOjEwLCJGb250TmFtZSI6IkNhbGlicmkiLCJJc0JvbGQiOmZhbHNlLCJJc0l0YWxpYyI6ZmFsc2UsIklzVW5kZXJsaW5lZCI6ZmFsc2UsIlBhcmVudFN0eWxlIjpudWxsfSwiQXV0b1NpemUiOjAsIkZvcmVncm91bmQiOnsiJGlkIjoiMzY5IiwiQ29sb3IiOnsiJGlkIjoiMzc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zNzEiLCJUb3AiOjAuMCwiTGVmdCI6MC4wLCJSaWdodCI6MC4wLCJCb3R0b20iOjAuMH0sIlBhZGRpbmciOnsiJGlkIjoiMzcyIiwiVG9wIjowLjAsIkxlZnQiOjAuMCwiUmlnaHQiOjAuMCwiQm90dG9tIjowLjB9LCJCYWNrZ3JvdW5kIjp7IiRpZCI6IjM3MyIsIkNvbG9yIjp7IiRpZCI6IjM3NCIsIkEiOjAsIlIiOjI1NSwiRyI6MjU1LCJCIjoyNTV9fSwiSXNWaXNpYmxlIjpmYWxzZSwiV2lkdGgiOjAuMCwiSGVpZ2h0IjowLjAsIkJvcmRlclN0eWxlIjp7IiRpZCI6IjM3NSIsIkxpbmVDb2xvciI6bnVsbCwiTGluZVdlaWdodCI6MC4wLCJMaW5lVHlwZSI6MCwiUGFyZW50U3R5bGUiOm51bGx9LCJQYXJlbnRTdHlsZSI6bnVsbH0sIkRhdGVGb3JtYXQiOnsiJGlkIjoiMzc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3NyIsIkZvcm1hdCI6MCwiSXNWaXNpYmxlIjpmYWxzZSwiTGFzdEtub3duVmlzaWJpbGl0eVN0YXRlIjpmYWxzZX0sIklzVmlzaWJsZSI6dHJ1ZSwiVmFyaWFuY2VTdHlsZSI6eyIkaWQiOiIzNzgiLCJUZXh0U3R5bGUiOnsiJGlkIjoiMzc5IiwiRm9udFNldHRpbmdzIjp7IiRpZCI6IjM4MCIsIkZvbnRTaXplIjoxMCwiRm9udE5hbWUiOiJDYWxpYnJpIiwiSXNCb2xkIjpmYWxzZSwiSXNJdGFsaWMiOmZhbHNlLCJJc1VuZGVybGluZWQiOmZhbHNlLCJQYXJlbnRTdHlsZSI6bnVsbH0sIkF1dG9TaXplIjowLCJGb3JlZ3JvdW5kIjp7IiRpZCI6IjM4MSIsIkNvbG9yIjp7IiRpZCI6IjM4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DMiLCJUb3AiOjAuMCwiTGVmdCI6MC4wLCJSaWdodCI6MC4wLCJCb3R0b20iOjAuMH0sIlBhZGRpbmciOnsiJGlkIjoiMzg0IiwiVG9wIjowLjAsIkxlZnQiOjAuMCwiUmlnaHQiOjAuMCwiQm90dG9tIjowLjB9LCJCYWNrZ3JvdW5kIjp7IiRpZCI6IjM4NSIsIkNvbG9yIjp7IiRpZCI6IjM4NiIsIkEiOjUwLCJSIjowLCJHIjowLCJCIjowfX0sIklzVmlzaWJsZSI6dHJ1ZSwiV2lkdGgiOjAuMCwiSGVpZ2h0IjowLjAsIkJvcmRlclN0eWxlIjpudWxsLCJQYXJlbnRTdHlsZSI6bnVsbH0sIlBhcmVudFN0eWxlIjpudWxsfSwiUGFyZW50U3R5bGUiOm51bGx9LCJIeXBlcmxpbmsiOm51bGwsIkJhc2VsaW5lRGF0YSI6eyIkaWQiOiIzODciLCJEYXRlIjoiMjAyNi0wNi0yNVQyMzo1OTowMCJ9LCJJbXBvcnRJZCI6IiJ9XSwiSWQiOiJmNTRmNzE2MS0xNDlmLTQyMWUtYjY5ZS0yZWYwYjg3NGExZDEiLCJJc1NpbmdsZUl0ZW1Sb3ciOmZhbHNlfSx7IiRpZCI6IjM4OCIsIl90YXNrcyI6W3siJGlkIjoiMzg5IiwiX2F0dGFjaGVkTWlsZXN0b25lcyI6W10sIlRhc2tEZWZpbml0aW9uIjp7IiRpZCI6IjM5MCIsIkdyb3VwTmFtZSI6bnVsbCwiU3RhcnREYXRlIjoiMjAyNi0wNy0xNVQyMzo1OTowMFoiLCJFbmREYXRlIjoiMjAyNi0wOC0xNFQyMzo1OTowMFoiLCJQZXJjZW50YWdlQ29tcGxldGUiOm51bGwsIlN0eWxlIjp7IiRpZCI6IjM5MSIsIlNoYXBlIjoxLCJTaGFwZVRoaWNrbmVzcyI6MCwiRHVyYXRpb25Gb3JtYXQiOjAsIkluY2x1ZGVOb25Xb3JraW5nRGF5c0luRHVyYXRpb24iOmZhbHNlLCJQZXJjZW50YWdlQ29tcGxldGVTdHlsZSI6eyIkaWQiOiIzOTIiLCJGb250U2V0dGluZ3MiOnsiJGlkIjoiMzkzIiwiRm9udFNpemUiOjEwLCJGb250TmFtZSI6IkNhbGlicmkiLCJJc0JvbGQiOmZhbHNlLCJJc0l0YWxpYyI6ZmFsc2UsIklzVW5kZXJsaW5lZCI6ZmFsc2UsIlBhcmVudFN0eWxlIjpudWxsfSwiQXV0b1NpemUiOjAsIkZvcmVncm91bmQiOnsiJGlkIjoiMzk0IiwiQ29sb3IiOnsiJGlkIjoiMzk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k2IiwiVG9wIjowLjAsIkxlZnQiOjAuMCwiUmlnaHQiOjAuMCwiQm90dG9tIjowLjB9LCJQYWRkaW5nIjp7IiRpZCI6IjM5NyIsIlRvcCI6MC4wLCJMZWZ0IjowLjAsIlJpZ2h0IjowLjAsIkJvdHRvbSI6MC4wfSwiQmFja2dyb3VuZCI6eyIkaWQiOiIzOTgiLCJDb2xvciI6eyIkaWQiOiIzOTkiLCJBIjo4OSwiUiI6MCwiRyI6MCwiQiI6MH19LCJJc1Zpc2libGUiOnRydWUsIldpZHRoIjowLjAsIkhlaWdodCI6MC4wLCJCb3JkZXJTdHlsZSI6eyIkaWQiOiI0MDAiLCJMaW5lQ29sb3IiOm51bGwsIkxpbmVXZWlnaHQiOjAuMCwiTGluZVR5cGUiOjAsIlBhcmVudFN0eWxlIjpudWxsfSwiUGFyZW50U3R5bGUiOm51bGx9LCJEdXJhdGlvblN0eWxlIjp7IiRpZCI6IjQwMSIsIkZvbnRTZXR0aW5ncyI6eyIkaWQiOiI0MDIiLCJGb250U2l6ZSI6MTAsIkZvbnROYW1lIjoiQ2FsaWJyaSIsIklzQm9sZCI6ZmFsc2UsIklzSXRhbGljIjpmYWxzZSwiSXNVbmRlcmxpbmVkIjpmYWxzZSwiUGFyZW50U3R5bGUiOm51bGx9LCJBdXRvU2l6ZSI6MCwiRm9yZWdyb3VuZCI6eyIkaWQiOiI0MDMiLCJDb2xvciI6eyIkaWQiOiI0MD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MDUiLCJUb3AiOjAuMCwiTGVmdCI6MC4wLCJSaWdodCI6MC4wLCJCb3R0b20iOjAuMH0sIlBhZGRpbmciOnsiJGlkIjoiNDA2IiwiVG9wIjowLjAsIkxlZnQiOjAuMCwiUmlnaHQiOjAuMCwiQm90dG9tIjowLjB9LCJCYWNrZ3JvdW5kIjp7IiRpZCI6IjQwNyIsIkNvbG9yIjp7IiRpZCI6IjQwOCIsIkEiOjg5LCJSIjowLCJHIjowLCJCIjowfX0sIklzVmlzaWJsZSI6dHJ1ZSwiV2lkdGgiOjAuMCwiSGVpZ2h0IjowLjAsIkJvcmRlclN0eWxlIjp7IiRpZCI6IjQwOSIsIkxpbmVDb2xvciI6bnVsbCwiTGluZVdlaWdodCI6MC4wLCJMaW5lVHlwZSI6MCwiUGFyZW50U3R5bGUiOm51bGx9LCJQYXJlbnRTdHlsZSI6bnVsbH0sIkhvcml6b250YWxDb25uZWN0b3JTdHlsZSI6eyIkaWQiOiI0MTAiLCJMaW5lQ29sb3IiOnsiJGlkIjoiNDExIiwiJHR5cGUiOiJOTFJFLkNvbW1vbi5Eb20uU29saWRDb2xvckJydXNoLCBOTFJFLkNvbW1vbiIsIkNvbG9yIjp7IiRpZCI6IjQxMiIsIkEiOjI1NSwiUiI6MjA0LCJHIjoyMDQsIkIiOjIwNH19LCJMaW5lV2VpZ2h0IjoxLjAsIkxpbmVUeXBlIjowLCJQYXJlbnRTdHlsZSI6bnVsbH0sIlZlcnRpY2FsQ29ubmVjdG9yU3R5bGUiOnsiJGlkIjoiNDEzIiwiTGluZUNvbG9yIjp7IiRpZCI6IjQxNCIsIiR0eXBlIjoiTkxSRS5Db21tb24uRG9tLlNvbGlkQ29sb3JCcnVzaCwgTkxSRS5Db21tb24iLCJDb2xvciI6eyIkaWQiOiI0MTU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ZhcmlhbmNlUG9zaXRpb24iOjYsIlNwYWNpbmciOjMsIklzQmVsb3dUaW1lYmFuZCI6dHJ1ZSwiUGVyY2VudGFnZUNvbXBsZXRlU2hhcGVPcGFjaXR5IjozNSwiQmFzZWxpbmVTdHlsZSI6eyIkaWQiOiI0MTYiLCJTaGFwZVN0eWxlIjp7IiRpZCI6IjQxNyIsIk1hcmdpbiI6eyIkaWQiOiI0MTgiLCJUb3AiOjAuMCwiTGVmdCI6MC4wLCJSaWdodCI6MC4wLCJCb3R0b20iOjAuMH0sIlBhZGRpbmciOnsiJGlkIjoiNDE5IiwiVG9wIjowLjAsIkxlZnQiOjAuMCwiUmlnaHQiOjAuMCwiQm90dG9tIjowLjB9LCJCYWNrZ3JvdW5kIjp7IiRpZCI6IjQyMCIsIkNvbG9yIjp7IiRpZCI6IjQyMSIsIkEiOjE1MywiUiI6MCwiRyI6MCwiQiI6MH19LCJJc1Zpc2libGUiOnRydWUsIldpZHRoIjowLjAsIkhlaWdodCI6MC4wLCJCb3JkZXJTdHlsZSI6bnVsbCwiUGFyZW50U3R5bGUiOm51bGx9LCJNYXJnaW4iOnsiJGlkIjoiNDIyIiwiVG9wIjowLjAsIkxlZnQiOjAuMCwiUmlnaHQiOjAuMCwiQm90dG9tIjowLjB9LCJQYWRkaW5nIjp7IiRpZCI6IjQyMyIsIlRvcCI6MC4wLCJMZWZ0IjowLjAsIlJpZ2h0IjowLjAsIkJvdHRvbSI6MC4wfSwiQmFja2dyb3VuZCI6bnVsbCwiSXNWaXNpYmxlIjp0cnVlLCJXaWR0aCI6MC4wLCJIZWlnaHQiOjAuMCwiQm9yZGVyU3R5bGUiOm51bGwsIlBhcmVudFN0eWxlIjpudWxsfSwiU2hhcGVTdHlsZSI6eyIkaWQiOiI0MjQiLCJNYXJnaW4iOnsiJGlkIjoiNDI1IiwiVG9wIjowLjAsIkxlZnQiOjQuMCwiUmlnaHQiOjQuMCwiQm90dG9tIjowLjB9LCJQYWRkaW5nIjp7IiRpZCI6IjQyNiIsIlRvcCI6MC4wLCJMZWZ0IjowLjAsIlJpZ2h0IjowLjAsIkJvdHRvbSI6MC4wfSwiQmFja2dyb3VuZCI6eyIkaWQiOiI0MjciLCJDb2xvciI6eyIkaWQiOiI0MjgiLCJBIjoyNTUsIlIiOjgyLCJHIjoxNDcsIkIiOjIwNX19LCJJc1Zpc2libGUiOnRydWUsIldpZHRoIjowLjAsIkhlaWdodCI6MTAuMCwiQm9yZGVyU3R5bGUiOnsiJGlkIjoiNDI5IiwiTGluZUNvbG9yIjp7IiRpZCI6IjQzMCIsIiR0eXBlIjoiTkxSRS5Db21tb24uRG9tLlNvbGlkQ29sb3JCcnVzaCwgTkxSRS5Db21tb24iLCJDb2xvciI6eyIkaWQiOiI0MzEiLCJBIjoyNTUsIlIiOjIzNCwiRyI6MjIsIkIiOjMwfX0sIkxpbmVXZWlnaHQiOjAuMCwiTGluZVR5cGUiOjAsIlBhcmVudFN0eWxlIjpudWxsfSwiUGFyZW50U3R5bGUiOm51bGx9LCJUaXRsZVN0eWxlIjp7IiRpZCI6IjQzMiIsIkZvbnRTZXR0aW5ncyI6eyIkaWQiOiI0MzMiLCJGb250U2l6ZSI6MTEsIkZvbnROYW1lIjoiQ2FsaWJyaSIsIklzQm9sZCI6ZmFsc2UsIklzSXRhbGljIjpmYWxzZSwiSXNVbmRlcmxpbmVkIjpmYWxzZSwiUGFyZW50U3R5bGUiOm51bGx9LCJBdXRvU2l6ZSI6MiwiRm9yZWdyb3VuZCI6eyIkaWQiOiI0MzQiLCJDb2xvciI6eyIkaWQiOiI0MzUiLCJBIjoyNTUsIlIiOjAsIkciOjAsIkIiOjB9fSwiTWF4V2lkdGgiOjM2LjA4MjU0OTc4MjQ4ODU4NCwiTWF4SGVpZ2h0IjoiSW5maW5pdHkiLCJTbWFydEZvcmVncm91bmRJc0FjdGl2ZSI6ZmFsc2UsIkhvcml6b250YWxBbGlnbm1lbnQiOjEsIlZlcnRpY2FsQWxpZ25tZW50IjowLCJTbWFydEZvcmVncm91bmQiOm51bGwsIkJhY2tncm91bmRGaWxsVHlwZSI6MCwiTWFyZ2luIjp7IiRpZCI6IjQzNiIsIlRvcCI6MC4wLCJMZWZ0IjowLjAsIlJpZ2h0IjowLjAsIkJvdHRvbSI6MC4wfSwiUGFkZGluZyI6eyIkaWQiOiI0MzciLCJUb3AiOjAuMCwiTGVmdCI6MC4wLCJSaWdodCI6MC4wLCJCb3R0b20iOjAuMH0sIkJhY2tncm91bmQiOnsiJGlkIjoiNDM4IiwiQ29sb3IiOnsiJGlkIjoiNDM5IiwiQSI6MCwiUiI6MjU1LCJHIjoyNTUsIkIiOjI1NX19LCJJc1Zpc2libGUiOnRydWUsIldpZHRoIjowLjAsIkhlaWdodCI6MC4wLCJCb3JkZXJTdHlsZSI6eyIkaWQiOiI0NDAiLCJMaW5lQ29sb3IiOm51bGwsIkxpbmVXZWlnaHQiOjAuMCwiTGluZVR5cGUiOjAsIlBhcmVudFN0eWxlIjpudWxsfSwiUGFyZW50U3R5bGUiOm51bGx9LCJEYXRlU3R5bGUiOnsiJGlkIjoiNDQxIiwiRm9udFNldHRpbmdzIjp7IiRpZCI6IjQ0MiIsIkZvbnRTaXplIjoxMCwiRm9udE5hbWUiOiJDYWxpYnJpIiwiSXNCb2xkIjpmYWxzZSwiSXNJdGFsaWMiOmZhbHNlLCJJc1VuZGVybGluZWQiOmZhbHNlLCJQYXJlbnRTdHlsZSI6bnVsbH0sIkF1dG9TaXplIjowLCJGb3JlZ3JvdW5kIjp7IiRpZCI6IjQ0MyIsIkNvbG9yIjp7IiRpZCI6IjQ0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Q1IiwiVG9wIjowLjAsIkxlZnQiOjAuMCwiUmlnaHQiOjAuMCwiQm90dG9tIjowLjB9LCJQYWRkaW5nIjp7IiRpZCI6IjQ0NiIsIlRvcCI6MC4wLCJMZWZ0IjowLjAsIlJpZ2h0IjowLjAsIkJvdHRvbSI6MC4wfSwiQmFja2dyb3VuZCI6eyIkaWQiOiI0NDciLCJDb2xvciI6eyIkaWQiOiI0NDgiLCJBIjo4OSwiUiI6MCwiRyI6MCwiQiI6MH19LCJJc1Zpc2libGUiOnRydWUsIldpZHRoIjowLjAsIkhlaWdodCI6MC4wLCJCb3JkZXJTdHlsZSI6eyIkaWQiOiI0NDkiLCJMaW5lQ29sb3IiOm51bGwsIkxpbmVXZWlnaHQiOjAuMCwiTGluZVR5cGUiOjAsIlBhcmVudFN0eWxlIjpudWxsfSwiUGFyZW50U3R5bGUiOm51bGx9LCJEYXRlRm9ybWF0Ijp7IiRpZCI6IjQ1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TEiLCJGb3JtYXQiOjAsIklzVmlzaWJsZSI6ZmFsc2UsIkxhc3RLbm93blZpc2liaWxpdHlTdGF0ZSI6ZmFsc2V9LCJJc1Zpc2libGUiOnRydWUsIlZhcmlhbmNlU3R5bGUiOnsiJGlkIjoiNDUyIiwiVGV4dFN0eWxlIjp7IiRpZCI6IjQ1MyIsIkZvbnRTZXR0aW5ncyI6eyIkaWQiOiI0NTQiLCJGb250U2l6ZSI6MTAsIkZvbnROYW1lIjoiQ2FsaWJyaSIsIklzQm9sZCI6ZmFsc2UsIklzSXRhbGljIjpmYWxzZSwiSXNVbmRlcmxpbmVkIjpmYWxzZSwiUGFyZW50U3R5bGUiOm51bGx9LCJBdXRvU2l6ZSI6MCwiRm9yZWdyb3VuZCI6eyIkaWQiOiI0NTUiLCJDb2xvciI6eyIkaWQiOiI0NT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U3IiwiVG9wIjowLjAsIkxlZnQiOjAuMCwiUmlnaHQiOjAuMCwiQm90dG9tIjowLjB9LCJQYWRkaW5nIjp7IiRpZCI6IjQ1OCIsIlRvcCI6MC4wLCJMZWZ0IjowLjAsIlJpZ2h0IjowLjAsIkJvdHRvbSI6MC4wfSwiQmFja2dyb3VuZCI6eyIkaWQiOiI0NTkiLCJDb2xvciI6eyIkaWQiOiI0NjAiLCJBIjo1MCwiUiI6MCwiRyI6MCwiQiI6MH19LCJJc1Zpc2libGUiOnRydWUsIldpZHRoIjowLjAsIkhlaWdodCI6MC4wLCJCb3JkZXJTdHlsZSI6bnVsbCwiUGFyZW50U3R5bGUiOm51bGx9LCJQYXJlbnRTdHlsZSI6bnVsbH0sIlBhcmVudFN0eWxlIjpudWxsfSwiSW5kZXgiOjYsIlNtYXJ0RHVyYXRpb25BY3RpdmF0ZWQiOmZhbHNlLCJEYXRlRm9ybWF0Ijp7IiRyZWYiOiI0NTAifSwiV2Vla051bWJlcmluZyI6eyIkaWQiOiI0NjEiLCJGb3JtYXQiOjAsIklzVmlzaWJsZSI6ZmFsc2UsIkxhc3RLbm93blZpc2liaWxpdHlTdGF0ZSI6ZmFsc2V9LCJCYXNlbGluZURhdGEiOnsiJGlkIjoiNDYyIiwiU3RhcnREYXRlIjoiMjAyNi0wNy0xNVQyMzo1OTowMCIsIkVuZERhdGUiOiIyMDI2LTA4LTE0VDIzOjU5OjAwIn0sIklkIjoiYWVmNTczMmQtMjM3ZC00OTc4LWE2NmQtMmM2MjkxMGQ1NTc1IiwiSW1wb3J0SWQiOm51bGwsIlRpdGxlIjoiVGlsdCBTb2wuIiwiTm90ZSI6bnVsbCwiSHlwZXJsaW5rIjp7IiRpZCI6IjQ2MyIsIkFkZHJlc3MiOiIiLCJTdWJBZGRyZXNzIjoiIn0sIklzQ2hhbmdlZCI6ZmFsc2UsIklzTmV3IjpmYWxzZX19XSwiX21pbGVzdG9uZXMiOltdLCJJZCI6IjAwMDAwMDAwLTAwMDAtMDAwMC0wMDAwLTAwMDAwMDAwMDAwMCIsIklzU2luZ2xlSXRlbVJvdyI6dHJ1ZX0seyIkaWQiOiI0NjQiLCJfdGFza3MiOlt7IiRpZCI6IjQ2NSIsIl9hdHRhY2hlZE1pbGVzdG9uZXMiOltdLCJUYXNrRGVmaW5pdGlvbiI6eyIkaWQiOiI0NjYiLCJHcm91cE5hbWUiOm51bGwsIlN0YXJ0RGF0ZSI6IjIwMjYtMDktMDNUMDA6MDA6MDAiLCJFbmREYXRlIjoiMjAyNi0wOS0xNlQyMzo1OTowMCIsIlBlcmNlbnRhZ2VDb21wbGV0ZSI6bnVsbCwiU3R5bGUiOnsiJGlkIjoiNDY3IiwiU2hhcGUiOjEsIlNoYXBlVGhpY2tuZXNzIjowLCJEdXJhdGlvbkZvcm1hdCI6MCwiSW5jbHVkZU5vbldvcmtpbmdEYXlzSW5EdXJhdGlvbiI6ZmFsc2UsIlBlcmNlbnRhZ2VDb21wbGV0ZVN0eWxlIjp7IiRpZCI6IjQ2OCIsIkZvbnRTZXR0aW5ncyI6eyIkaWQiOiI0NjkiLCJGb250U2l6ZSI6MTAsIkZvbnROYW1lIjoiQ2FsaWJyaSIsIklzQm9sZCI6ZmFsc2UsIklzSXRhbGljIjpmYWxzZSwiSXNVbmRlcmxpbmVkIjpmYWxzZSwiUGFyZW50U3R5bGUiOm51bGx9LCJBdXRvU2l6ZSI6MCwiRm9yZWdyb3VuZCI6eyIkaWQiOiI0NzAiLCJDb2xvciI6eyIkaWQiOiI0Nz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NzIiLCJUb3AiOjAuMCwiTGVmdCI6MC4wLCJSaWdodCI6MC4wLCJCb3R0b20iOjAuMH0sIlBhZGRpbmciOnsiJGlkIjoiNDczIiwiVG9wIjowLjAsIkxlZnQiOjAuMCwiUmlnaHQiOjAuMCwiQm90dG9tIjowLjB9LCJCYWNrZ3JvdW5kIjp7IiRpZCI6IjQ3NCIsIkNvbG9yIjp7IiRpZCI6IjQ3NSIsIkEiOjg5LCJSIjowLCJHIjowLCJCIjowfX0sIklzVmlzaWJsZSI6dHJ1ZSwiV2lkdGgiOjAuMCwiSGVpZ2h0IjowLjAsIkJvcmRlclN0eWxlIjp7IiRpZCI6IjQ3NiIsIkxpbmVDb2xvciI6bnVsbCwiTGluZVdlaWdodCI6MC4wLCJMaW5lVHlwZSI6MCwiUGFyZW50U3R5bGUiOm51bGx9LCJQYXJlbnRTdHlsZSI6bnVsbH0sIkR1cmF0aW9uU3R5bGUiOnsiJGlkIjoiNDc3IiwiRm9udFNldHRpbmdzIjp7IiRpZCI6IjQ3OCIsIkZvbnRTaXplIjoxMCwiRm9udE5hbWUiOiJDYWxpYnJpIiwiSXNCb2xkIjpmYWxzZSwiSXNJdGFsaWMiOmZhbHNlLCJJc1VuZGVybGluZWQiOmZhbHNlLCJQYXJlbnRTdHlsZSI6bnVsbH0sIkF1dG9TaXplIjowLCJGb3JlZ3JvdW5kIjp7IiRpZCI6IjQ3OSIsIkNvbG9yIjp7IiRpZCI6IjQ4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4MSIsIlRvcCI6MC4wLCJMZWZ0IjowLjAsIlJpZ2h0IjowLjAsIkJvdHRvbSI6MC4wfSwiUGFkZGluZyI6eyIkaWQiOiI0ODIiLCJUb3AiOjAuMCwiTGVmdCI6MC4wLCJSaWdodCI6MC4wLCJCb3R0b20iOjAuMH0sIkJhY2tncm91bmQiOnsiJGlkIjoiNDgzIiwiQ29sb3IiOnsiJGlkIjoiNDg0IiwiQSI6ODksIlIiOjAsIkciOjAsIkIiOjB9fSwiSXNWaXNpYmxlIjp0cnVlLCJXaWR0aCI6MC4wLCJIZWlnaHQiOjAuMCwiQm9yZGVyU3R5bGUiOnsiJGlkIjoiNDg1IiwiTGluZUNvbG9yIjpudWxsLCJMaW5lV2VpZ2h0IjowLjAsIkxpbmVUeXBlIjowLCJQYXJlbnRTdHlsZSI6bnVsbH0sIlBhcmVudFN0eWxlIjpudWxsfSwiSG9yaXpvbnRhbENvbm5lY3RvclN0eWxlIjp7IiRpZCI6IjQ4NiIsIkxpbmVDb2xvciI6eyIkaWQiOiI0ODciLCIkdHlwZSI6Ik5MUkUuQ29tbW9uLkRvbS5Tb2xpZENvbG9yQnJ1c2gsIE5MUkUuQ29tbW9uIiwiQ29sb3IiOnsiJGlkIjoiNDg4IiwiQSI6MjU1LCJSIjoyMDQsIkciOjIwNCwiQiI6MjA0fX0sIkxpbmVXZWlnaHQiOjEuMCwiTGluZVR5cGUiOjAsIlBhcmVudFN0eWxlIjpudWxsfSwiVmVydGljYWxDb25uZWN0b3JTdHlsZSI6eyIkaWQiOiI0ODkiLCJMaW5lQ29sb3IiOnsiJGlkIjoiNDkwIiwiJHR5cGUiOiJOTFJFLkNvbW1vbi5Eb20uU29saWRDb2xvckJydXNoLCBOTFJFLkNvbW1vbiIsIkNvbG9yIjp7IiRpZCI6IjQ5MS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VmFyaWFuY2VQb3NpdGlvbiI6NiwiU3BhY2luZyI6MywiSXNCZWxvd1RpbWViYW5kIjp0cnVlLCJQZXJjZW50YWdlQ29tcGxldGVTaGFwZU9wYWNpdHkiOjM1LCJCYXNlbGluZVN0eWxlIjp7IiRpZCI6IjQ5MiIsIlNoYXBlU3R5bGUiOnsiJGlkIjoiNDkzIiwiTWFyZ2luIjp7IiRpZCI6IjQ5NCIsIlRvcCI6MC4wLCJMZWZ0IjowLjAsIlJpZ2h0IjowLjAsIkJvdHRvbSI6MC4wfSwiUGFkZGluZyI6eyIkaWQiOiI0OTUiLCJUb3AiOjAuMCwiTGVmdCI6MC4wLCJSaWdodCI6MC4wLCJCb3R0b20iOjAuMH0sIkJhY2tncm91bmQiOnsiJGlkIjoiNDk2IiwiQ29sb3IiOnsiJGlkIjoiNDk3IiwiQSI6MTUzLCJSIjowLCJHIjowLCJCIjowfX0sIklzVmlzaWJsZSI6ZmFsc2UsIldpZHRoIjowLjAsIkhlaWdodCI6MC4wLCJCb3JkZXJTdHlsZSI6bnVsbCwiUGFyZW50U3R5bGUiOm51bGx9LCJNYXJnaW4iOnsiJGlkIjoiNDk4IiwiVG9wIjowLjAsIkxlZnQiOjAuMCwiUmlnaHQiOjAuMCwiQm90dG9tIjowLjB9LCJQYWRkaW5nIjp7IiRpZCI6IjQ5OSIsIlRvcCI6MC4wLCJMZWZ0IjowLjAsIlJpZ2h0IjowLjAsIkJvdHRvbSI6MC4wfSwiQmFja2dyb3VuZCI6bnVsbCwiSXNWaXNpYmxlIjp0cnVlLCJXaWR0aCI6MC4wLCJIZWlnaHQiOjAuMCwiQm9yZGVyU3R5bGUiOm51bGwsIlBhcmVudFN0eWxlIjpudWxsfSwiU2hhcGVTdHlsZSI6eyIkaWQiOiI1MDAiLCJNYXJnaW4iOnsiJGlkIjoiNTAxIiwiVG9wIjowLjAsIkxlZnQiOjQuMCwiUmlnaHQiOjQuMCwiQm90dG9tIjowLjB9LCJQYWRkaW5nIjp7IiRpZCI6IjUwMiIsIlRvcCI6MC4wLCJMZWZ0IjowLjAsIlJpZ2h0IjowLjAsIkJvdHRvbSI6MC4wfSwiQmFja2dyb3VuZCI6eyIkaWQiOiI1MDMiLCJDb2xvciI6eyIkaWQiOiI1MDQiLCJBIjoyNTUsIlIiOjgyLCJHIjoxNDcsIkIiOjIwNX19LCJJc1Zpc2libGUiOnRydWUsIldpZHRoIjoxMC4wLCJIZWlnaHQiOjEwLjAsIkJvcmRlclN0eWxlIjp7IiRpZCI6IjUwNSIsIkxpbmVDb2xvciI6eyIkaWQiOiI1MDYiLCIkdHlwZSI6Ik5MUkUuQ29tbW9uLkRvbS5Tb2xpZENvbG9yQnJ1c2gsIE5MUkUuQ29tbW9uIiwiQ29sb3IiOnsiJGlkIjoiNTA3IiwiQSI6MjU1LCJSIjoyMzQsIkciOjIyLCJCIjozMH19LCJMaW5lV2VpZ2h0IjowLjAsIkxpbmVUeXBlIjowLCJQYXJlbnRTdHlsZSI6bnVsbH0sIlBhcmVudFN0eWxlIjpudWxsfSwiVGl0bGVTdHlsZSI6eyIkaWQiOiI1MDgiLCJGb250U2V0dGluZ3MiOnsiJGlkIjoiNTA5IiwiRm9udFNpemUiOjExLCJGb250TmFtZSI6IkNhbGlicmkiLCJJc0JvbGQiOmZhbHNlLCJJc0l0YWxpYyI6ZmFsc2UsIklzVW5kZXJsaW5lZCI6ZmFsc2UsIlBhcmVudFN0eWxlIjpudWxsfSwiQXV0b1NpemUiOjIsIkZvcmVncm91bmQiOnsiJGlkIjoiNTEwIiwiQ29sb3IiOnsiJGlkIjoiNTExIiwiQSI6MjU1LCJSIjowLCJHIjowLCJCIjowfX0sIk1heFdpZHRoIjoxMjAuMCwiTWF4SGVpZ2h0IjoiSW5maW5pdHkiLCJTbWFydEZvcmVncm91bmRJc0FjdGl2ZSI6ZmFsc2UsIkhvcml6b250YWxBbGlnbm1lbnQiOjIsIlZlcnRpY2FsQWxpZ25tZW50IjowLCJTbWFydEZvcmVncm91bmQiOm51bGwsIkJhY2tncm91bmRGaWxsVHlwZSI6MCwiTWFyZ2luIjp7IiRpZCI6IjUxMiIsIlRvcCI6MC4wLCJMZWZ0IjowLjAsIlJpZ2h0IjowLjAsIkJvdHRvbSI6MC4wfSwiUGFkZGluZyI6eyIkaWQiOiI1MTMiLCJUb3AiOjAuMCwiTGVmdCI6MC4wLCJSaWdodCI6MC4wLCJCb3R0b20iOjAuMH0sIkJhY2tncm91bmQiOnsiJGlkIjoiNTE0IiwiQ29sb3IiOnsiJGlkIjoiNTE1IiwiQSI6MCwiUiI6MjU1LCJHIjoyNTUsIkIiOjI1NX19LCJJc1Zpc2libGUiOnRydWUsIldpZHRoIjowLjAsIkhlaWdodCI6MC4wLCJCb3JkZXJTdHlsZSI6eyIkaWQiOiI1MTYiLCJMaW5lQ29sb3IiOm51bGwsIkxpbmVXZWlnaHQiOjAuMCwiTGluZVR5cGUiOjAsIlBhcmVudFN0eWxlIjpudWxsfSwiUGFyZW50U3R5bGUiOm51bGx9LCJEYXRlU3R5bGUiOnsiJGlkIjoiNTE3IiwiRm9udFNldHRpbmdzIjp7IiRpZCI6IjUxOCIsIkZvbnRTaXplIjoxMCwiRm9udE5hbWUiOiJDYWxpYnJpIiwiSXNCb2xkIjpmYWxzZSwiSXNJdGFsaWMiOmZhbHNlLCJJc1VuZGVybGluZWQiOmZhbHNlLCJQYXJlbnRTdHlsZSI6bnVsbH0sIkF1dG9TaXplIjowLCJGb3JlZ3JvdW5kIjp7IiRpZCI6IjUxOSIsIkNvbG9yIjp7IiRpZCI6IjUy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IxIiwiVG9wIjowLjAsIkxlZnQiOjAuMCwiUmlnaHQiOjAuMCwiQm90dG9tIjowLjB9LCJQYWRkaW5nIjp7IiRpZCI6IjUyMiIsIlRvcCI6MC4wLCJMZWZ0IjowLjAsIlJpZ2h0IjowLjAsIkJvdHRvbSI6MC4wfSwiQmFja2dyb3VuZCI6eyIkaWQiOiI1MjMiLCJDb2xvciI6eyIkaWQiOiI1MjQiLCJBIjo4OSwiUiI6MCwiRyI6MCwiQiI6MH19LCJJc1Zpc2libGUiOnRydWUsIldpZHRoIjowLjAsIkhlaWdodCI6MC4wLCJCb3JkZXJTdHlsZSI6eyIkaWQiOiI1MjUiLCJMaW5lQ29sb3IiOm51bGwsIkxpbmVXZWlnaHQiOjAuMCwiTGluZVR5cGUiOjAsIlBhcmVudFN0eWxlIjpudWxsfSwiUGFyZW50U3R5bGUiOm51bGx9LCJEYXRlRm9ybWF0Ijp7IiRpZCI6IjUy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jciLCJGb3JtYXQiOjAsIklzVmlzaWJsZSI6ZmFsc2UsIkxhc3RLbm93blZpc2liaWxpdHlTdGF0ZSI6ZmFsc2V9LCJJc1Zpc2libGUiOnRydWUsIlZhcmlhbmNlU3R5bGUiOnsiJGlkIjoiNTI4IiwiVGV4dFN0eWxlIjp7IiRpZCI6IjUyOSIsIkZvbnRTZXR0aW5ncyI6eyIkaWQiOiI1MzAiLCJGb250U2l6ZSI6MTAsIkZvbnROYW1lIjoiQ2FsaWJyaSIsIklzQm9sZCI6ZmFsc2UsIklzSXRhbGljIjpmYWxzZSwiSXNVbmRlcmxpbmVkIjpmYWxzZSwiUGFyZW50U3R5bGUiOm51bGx9LCJBdXRvU2l6ZSI6MCwiRm9yZWdyb3VuZCI6eyIkaWQiOiI1MzEiLCJDb2xvciI6eyIkaWQiOiI1Mz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zIiwiVG9wIjowLjAsIkxlZnQiOjAuMCwiUmlnaHQiOjAuMCwiQm90dG9tIjowLjB9LCJQYWRkaW5nIjp7IiRpZCI6IjUzNCIsIlRvcCI6MC4wLCJMZWZ0IjowLjAsIlJpZ2h0IjowLjAsIkJvdHRvbSI6MC4wfSwiQmFja2dyb3VuZCI6eyIkaWQiOiI1MzUiLCJDb2xvciI6eyIkaWQiOiI1MzYiLCJBIjo1MCwiUiI6MCwiRyI6MCwiQiI6MH19LCJJc1Zpc2libGUiOnRydWUsIldpZHRoIjowLjAsIkhlaWdodCI6MC4wLCJCb3JkZXJTdHlsZSI6bnVsbCwiUGFyZW50U3R5bGUiOm51bGx9LCJQYXJlbnRTdHlsZSI6bnVsbH0sIlBhcmVudFN0eWxlIjpudWxsfSwiSW5kZXgiOjcsIlNtYXJ0RHVyYXRpb25BY3RpdmF0ZWQiOmZhbHNlLCJEYXRlRm9ybWF0Ijp7IiRyZWYiOiI1MjYifSwiV2Vla051bWJlcmluZyI6eyIkaWQiOiI1MzciLCJGb3JtYXQiOjAsIklzVmlzaWJsZSI6ZmFsc2UsIkxhc3RLbm93blZpc2liaWxpdHlTdGF0ZSI6ZmFsc2V9LCJCYXNlbGluZURhdGEiOnsiJGlkIjoiNTM4IiwiU3RhcnREYXRlIjoiMjAyNi0wOS0wM1QwMDowMDowMCIsIkVuZERhdGUiOiIyMDI2LTA5LTE2VDIzOjU5OjAwIn0sIklkIjoiY2FhYTRlNWQtNWYzYS00ZjUyLTkwY2MtNTBiZmUwMzU5YzA4IiwiSW1wb3J0SWQiOm51bGwsIlRpdGxlIjoiU3lzdGVtIE9uIEJvYXJkIChSVEszNTApIiwiTm90ZSI6bnVsbCwiSHlwZXJsaW5rIjp7IiRpZCI6IjUzOSIsIkFkZHJlc3MiOiIiLCJTdWJBZGRyZXNzIjoiIn0sIklzQ2hhbmdlZCI6ZmFsc2UsIklzTmV3IjpmYWxzZX19XSwiX21pbGVzdG9uZXMiOltdLCJJZCI6IjAwMDAwMDAwLTAwMDAtMDAwMC0wMDAwLTAwMDAwMDAwMDAwMCIsIklzU2luZ2xlSXRlbVJvdyI6dHJ1ZX0seyIkaWQiOiI1NDAiLCJfdGFza3MiOlt7IiRpZCI6IjU0MSIsIl9hdHRhY2hlZE1pbGVzdG9uZXMiOltdLCJUYXNrRGVmaW5pdGlvbiI6eyIkaWQiOiI1NDIiLCJHcm91cE5hbWUiOm51bGwsIlN0YXJ0RGF0ZSI6IjIwMjYtMDktMTdUMDA6MDA6MDAiLCJFbmREYXRlIjoiMjAyNi0xMS0xNlQyMzo1OTowMCIsIlBlcmNlbnRhZ2VDb21wbGV0ZSI6bnVsbCwiU3R5bGUiOnsiJGlkIjoiNTQzIiwiU2hhcGUiOjEsIlNoYXBlVGhpY2tuZXNzIjowLCJEdXJhdGlvbkZvcm1hdCI6MCwiSW5jbHVkZU5vbldvcmtpbmdEYXlzSW5EdXJhdGlvbiI6ZmFsc2UsIlBlcmNlbnRhZ2VDb21wbGV0ZVN0eWxlIjp7IiRpZCI6IjU0NCIsIkZvbnRTZXR0aW5ncyI6eyIkaWQiOiI1NDUiLCJGb250U2l6ZSI6MTAsIkZvbnROYW1lIjoiQ2FsaWJyaSIsIklzQm9sZCI6ZmFsc2UsIklzSXRhbGljIjpmYWxzZSwiSXNVbmRlcmxpbmVkIjpmYWxzZSwiUGFyZW50U3R5bGUiOm51bGx9LCJBdXRvU2l6ZSI6MCwiRm9yZWdyb3VuZCI6eyIkaWQiOiI1NDYiLCJDb2xvciI6eyIkaWQiOiI1ND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1NDgiLCJUb3AiOjAuMCwiTGVmdCI6MC4wLCJSaWdodCI6MC4wLCJCb3R0b20iOjAuMH0sIlBhZGRpbmciOnsiJGlkIjoiNTQ5IiwiVG9wIjowLjAsIkxlZnQiOjAuMCwiUmlnaHQiOjAuMCwiQm90dG9tIjowLjB9LCJCYWNrZ3JvdW5kIjp7IiRpZCI6IjU1MCIsIkNvbG9yIjp7IiRpZCI6IjU1MSIsIkEiOjg5LCJSIjowLCJHIjowLCJCIjowfX0sIklzVmlzaWJsZSI6dHJ1ZSwiV2lkdGgiOjAuMCwiSGVpZ2h0IjowLjAsIkJvcmRlclN0eWxlIjp7IiRpZCI6IjU1MiIsIkxpbmVDb2xvciI6bnVsbCwiTGluZVdlaWdodCI6MC4wLCJMaW5lVHlwZSI6MCwiUGFyZW50U3R5bGUiOm51bGx9LCJQYXJlbnRTdHlsZSI6bnVsbH0sIkR1cmF0aW9uU3R5bGUiOnsiJGlkIjoiNTUzIiwiRm9udFNldHRpbmdzIjp7IiRpZCI6IjU1NCIsIkZvbnRTaXplIjoxMCwiRm9udE5hbWUiOiJDYWxpYnJpIiwiSXNCb2xkIjpmYWxzZSwiSXNJdGFsaWMiOmZhbHNlLCJJc1VuZGVybGluZWQiOmZhbHNlLCJQYXJlbnRTdHlsZSI6bnVsbH0sIkF1dG9TaXplIjowLCJGb3JlZ3JvdW5kIjp7IiRpZCI6IjU1NSIsIkNvbG9yIjp7IiRpZCI6IjU1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1NyIsIlRvcCI6MC4wLCJMZWZ0IjowLjAsIlJpZ2h0IjowLjAsIkJvdHRvbSI6MC4wfSwiUGFkZGluZyI6eyIkaWQiOiI1NTgiLCJUb3AiOjAuMCwiTGVmdCI6MC4wLCJSaWdodCI6MC4wLCJCb3R0b20iOjAuMH0sIkJhY2tncm91bmQiOnsiJGlkIjoiNTU5IiwiQ29sb3IiOnsiJGlkIjoiNTYwIiwiQSI6ODksIlIiOjAsIkciOjAsIkIiOjB9fSwiSXNWaXNpYmxlIjp0cnVlLCJXaWR0aCI6MC4wLCJIZWlnaHQiOjAuMCwiQm9yZGVyU3R5bGUiOnsiJGlkIjoiNTYxIiwiTGluZUNvbG9yIjpudWxsLCJMaW5lV2VpZ2h0IjowLjAsIkxpbmVUeXBlIjowLCJQYXJlbnRTdHlsZSI6bnVsbH0sIlBhcmVudFN0eWxlIjpudWxsfSwiSG9yaXpvbnRhbENvbm5lY3RvclN0eWxlIjp7IiRpZCI6IjU2MiIsIkxpbmVDb2xvciI6eyIkaWQiOiI1NjMiLCIkdHlwZSI6Ik5MUkUuQ29tbW9uLkRvbS5Tb2xpZENvbG9yQnJ1c2gsIE5MUkUuQ29tbW9uIiwiQ29sb3IiOnsiJGlkIjoiNTY0IiwiQSI6MjU1LCJSIjoyMDQsIkciOjIwNCwiQiI6MjA0fX0sIkxpbmVXZWlnaHQiOjEuMCwiTGluZVR5cGUiOjAsIlBhcmVudFN0eWxlIjpudWxsfSwiVmVydGljYWxDb25uZWN0b3JTdHlsZSI6eyIkaWQiOiI1NjUiLCJMaW5lQ29sb3IiOnsiJGlkIjoiNTY2IiwiJHR5cGUiOiJOTFJFLkNvbW1vbi5Eb20uU29saWRDb2xvckJydXNoLCBOTFJFLkNvbW1vbiIsIkNvbG9yIjp7IiRpZCI6IjU2Ny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VmFyaWFuY2VQb3NpdGlvbiI6NiwiU3BhY2luZyI6MywiSXNCZWxvd1RpbWViYW5kIjp0cnVlLCJQZXJjZW50YWdlQ29tcGxldGVTaGFwZU9wYWNpdHkiOjM1LCJCYXNlbGluZVN0eWxlIjp7IiRpZCI6IjU2OCIsIlNoYXBlU3R5bGUiOnsiJGlkIjoiNTY5IiwiTWFyZ2luIjp7IiRpZCI6IjU3MCIsIlRvcCI6MC4wLCJMZWZ0IjowLjAsIlJpZ2h0IjowLjAsIkJvdHRvbSI6MC4wfSwiUGFkZGluZyI6eyIkaWQiOiI1NzEiLCJUb3AiOjAuMCwiTGVmdCI6MC4wLCJSaWdodCI6MC4wLCJCb3R0b20iOjAuMH0sIkJhY2tncm91bmQiOnsiJGlkIjoiNTcyIiwiQ29sb3IiOnsiJGlkIjoiNTczIiwiQSI6MTUzLCJSIjowLCJHIjowLCJCIjowfX0sIklzVmlzaWJsZSI6ZmFsc2UsIldpZHRoIjowLjAsIkhlaWdodCI6MC4wLCJCb3JkZXJTdHlsZSI6bnVsbCwiUGFyZW50U3R5bGUiOm51bGx9LCJNYXJnaW4iOnsiJGlkIjoiNTc0IiwiVG9wIjowLjAsIkxlZnQiOjAuMCwiUmlnaHQiOjAuMCwiQm90dG9tIjowLjB9LCJQYWRkaW5nIjp7IiRpZCI6IjU3NSIsIlRvcCI6MC4wLCJMZWZ0IjowLjAsIlJpZ2h0IjowLjAsIkJvdHRvbSI6MC4wfSwiQmFja2dyb3VuZCI6bnVsbCwiSXNWaXNpYmxlIjp0cnVlLCJXaWR0aCI6MC4wLCJIZWlnaHQiOjAuMCwiQm9yZGVyU3R5bGUiOm51bGwsIlBhcmVudFN0eWxlIjpudWxsfSwiU2hhcGVTdHlsZSI6eyIkaWQiOiI1NzYiLCJNYXJnaW4iOnsiJGlkIjoiNTc3IiwiVG9wIjowLjAsIkxlZnQiOjQuMCwiUmlnaHQiOjQuMCwiQm90dG9tIjowLjB9LCJQYWRkaW5nIjp7IiRpZCI6IjU3OCIsIlRvcCI6MC4wLCJMZWZ0IjowLjAsIlJpZ2h0IjowLjAsIkJvdHRvbSI6MC4wfSwiQmFja2dyb3VuZCI6eyIkaWQiOiI1NzkiLCJDb2xvciI6eyIkaWQiOiI1ODAiLCJBIjoyNTUsIlIiOjgyLCJHIjoxNDcsIkIiOjIwNX19LCJJc1Zpc2libGUiOnRydWUsIldpZHRoIjoxOTQuMCwiSGVpZ2h0IjoxMC4wLCJCb3JkZXJTdHlsZSI6eyIkaWQiOiI1ODEiLCJMaW5lQ29sb3IiOnsiJGlkIjoiNTgyIiwiJHR5cGUiOiJOTFJFLkNvbW1vbi5Eb20uU29saWRDb2xvckJydXNoLCBOTFJFLkNvbW1vbiIsIkNvbG9yIjp7IiRpZCI6IjU4MyIsIkEiOjI1NSwiUiI6MjM0LCJHIjoyMiwiQiI6MzB9fSwiTGluZVdlaWdodCI6MC4wLCJMaW5lVHlwZSI6MCwiUGFyZW50U3R5bGUiOm51bGx9LCJQYXJlbnRTdHlsZSI6bnVsbH0sIlRpdGxlU3R5bGUiOnsiJGlkIjoiNTg0IiwiRm9udFNldHRpbmdzIjp7IiRpZCI6IjU4NSIsIkZvbnRTaXplIjoxMSwiRm9udE5hbWUiOiJDYWxpYnJpIiwiSXNCb2xkIjpmYWxzZSwiSXNJdGFsaWMiOmZhbHNlLCJJc1VuZGVybGluZWQiOmZhbHNlLCJQYXJlbnRTdHlsZSI6bnVsbH0sIkF1dG9TaXplIjoyLCJGb3JlZ3JvdW5kIjp7IiRpZCI6IjU4NiIsIkNvbG9yIjp7IiRpZCI6IjU4NyIsIkEiOjI1NSwiUiI6MCwiRyI6MCwiQiI6MH19LCJNYXhXaWR0aCI6MjkuMCwiTWF4SGVpZ2h0IjoiSW5maW5pdHkiLCJTbWFydEZvcmVncm91bmRJc0FjdGl2ZSI6ZmFsc2UsIkhvcml6b250YWxBbGlnbm1lbnQiOjEsIlZlcnRpY2FsQWxpZ25tZW50IjowLCJTbWFydEZvcmVncm91bmQiOm51bGwsIkJhY2tncm91bmRGaWxsVHlwZSI6MCwiTWFyZ2luIjp7IiRpZCI6IjU4OCIsIlRvcCI6MC4wLCJMZWZ0IjowLjAsIlJpZ2h0IjowLjAsIkJvdHRvbSI6MC4wfSwiUGFkZGluZyI6eyIkaWQiOiI1ODkiLCJUb3AiOjAuMCwiTGVmdCI6MC4wLCJSaWdodCI6MC4wLCJCb3R0b20iOjAuMH0sIkJhY2tncm91bmQiOnsiJGlkIjoiNTkwIiwiQ29sb3IiOnsiJGlkIjoiNTkxIiwiQSI6MCwiUiI6MjU1LCJHIjoyNTUsIkIiOjI1NX19LCJJc1Zpc2libGUiOnRydWUsIldpZHRoIjowLjAsIkhlaWdodCI6MC4wLCJCb3JkZXJTdHlsZSI6eyIkaWQiOiI1OTIiLCJMaW5lQ29sb3IiOm51bGwsIkxpbmVXZWlnaHQiOjAuMCwiTGluZVR5cGUiOjAsIlBhcmVudFN0eWxlIjpudWxsfSwiUGFyZW50U3R5bGUiOm51bGx9LCJEYXRlU3R5bGUiOnsiJGlkIjoiNTkzIiwiRm9udFNldHRpbmdzIjp7IiRpZCI6IjU5NCIsIkZvbnRTaXplIjoxMCwiRm9udE5hbWUiOiJDYWxpYnJpIiwiSXNCb2xkIjpmYWxzZSwiSXNJdGFsaWMiOmZhbHNlLCJJc1VuZGVybGluZWQiOmZhbHNlLCJQYXJlbnRTdHlsZSI6bnVsbH0sIkF1dG9TaXplIjowLCJGb3JlZ3JvdW5kIjp7IiRpZCI6IjU5NSIsIkNvbG9yIjp7IiRpZCI6IjU5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k3IiwiVG9wIjowLjAsIkxlZnQiOjAuMCwiUmlnaHQiOjAuMCwiQm90dG9tIjowLjB9LCJQYWRkaW5nIjp7IiRpZCI6IjU5OCIsIlRvcCI6MC4wLCJMZWZ0IjowLjAsIlJpZ2h0IjowLjAsIkJvdHRvbSI6MC4wfSwiQmFja2dyb3VuZCI6eyIkaWQiOiI1OTkiLCJDb2xvciI6eyIkaWQiOiI2MDAiLCJBIjo4OSwiUiI6MCwiRyI6MCwiQiI6MH19LCJJc1Zpc2libGUiOnRydWUsIldpZHRoIjowLjAsIkhlaWdodCI6MC4wLCJCb3JkZXJTdHlsZSI6eyIkaWQiOiI2MDEiLCJMaW5lQ29sb3IiOm51bGwsIkxpbmVXZWlnaHQiOjAuMCwiTGluZVR5cGUiOjAsIlBhcmVudFN0eWxlIjpudWxsfSwiUGFyZW50U3R5bGUiOm51bGx9LCJEYXRlRm9ybWF0Ijp7IiRpZCI6IjYw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MDMiLCJGb3JtYXQiOjAsIklzVmlzaWJsZSI6ZmFsc2UsIkxhc3RLbm93blZpc2liaWxpdHlTdGF0ZSI6ZmFsc2V9LCJJc1Zpc2libGUiOnRydWUsIlZhcmlhbmNlU3R5bGUiOnsiJGlkIjoiNjA0IiwiVGV4dFN0eWxlIjp7IiRpZCI6IjYwNSIsIkZvbnRTZXR0aW5ncyI6eyIkaWQiOiI2MDYiLCJGb250U2l6ZSI6MTAsIkZvbnROYW1lIjoiQ2FsaWJyaSIsIklzQm9sZCI6ZmFsc2UsIklzSXRhbGljIjpmYWxzZSwiSXNVbmRlcmxpbmVkIjpmYWxzZSwiUGFyZW50U3R5bGUiOm51bGx9LCJBdXRvU2l6ZSI6MCwiRm9yZWdyb3VuZCI6eyIkaWQiOiI2MDciLCJDb2xvciI6eyIkaWQiOiI2M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jA5IiwiVG9wIjowLjAsIkxlZnQiOjAuMCwiUmlnaHQiOjAuMCwiQm90dG9tIjowLjB9LCJQYWRkaW5nIjp7IiRpZCI6IjYxMCIsIlRvcCI6MC4wLCJMZWZ0IjowLjAsIlJpZ2h0IjowLjAsIkJvdHRvbSI6MC4wfSwiQmFja2dyb3VuZCI6eyIkaWQiOiI2MTEiLCJDb2xvciI6eyIkaWQiOiI2MTIiLCJBIjo1MCwiUiI6MCwiRyI6MCwiQiI6MH19LCJJc1Zpc2libGUiOnRydWUsIldpZHRoIjowLjAsIkhlaWdodCI6MC4wLCJCb3JkZXJTdHlsZSI6bnVsbCwiUGFyZW50U3R5bGUiOm51bGx9LCJQYXJlbnRTdHlsZSI6bnVsbH0sIlBhcmVudFN0eWxlIjpudWxsfSwiSW5kZXgiOjgsIlNtYXJ0RHVyYXRpb25BY3RpdmF0ZWQiOmZhbHNlLCJEYXRlRm9ybWF0Ijp7IiRyZWYiOiI2MDIifSwiV2Vla051bWJlcmluZyI6eyIkaWQiOiI2MTMiLCJGb3JtYXQiOjAsIklzVmlzaWJsZSI6ZmFsc2UsIkxhc3RLbm93blZpc2liaWxpdHlTdGF0ZSI6ZmFsc2V9LCJCYXNlbGluZURhdGEiOnsiJGlkIjoiNjE0IiwiU3RhcnREYXRlIjoiMjAyNi0wOS0xN1QwMDowMDowMCIsIkVuZERhdGUiOiIyMDI2LTExLTE2VDIzOjU5OjAwIn0sIklkIjoiNDVhODJjZTUtNzFhNC00ZTI4LTg0MGQtZTlhNWI5OGU0ODBlIiwiSW1wb3J0SWQiOm51bGwsIlRpdGxlIjoiRmxpZ2h0cyIsIk5vdGUiOm51bGwsIkh5cGVybGluayI6eyIkaWQiOiI2MTUiLCJBZGRyZXNzIjoiIiwiU3ViQWRkcmVzcyI6IiJ9LCJJc0NoYW5nZWQiOmZhbHNlLCJJc05ldyI6ZmFsc2V9fV0sIl9taWxlc3RvbmVzIjpbXSwiSWQiOiIwMDAwMDAwMC0wMDAwLTAwMDAtMDAwMC0wMDAwMDAwMDAwMDAiLCJJc1NpbmdsZUl0ZW1Sb3ciOnRydWV9LHsiJGlkIjoiNjE2IiwiX3Rhc2tzIjpbeyIkaWQiOiI2MTciLCJfYXR0YWNoZWRNaWxlc3RvbmVzIjpbeyIkaWQiOiI2MTgiLCJEYXRlIjoiMjAyNi0xMS0xNVQyMzo1OTowMCIsIlN0eWxlIjp7IiRpZCI6IjYxOSIsIlNoYXBlIjoxLCJDb25uZWN0b3JNYXJnaW4iOnsiJGlkIjoiNjIwIiwiVG9wIjowLjAsIkxlZnQiOjIuMCwiUmlnaHQiOjIuMCwiQm90dG9tIjowLjB9LCJDb25uZWN0b3JTdHlsZSI6eyIkaWQiOiI2MjEiLCJMaW5lQ29sb3IiOnsiJGlkIjoiNjIyIiwiJHR5cGUiOiJOTFJFLkNvbW1vbi5Eb20uU29saWRDb2xvckJydXNoLCBOTFJFLkNvbW1vbiIsIkNvbG9yIjp7IiRpZCI6IjYyMyIsIkEiOjEyNywiUiI6NjgsIkciOjg0LCJCIjoxMDZ9fSwiTGluZVdlaWdodCI6MS4wLCJMaW5lVHlwZSI6MCwiUGFyZW50U3R5bGUiOm51bGx9LCJJc0JlbG93VGltZWJhbmQiOnRydWUsIlBvc2l0aW9uT25UYXNrIjozLCJIaWRlRGF0ZSI6ZmFsc2UsIlNoYXBlU2l6ZSI6MCwiU3BhY2luZyI6MC4wLCJQYWRkaW5nIjp7IiRpZCI6IjYyNCIsIlRvcCI6NS4wLCJMZWZ0IjozLjAsIlJpZ2h0IjowLjAsIkJvdHRvbSI6Mi4wfSwiU2hhcGVTdHlsZSI6eyIkaWQiOiI2MjUiLCJNYXJnaW4iOnsiJGlkIjoiNjI2IiwiVG9wIjowLjAsIkxlZnQiOjAuMCwiUmlnaHQiOjAuMCwiQm90dG9tIjowLjB9LCJQYWRkaW5nIjp7IiRpZCI6IjYyNyIsIlRvcCI6MC4wLCJMZWZ0IjowLjAsIlJpZ2h0IjowLjAsIkJvdHRvbSI6MC4wfSwiQmFja2dyb3VuZCI6eyIkaWQiOiI2MjgiLCJDb2xvciI6eyIkaWQiOiI2MjkiLCJBIjoyNTUsIlIiOjY4LCJHIjo4NCwiQiI6MTA2fX0sIklzVmlzaWJsZSI6dHJ1ZSwiV2lkdGgiOjEyLjAsIkhlaWdodCI6MTQuMCwiQm9yZGVyU3R5bGUiOnsiJGlkIjoiNjMwIiwiTGluZUNvbG9yIjp7IiRpZCI6IjYzMSIsIiR0eXBlIjoiTkxSRS5Db21tb24uRG9tLlNvbGlkQ29sb3JCcnVzaCwgTkxSRS5Db21tb24iLCJDb2xvciI6eyIkaWQiOiI2MzIiLCJBIjoyNTUsIlIiOjIzNCwiRyI6MjIsIkIiOjMwfX0sIkxpbmVXZWlnaHQiOjAuMCwiTGluZVR5cGUiOjAsIlBhcmVudFN0eWxlIjpudWxsfSwiUGFyZW50U3R5bGUiOm51bGx9LCJUaXRsZVN0eWxlIjp7IiRpZCI6IjYzMyIsIkZvbnRTZXR0aW5ncyI6eyIkaWQiOiI2MzQiLCJGb250U2l6ZSI6MTEsIkZvbnROYW1lIjoiQ2FsaWJyaSIsIklzQm9sZCI6dHJ1ZSwiSXNJdGFsaWMiOmZhbHNlLCJJc1VuZGVybGluZWQiOmZhbHNlLCJQYXJlbnRTdHlsZSI6bnVsbH0sIkF1dG9TaXplIjoyLCJGb3JlZ3JvdW5kIjp7IiRpZCI6IjYzNSIsIkNvbG9yIjp7IiRpZCI6IjYzNiIsIkEiOjI1NSwiUiI6MCwiRyI6MCwiQiI6MH19LCJNYXhXaWR0aCI6NjcuMCwiTWF4SGVpZ2h0IjoiSW5maW5pdHkiLCJTbWFydEZvcmVncm91bmRJc0FjdGl2ZSI6ZmFsc2UsIkhvcml6b250YWxBbGlnbm1lbnQiOjEsIlZlcnRpY2FsQWxpZ25tZW50IjowLCJTbWFydEZvcmVncm91bmQiOm51bGwsIkJhY2tncm91bmRGaWxsVHlwZSI6MCwiTWFyZ2luIjp7IiRpZCI6IjYzNyIsIlRvcCI6MC4wLCJMZWZ0IjowLjAsIlJpZ2h0IjowLjAsIkJvdHRvbSI6MC4wfSwiUGFkZGluZyI6eyIkaWQiOiI2MzgiLCJUb3AiOjAuMCwiTGVmdCI6MC4wLCJSaWdodCI6MC4wLCJCb3R0b20iOjAuMH0sIkJhY2tncm91bmQiOnsiJGlkIjoiNjM5IiwiQ29sb3IiOnsiJGlkIjoiNjQwIiwiQSI6MCwiUiI6MjU1LCJHIjoyNTUsIkIiOjI1NX19LCJJc1Zpc2libGUiOnRydWUsIldpZHRoIjowLjAsIkhlaWdodCI6MC4wLCJCb3JkZXJTdHlsZSI6eyIkaWQiOiI2NDEiLCJMaW5lQ29sb3IiOm51bGwsIkxpbmVXZWlnaHQiOjAuMCwiTGluZVR5cGUiOjAsIlBhcmVudFN0eWxlIjpudWxsfSwiUGFyZW50U3R5bGUiOm51bGx9LCJEYXRlU3R5bGUiOnsiJGlkIjoiNjQyIiwiRm9udFNldHRpbmdzIjp7IiRpZCI6IjY0MyIsIkZvbnRTaXplIjoxMCwiRm9udE5hbWUiOiJDYWxpYnJpIiwiSXNCb2xkIjpmYWxzZSwiSXNJdGFsaWMiOmZhbHNlLCJJc1VuZGVybGluZWQiOmZhbHNlLCJQYXJlbnRTdHlsZSI6bnVsbH0sIkF1dG9TaXplIjowLCJGb3JlZ3JvdW5kIjp7IiRpZCI6IjY0NCIsIkNvbG9yIjp7IiRpZCI6IjY0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jQ2IiwiVG9wIjowLjAsIkxlZnQiOjAuMCwiUmlnaHQiOjAuMCwiQm90dG9tIjowLjB9LCJQYWRkaW5nIjp7IiRpZCI6IjY0NyIsIlRvcCI6MC4wLCJMZWZ0IjowLjAsIlJpZ2h0IjowLjAsIkJvdHRvbSI6MC4wfSwiQmFja2dyb3VuZCI6eyIkaWQiOiI2NDgiLCJDb2xvciI6eyIkaWQiOiI2NDkiLCJBIjowLCJSIjoyNTUsIkciOjI1NSwiQiI6MjU1fX0sIklzVmlzaWJsZSI6ZmFsc2UsIldpZHRoIjowLjAsIkhlaWdodCI6MC4wLCJCb3JkZXJTdHlsZSI6eyIkaWQiOiI2NTAiLCJMaW5lQ29sb3IiOm51bGwsIkxpbmVXZWlnaHQiOjAuMCwiTGluZVR5cGUiOjAsIlBhcmVudFN0eWxlIjpudWxsfSwiUGFyZW50U3R5bGUiOm51bGx9LCJEYXRlRm9ybWF0Ijp7IiRpZCI6IjY1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TIiLCJGb3JtYXQiOjAsIklzVmlzaWJsZSI6ZmFsc2UsIkxhc3RLbm93blZpc2liaWxpdHlTdGF0ZSI6ZmFsc2V9LCJJc1Zpc2libGUiOnRydWUsIlZhcmlhbmNlU3R5bGUiOnsiJGlkIjoiNjUzIiwiVGV4dFN0eWxlIjp7IiRpZCI6IjY1NCIsIkZvbnRTZXR0aW5ncyI6eyIkaWQiOiI2NTUiLCJGb250U2l6ZSI6MTAsIkZvbnROYW1lIjoiQ2FsaWJyaSIsIklzQm9sZCI6ZmFsc2UsIklzSXRhbGljIjpmYWxzZSwiSXNVbmRlcmxpbmVkIjpmYWxzZSwiUGFyZW50U3R5bGUiOm51bGx9LCJBdXRvU2l6ZSI6MCwiRm9yZWdyb3VuZCI6eyIkaWQiOiI2NTYiLCJDb2xvciI6eyIkaWQiOiI2NTc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jU4IiwiVG9wIjowLjAsIkxlZnQiOjAuMCwiUmlnaHQiOjAuMCwiQm90dG9tIjowLjB9LCJQYWRkaW5nIjp7IiRpZCI6IjY1OSIsIlRvcCI6MC4wLCJMZWZ0IjowLjAsIlJpZ2h0IjowLjAsIkJvdHRvbSI6MC4wfSwiQmFja2dyb3VuZCI6eyIkaWQiOiI2NjAiLCJDb2xvciI6eyIkaWQiOiI2NjEiLCJBIjo1MCwiUiI6MCwiRyI6MCwiQiI6MH19LCJJc1Zpc2libGUiOnRydWUsIldpZHRoIjowLjAsIkhlaWdodCI6MC4wLCJCb3JkZXJTdHlsZSI6bnVsbCwiUGFyZW50U3R5bGUiOm51bGx9LCJQYXJlbnRTdHlsZSI6bnVsbH0sIlBhcmVudFN0eWxlIjpudWxsfSwiSW5kZXgiOjExLCJQZXJjZW50YWdlQ29tcGxldGUiOm51bGwsIlBvc2l0aW9uIjp7IlJhdGlvIjowLjAsIklzQ3VzdG9tIjpmYWxzZX0sIkRhdGVGb3JtYXQiOnsiJHJlZiI6IjY1MSJ9LCJXZWVrTnVtYmVyaW5nIjp7IiRpZCI6IjY2MiIsIkZvcm1hdCI6MCwiSXNWaXNpYmxlIjpmYWxzZSwiTGFzdEtub3duVmlzaWJpbGl0eVN0YXRlIjpmYWxzZX0sIkJhc2VsaW5lRGF0YSI6eyIkaWQiOiI2NjMiLCJEYXRlIjoiMjAyNi0xMS0xNVQyMzo1OTowMCJ9LCJSZWxhdGVkVGFza0lkIjoiZGRmYTY1ZTAtYmRlNC00NTEyLTliODAtYTc5MzgzM2NiMmZlIiwiSWQiOiIwZTkwNjBlYy0xZDc0LTRhZGUtYTkzOS1hYmE4MmU5NjEyYWEiLCJJbXBvcnRJZCI6IiIsIlRpdGxlIjoiUmVzdWx0cyBSZXBvcnQiLCJOb3RlIjpudWxsLCJIeXBlcmxpbmsiOnsiJGlkIjoiNjY0IiwiQWRkcmVzcyI6IiIsIlN1YkFkZHJlc3MiOiIifSwiSXNDaGFuZ2VkIjpmYWxzZSwiSXNOZXciOmZhbHNlfV0sIlRhc2tEZWZpbml0aW9uIjp7IiRpZCI6IjY2NSIsIkdyb3VwTmFtZSI6bnVsbCwiU3RhcnREYXRlIjoiMjAyNi0wNy0yMFQwMDowMDowMCIsIkVuZERhdGUiOiIyMDI2LTExLTE2VDAwOjAxOjAwIiwiUGVyY2VudGFnZUNvbXBsZXRlIjpudWxsLCJTdHlsZSI6eyIkaWQiOiI2NjYiLCJTaGFwZSI6MSwiU2hhcGVUaGlja25lc3MiOjAsIkR1cmF0aW9uRm9ybWF0IjowLCJJbmNsdWRlTm9uV29ya2luZ0RheXNJbkR1cmF0aW9uIjpmYWxzZSwiUGVyY2VudGFnZUNvbXBsZXRlU3R5bGUiOnsiJGlkIjoiNjY3IiwiRm9udFNldHRpbmdzIjp7IiRpZCI6IjY2OCIsIkZvbnRTaXplIjoxMCwiRm9udE5hbWUiOiJDYWxpYnJpIiwiSXNCb2xkIjpmYWxzZSwiSXNJdGFsaWMiOmZhbHNlLCJJc1VuZGVybGluZWQiOmZhbHNlLCJQYXJlbnRTdHlsZSI6bnVsbH0sIkF1dG9TaXplIjowLCJGb3JlZ3JvdW5kIjp7IiRpZCI6IjY2OSIsIkNvbG9yIjp7IiRpZCI6IjY3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Y3MSIsIlRvcCI6MC4wLCJMZWZ0IjowLjAsIlJpZ2h0IjowLjAsIkJvdHRvbSI6MC4wfSwiUGFkZGluZyI6eyIkaWQiOiI2NzIiLCJUb3AiOjAuMCwiTGVmdCI6MC4wLCJSaWdodCI6MC4wLCJCb3R0b20iOjAuMH0sIkJhY2tncm91bmQiOnsiJGlkIjoiNjczIiwiQ29sb3IiOnsiJGlkIjoiNjc0IiwiQSI6ODksIlIiOjAsIkciOjAsIkIiOjB9fSwiSXNWaXNpYmxlIjp0cnVlLCJXaWR0aCI6MC4wLCJIZWlnaHQiOjAuMCwiQm9yZGVyU3R5bGUiOnsiJGlkIjoiNjc1IiwiTGluZUNvbG9yIjpudWxsLCJMaW5lV2VpZ2h0IjowLjAsIkxpbmVUeXBlIjowLCJQYXJlbnRTdHlsZSI6bnVsbH0sIlBhcmVudFN0eWxlIjpudWxsfSwiRHVyYXRpb25TdHlsZSI6eyIkaWQiOiI2NzYiLCJGb250U2V0dGluZ3MiOnsiJGlkIjoiNjc3IiwiRm9udFNpemUiOjEwLCJGb250TmFtZSI6IkNhbGlicmkiLCJJc0JvbGQiOmZhbHNlLCJJc0l0YWxpYyI6ZmFsc2UsIklzVW5kZXJsaW5lZCI6ZmFsc2UsIlBhcmVudFN0eWxlIjpudWxsfSwiQXV0b1NpemUiOjAsIkZvcmVncm91bmQiOnsiJGlkIjoiNjc4IiwiQ29sb3IiOnsiJGlkIjoiNjc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jgwIiwiVG9wIjowLjAsIkxlZnQiOjAuMCwiUmlnaHQiOjAuMCwiQm90dG9tIjowLjB9LCJQYWRkaW5nIjp7IiRpZCI6IjY4MSIsIlRvcCI6MC4wLCJMZWZ0IjowLjAsIlJpZ2h0IjowLjAsIkJvdHRvbSI6MC4wfSwiQmFja2dyb3VuZCI6eyIkaWQiOiI2ODIiLCJDb2xvciI6eyIkaWQiOiI2ODMiLCJBIjo4OSwiUiI6MCwiRyI6MCwiQiI6MH19LCJJc1Zpc2libGUiOnRydWUsIldpZHRoIjowLjAsIkhlaWdodCI6MC4wLCJCb3JkZXJTdHlsZSI6eyIkaWQiOiI2ODQiLCJMaW5lQ29sb3IiOm51bGwsIkxpbmVXZWlnaHQiOjAuMCwiTGluZVR5cGUiOjAsIlBhcmVudFN0eWxlIjpudWxsfSwiUGFyZW50U3R5bGUiOm51bGx9LCJIb3Jpem9udGFsQ29ubmVjdG9yU3R5bGUiOnsiJGlkIjoiNjg1IiwiTGluZUNvbG9yIjp7IiRpZCI6IjY4NiIsIiR0eXBlIjoiTkxSRS5Db21tb24uRG9tLlNvbGlkQ29sb3JCcnVzaCwgTkxSRS5Db21tb24iLCJDb2xvciI6eyIkaWQiOiI2ODciLCJBIjoyNTUsIlIiOjIwNCwiRyI6MjA0LCJCIjoyMDR9fSwiTGluZVdlaWdodCI6MS4wLCJMaW5lVHlwZSI6MCwiUGFyZW50U3R5bGUiOm51bGx9LCJWZXJ0aWNhbENvbm5lY3RvclN0eWxlIjp7IiRpZCI6IjY4OCIsIkxpbmVDb2xvciI6eyIkaWQiOiI2ODkiLCIkdHlwZSI6Ik5MUkUuQ29tbW9uLkRvbS5Tb2xpZENvbG9yQnJ1c2gsIE5MUkUuQ29tbW9uIiwiQ29sb3IiOnsiJGlkIjoiNjkw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WYXJpYW5jZVBvc2l0aW9uIjo2LCJTcGFjaW5nIjozLCJJc0JlbG93VGltZWJhbmQiOnRydWUsIlBlcmNlbnRhZ2VDb21wbGV0ZVNoYXBlT3BhY2l0eSI6MzUsIkJhc2VsaW5lU3R5bGUiOnsiJGlkIjoiNjkxIiwiU2hhcGVTdHlsZSI6eyIkaWQiOiI2OTIiLCJNYXJnaW4iOnsiJGlkIjoiNjkzIiwiVG9wIjowLjAsIkxlZnQiOjAuMCwiUmlnaHQiOjAuMCwiQm90dG9tIjowLjB9LCJQYWRkaW5nIjp7IiRpZCI6IjY5NCIsIlRvcCI6MC4wLCJMZWZ0IjowLjAsIlJpZ2h0IjowLjAsIkJvdHRvbSI6MC4wfSwiQmFja2dyb3VuZCI6eyIkaWQiOiI2OTUiLCJDb2xvciI6eyIkaWQiOiI2OTYiLCJBIjoxNTMsIlIiOjAsIkciOjAsIkIiOjB9fSwiSXNWaXNpYmxlIjpmYWxzZSwiV2lkdGgiOjAuMCwiSGVpZ2h0IjowLjAsIkJvcmRlclN0eWxlIjpudWxsLCJQYXJlbnRTdHlsZSI6bnVsbH0sIk1hcmdpbiI6eyIkaWQiOiI2OTciLCJUb3AiOjAuMCwiTGVmdCI6MC4wLCJSaWdodCI6MC4wLCJCb3R0b20iOjAuMH0sIlBhZGRpbmciOnsiJGlkIjoiNjk4IiwiVG9wIjowLjAsIkxlZnQiOjAuMCwiUmlnaHQiOjAuMCwiQm90dG9tIjowLjB9LCJCYWNrZ3JvdW5kIjpudWxsLCJJc1Zpc2libGUiOnRydWUsIldpZHRoIjowLjAsIkhlaWdodCI6MC4wLCJCb3JkZXJTdHlsZSI6bnVsbCwiUGFyZW50U3R5bGUiOm51bGx9LCJTaGFwZVN0eWxlIjp7IiRpZCI6IjY5OSIsIk1hcmdpbiI6eyIkaWQiOiI3MDAiLCJUb3AiOjAuMCwiTGVmdCI6NC4wLCJSaWdodCI6NC4wLCJCb3R0b20iOjAuMH0sIlBhZGRpbmciOnsiJGlkIjoiNzAxIiwiVG9wIjowLjAsIkxlZnQiOjAuMCwiUmlnaHQiOjAuMCwiQm90dG9tIjowLjB9LCJCYWNrZ3JvdW5kIjp7IiRpZCI6IjcwMiIsIkNvbG9yIjp7IiRpZCI6IjcwMyIsIkEiOjI1NSwiUiI6ODIsIkciOjE0NywiQiI6MjA1fX0sIklzVmlzaWJsZSI6dHJ1ZSwiV2lkdGgiOjE5NC4wLCJIZWlnaHQiOjEwLjAsIkJvcmRlclN0eWxlIjp7IiRpZCI6IjcwNCIsIkxpbmVDb2xvciI6eyIkaWQiOiI3MDUiLCIkdHlwZSI6Ik5MUkUuQ29tbW9uLkRvbS5Tb2xpZENvbG9yQnJ1c2gsIE5MUkUuQ29tbW9uIiwiQ29sb3IiOnsiJGlkIjoiNzA2IiwiQSI6MjU1LCJSIjoyMzQsIkciOjIyLCJCIjozMH19LCJMaW5lV2VpZ2h0IjowLjAsIkxpbmVUeXBlIjowLCJQYXJlbnRTdHlsZSI6bnVsbH0sIlBhcmVudFN0eWxlIjpudWxsfSwiVGl0bGVTdHlsZSI6eyIkaWQiOiI3MDciLCJGb250U2V0dGluZ3MiOnsiJGlkIjoiNzA4IiwiRm9udFNpemUiOjExLCJGb250TmFtZSI6IkNhbGlicmkiLCJJc0JvbGQiOmZhbHNlLCJJc0l0YWxpYyI6ZmFsc2UsIklzVW5kZXJsaW5lZCI6ZmFsc2UsIlBhcmVudFN0eWxlIjpudWxsfSwiQXV0b1NpemUiOjIsIkZvcmVncm91bmQiOnsiJGlkIjoiNzA5IiwiQ29sb3IiOnsiJGlkIjoiNzEwIiwiQSI6MjU1LCJSIjowLCJHIjowLCJCIjowfX0sIk1heFdpZHRoIjoxMzcuNDA0ODgwMzk3NDIwMTMsIk1heEhlaWdodCI6IkluZmluaXR5IiwiU21hcnRGb3JlZ3JvdW5kSXNBY3RpdmUiOmZhbHNlLCJIb3Jpem9udGFsQWxpZ25tZW50IjoxLCJWZXJ0aWNhbEFsaWdubWVudCI6MCwiU21hcnRGb3JlZ3JvdW5kIjpudWxsLCJCYWNrZ3JvdW5kRmlsbFR5cGUiOjAsIk1hcmdpbiI6eyIkaWQiOiI3MTEiLCJUb3AiOjAuMCwiTGVmdCI6MC4wLCJSaWdodCI6MC4wLCJCb3R0b20iOjAuMH0sIlBhZGRpbmciOnsiJGlkIjoiNzEyIiwiVG9wIjowLjAsIkxlZnQiOjAuMCwiUmlnaHQiOjAuMCwiQm90dG9tIjowLjB9LCJCYWNrZ3JvdW5kIjp7IiRpZCI6IjcxMyIsIkNvbG9yIjp7IiRpZCI6IjcxNCIsIkEiOjAsIlIiOjI1NSwiRyI6MjU1LCJCIjoyNTV9fSwiSXNWaXNpYmxlIjp0cnVlLCJXaWR0aCI6MC4wLCJIZWlnaHQiOjAuMCwiQm9yZGVyU3R5bGUiOnsiJGlkIjoiNzE1IiwiTGluZUNvbG9yIjpudWxsLCJMaW5lV2VpZ2h0IjowLjAsIkxpbmVUeXBlIjowLCJQYXJlbnRTdHlsZSI6bnVsbH0sIlBhcmVudFN0eWxlIjpudWxsfSwiRGF0ZVN0eWxlIjp7IiRpZCI6IjcxNiIsIkZvbnRTZXR0aW5ncyI6eyIkaWQiOiI3MTciLCJGb250U2l6ZSI6MTAsIkZvbnROYW1lIjoiQ2FsaWJyaSIsIklzQm9sZCI6ZmFsc2UsIklzSXRhbGljIjpmYWxzZSwiSXNVbmRlcmxpbmVkIjpmYWxzZSwiUGFyZW50U3R5bGUiOm51bGx9LCJBdXRvU2l6ZSI6MCwiRm9yZWdyb3VuZCI6eyIkaWQiOiI3MTgiLCJDb2xvciI6eyIkaWQiOiI3MT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yMCIsIlRvcCI6MC4wLCJMZWZ0IjowLjAsIlJpZ2h0IjowLjAsIkJvdHRvbSI6MC4wfSwiUGFkZGluZyI6eyIkaWQiOiI3MjEiLCJUb3AiOjAuMCwiTGVmdCI6MC4wLCJSaWdodCI6MC4wLCJCb3R0b20iOjAuMH0sIkJhY2tncm91bmQiOnsiJGlkIjoiNzIyIiwiQ29sb3IiOnsiJGlkIjoiNzIzIiwiQSI6ODksIlIiOjAsIkciOjAsIkIiOjB9fSwiSXNWaXNpYmxlIjp0cnVlLCJXaWR0aCI6MC4wLCJIZWlnaHQiOjAuMCwiQm9yZGVyU3R5bGUiOnsiJGlkIjoiNzI0IiwiTGluZUNvbG9yIjpudWxsLCJMaW5lV2VpZ2h0IjowLjAsIkxpbmVUeXBlIjowLCJQYXJlbnRTdHlsZSI6bnVsbH0sIlBhcmVudFN0eWxlIjpudWxsfSwiRGF0ZUZvcm1hdCI6eyIkaWQiOiI3Mj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I2IiwiRm9ybWF0IjowLCJJc1Zpc2libGUiOmZhbHNlLCJMYXN0S25vd25WaXNpYmlsaXR5U3RhdGUiOmZhbHNlfSwiSXNWaXNpYmxlIjp0cnVlLCJWYXJpYW5jZVN0eWxlIjp7IiRpZCI6IjcyNyIsIlRleHRTdHlsZSI6eyIkaWQiOiI3MjgiLCJGb250U2V0dGluZ3MiOnsiJGlkIjoiNzI5IiwiRm9udFNpemUiOjEwLCJGb250TmFtZSI6IkNhbGlicmkiLCJJc0JvbGQiOmZhbHNlLCJJc0l0YWxpYyI6ZmFsc2UsIklzVW5kZXJsaW5lZCI6ZmFsc2UsIlBhcmVudFN0eWxlIjpudWxsfSwiQXV0b1NpemUiOjAsIkZvcmVncm91bmQiOnsiJGlkIjoiNzMwIiwiQ29sb3IiOnsiJGlkIjoiNzM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zMiIsIlRvcCI6MC4wLCJMZWZ0IjowLjAsIlJpZ2h0IjowLjAsIkJvdHRvbSI6MC4wfSwiUGFkZGluZyI6eyIkaWQiOiI3MzMiLCJUb3AiOjAuMCwiTGVmdCI6MC4wLCJSaWdodCI6MC4wLCJCb3R0b20iOjAuMH0sIkJhY2tncm91bmQiOnsiJGlkIjoiNzM0IiwiQ29sb3IiOnsiJGlkIjoiNzM1IiwiQSI6NTAsIlIiOjAsIkciOjAsIkIiOjB9fSwiSXNWaXNpYmxlIjp0cnVlLCJXaWR0aCI6MC4wLCJIZWlnaHQiOjAuMCwiQm9yZGVyU3R5bGUiOm51bGwsIlBhcmVudFN0eWxlIjpudWxsfSwiUGFyZW50U3R5bGUiOm51bGx9LCJQYXJlbnRTdHlsZSI6bnVsbH0sIkluZGV4IjoxMCwiU21hcnREdXJhdGlvbkFjdGl2YXRlZCI6ZmFsc2UsIkRhdGVGb3JtYXQiOnsiJHJlZiI6IjcyNSJ9LCJXZWVrTnVtYmVyaW5nIjp7IiRpZCI6IjczNiIsIkZvcm1hdCI6MCwiSXNWaXNpYmxlIjpmYWxzZSwiTGFzdEtub3duVmlzaWJpbGl0eVN0YXRlIjpmYWxzZX0sIkJhc2VsaW5lRGF0YSI6eyIkaWQiOiI3MzciLCJTdGFydERhdGUiOiIyMDI2LTA3LTIwVDAwOjAwOjAwIiwiRW5kRGF0ZSI6IjIwMjYtMTEtMTZUMDA6MDE6MDAifSwiSWQiOiJkZGZhNjVlMC1iZGU0LTQ1MTItOWI4MC1hNzkzODMzY2IyZmUiLCJJbXBvcnRJZCI6bnVsbCwiVGl0bGUiOiJSZXN1bHQgQW5hbHlzaXMgKFZPIHZzIFBvbGFyKSIsIk5vdGUiOm51bGwsIkh5cGVybGluayI6eyIkaWQiOiI3MzgiLCJBZGRyZXNzIjoiIiwiU3ViQWRkcmVzcyI6IiJ9LCJJc0NoYW5nZWQiOmZhbHNlLCJJc05ldyI6ZmFsc2V9fV0sIl9taWxlc3RvbmVzIjpbXSwiSWQiOiIwMDAwMDAwMC0wMDAwLTAwMDAtMDAwMC0wMDAwMDAwMDAwMDAiLCJJc1NpbmdsZUl0ZW1Sb3ciOnRydWV9LHsiJGlkIjoiNzM5IiwiX3Rhc2tzIjpbeyIkaWQiOiI3NDAiLCJfYXR0YWNoZWRNaWxlc3RvbmVzIjpbeyIkaWQiOiI3NDEiLCJEYXRlIjoiMjAyNi0xMi0xNVQyMzo1OTowMCIsIlN0eWxlIjp7IiRpZCI6Ijc0MiIsIlNoYXBlIjoxLCJDb25uZWN0b3JNYXJnaW4iOnsiJGlkIjoiNzQzIiwiVG9wIjowLjAsIkxlZnQiOjIuMCwiUmlnaHQiOjIuMCwiQm90dG9tIjowLjB9LCJDb25uZWN0b3JTdHlsZSI6eyIkaWQiOiI3NDQiLCJMaW5lQ29sb3IiOnsiJGlkIjoiNzQ1IiwiJHR5cGUiOiJOTFJFLkNvbW1vbi5Eb20uU29saWRDb2xvckJydXNoLCBOTFJFLkNvbW1vbiIsIkNvbG9yIjp7IiRpZCI6Ijc0NiIsIkEiOjEyNywiUiI6NjgsIkciOjg0LCJCIjoxMDZ9fSwiTGluZVdlaWdodCI6MS4wLCJMaW5lVHlwZSI6MCwiUGFyZW50U3R5bGUiOm51bGx9LCJJc0JlbG93VGltZWJhbmQiOnRydWUsIlBvc2l0aW9uT25UYXNrIjozLCJIaWRlRGF0ZSI6ZmFsc2UsIlNoYXBlU2l6ZSI6MCwiU3BhY2luZyI6MC4wLCJQYWRkaW5nIjp7IiRpZCI6Ijc0NyIsIlRvcCI6NS4wLCJMZWZ0IjozLjAsIlJpZ2h0IjowLjAsIkJvdHRvbSI6Mi4wfSwiU2hhcGVTdHlsZSI6eyIkaWQiOiI3NDgiLCJNYXJnaW4iOnsiJGlkIjoiNzQ5IiwiVG9wIjowLjAsIkxlZnQiOjAuMCwiUmlnaHQiOjAuMCwiQm90dG9tIjowLjB9LCJQYWRkaW5nIjp7IiRpZCI6Ijc1MCIsIlRvcCI6MC4wLCJMZWZ0IjowLjAsIlJpZ2h0IjowLjAsIkJvdHRvbSI6MC4wfSwiQmFja2dyb3VuZCI6eyIkaWQiOiI3NTEiLCJDb2xvciI6eyIkaWQiOiI3NTIiLCJBIjoyNTUsIlIiOjY4LCJHIjo4NCwiQiI6MTA2fX0sIklzVmlzaWJsZSI6dHJ1ZSwiV2lkdGgiOjEyLjAsIkhlaWdodCI6MTQuMCwiQm9yZGVyU3R5bGUiOnsiJGlkIjoiNzUzIiwiTGluZUNvbG9yIjp7IiRpZCI6Ijc1NCIsIiR0eXBlIjoiTkxSRS5Db21tb24uRG9tLlNvbGlkQ29sb3JCcnVzaCwgTkxSRS5Db21tb24iLCJDb2xvciI6eyIkaWQiOiI3NTUiLCJBIjoyNTUsIlIiOjIzNCwiRyI6MjIsIkIiOjMwfX0sIkxpbmVXZWlnaHQiOjAuMCwiTGluZVR5cGUiOjAsIlBhcmVudFN0eWxlIjpudWxsfSwiUGFyZW50U3R5bGUiOm51bGx9LCJUaXRsZVN0eWxlIjp7IiRpZCI6Ijc1NiIsIkZvbnRTZXR0aW5ncyI6eyIkaWQiOiI3NTciLCJGb250U2l6ZSI6MTEsIkZvbnROYW1lIjoiQ2FsaWJyaSIsIklzQm9sZCI6dHJ1ZSwiSXNJdGFsaWMiOmZhbHNlLCJJc1VuZGVybGluZWQiOmZhbHNlLCJQYXJlbnRTdHlsZSI6bnVsbH0sIkF1dG9TaXplIjoyLCJGb3JlZ3JvdW5kIjp7IiRpZCI6Ijc1OCIsIkNvbG9yIjp7IiRpZCI6Ijc1OSIsIkEiOjI1NSwiUiI6MCwiRyI6MCwiQiI6MH19LCJNYXhXaWR0aCI6MzQuMCwiTWF4SGVpZ2h0IjoiSW5maW5pdHkiLCJTbWFydEZvcmVncm91bmRJc0FjdGl2ZSI6ZmFsc2UsIkhvcml6b250YWxBbGlnbm1lbnQiOjEsIlZlcnRpY2FsQWxpZ25tZW50IjowLCJTbWFydEZvcmVncm91bmQiOm51bGwsIkJhY2tncm91bmRGaWxsVHlwZSI6MCwiTWFyZ2luIjp7IiRpZCI6Ijc2MCIsIlRvcCI6MC4wLCJMZWZ0IjowLjAsIlJpZ2h0IjowLjAsIkJvdHRvbSI6MC4wfSwiUGFkZGluZyI6eyIkaWQiOiI3NjEiLCJUb3AiOjAuMCwiTGVmdCI6MC4wLCJSaWdodCI6MC4wLCJCb3R0b20iOjAuMH0sIkJhY2tncm91bmQiOnsiJGlkIjoiNzYyIiwiQ29sb3IiOnsiJGlkIjoiNzYzIiwiQSI6MCwiUiI6MjU1LCJHIjoyNTUsIkIiOjI1NX19LCJJc1Zpc2libGUiOnRydWUsIldpZHRoIjowLjAsIkhlaWdodCI6MC4wLCJCb3JkZXJTdHlsZSI6eyIkaWQiOiI3NjQiLCJMaW5lQ29sb3IiOm51bGwsIkxpbmVXZWlnaHQiOjAuMCwiTGluZVR5cGUiOjAsIlBhcmVudFN0eWxlIjpudWxsfSwiUGFyZW50U3R5bGUiOm51bGx9LCJEYXRlU3R5bGUiOnsiJGlkIjoiNzY1IiwiRm9udFNldHRpbmdzIjp7IiRpZCI6Ijc2NiIsIkZvbnRTaXplIjoxMCwiRm9udE5hbWUiOiJDYWxpYnJpIiwiSXNCb2xkIjpmYWxzZSwiSXNJdGFsaWMiOmZhbHNlLCJJc1VuZGVybGluZWQiOmZhbHNlLCJQYXJlbnRTdHlsZSI6bnVsbH0sIkF1dG9TaXplIjowLCJGb3JlZ3JvdW5kIjp7IiRpZCI6Ijc2NyIsIkNvbG9yIjp7IiRpZCI6Ijc2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zY5IiwiVG9wIjowLjAsIkxlZnQiOjAuMCwiUmlnaHQiOjAuMCwiQm90dG9tIjowLjB9LCJQYWRkaW5nIjp7IiRpZCI6Ijc3MCIsIlRvcCI6MC4wLCJMZWZ0IjowLjAsIlJpZ2h0IjowLjAsIkJvdHRvbSI6MC4wfSwiQmFja2dyb3VuZCI6eyIkaWQiOiI3NzEiLCJDb2xvciI6eyIkaWQiOiI3NzIiLCJBIjowLCJSIjoyNTUsIkciOjI1NSwiQiI6MjU1fX0sIklzVmlzaWJsZSI6ZmFsc2UsIldpZHRoIjowLjAsIkhlaWdodCI6MC4wLCJCb3JkZXJTdHlsZSI6eyIkaWQiOiI3NzMiLCJMaW5lQ29sb3IiOm51bGwsIkxpbmVXZWlnaHQiOjAuMCwiTGluZVR5cGUiOjAsIlBhcmVudFN0eWxlIjpudWxsfSwiUGFyZW50U3R5bGUiOm51bGx9LCJEYXRlRm9ybWF0Ijp7IiRpZCI6Ijc3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NzUiLCJGb3JtYXQiOjAsIklzVmlzaWJsZSI6ZmFsc2UsIkxhc3RLbm93blZpc2liaWxpdHlTdGF0ZSI6ZmFsc2V9LCJJc1Zpc2libGUiOnRydWUsIlZhcmlhbmNlU3R5bGUiOnsiJGlkIjoiNzc2IiwiVGV4dFN0eWxlIjp7IiRpZCI6Ijc3NyIsIkZvbnRTZXR0aW5ncyI6eyIkaWQiOiI3NzgiLCJGb250U2l6ZSI6MTAsIkZvbnROYW1lIjoiQ2FsaWJyaSIsIklzQm9sZCI6ZmFsc2UsIklzSXRhbGljIjpmYWxzZSwiSXNVbmRlcmxpbmVkIjpmYWxzZSwiUGFyZW50U3R5bGUiOm51bGx9LCJBdXRvU2l6ZSI6MCwiRm9yZWdyb3VuZCI6eyIkaWQiOiI3NzkiLCJDb2xvciI6eyIkaWQiOiI3ODA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zgxIiwiVG9wIjowLjAsIkxlZnQiOjAuMCwiUmlnaHQiOjAuMCwiQm90dG9tIjowLjB9LCJQYWRkaW5nIjp7IiRpZCI6Ijc4MiIsIlRvcCI6MC4wLCJMZWZ0IjowLjAsIlJpZ2h0IjowLjAsIkJvdHRvbSI6MC4wfSwiQmFja2dyb3VuZCI6eyIkaWQiOiI3ODMiLCJDb2xvciI6eyIkaWQiOiI3ODQiLCJBIjo1MCwiUiI6MCwiRyI6MCwiQiI6MH19LCJJc1Zpc2libGUiOnRydWUsIldpZHRoIjowLjAsIkhlaWdodCI6MC4wLCJCb3JkZXJTdHlsZSI6bnVsbCwiUGFyZW50U3R5bGUiOm51bGx9LCJQYXJlbnRTdHlsZSI6bnVsbH0sIlBhcmVudFN0eWxlIjpudWxsfSwiSW5kZXgiOjEzLCJQZXJjZW50YWdlQ29tcGxldGUiOm51bGwsIlBvc2l0aW9uIjp7IlJhdGlvIjowLjAsIklzQ3VzdG9tIjpmYWxzZX0sIkRhdGVGb3JtYXQiOnsiJHJlZiI6Ijc3NCJ9LCJXZWVrTnVtYmVyaW5nIjp7IiRpZCI6Ijc4NSIsIkZvcm1hdCI6MCwiSXNWaXNpYmxlIjpmYWxzZSwiTGFzdEtub3duVmlzaWJpbGl0eVN0YXRlIjpmYWxzZX0sIkJhc2VsaW5lRGF0YSI6eyIkaWQiOiI3ODYiLCJEYXRlIjoiMjAyNi0xMi0xNVQyMzo1OTowMCJ9LCJSZWxhdGVkVGFza0lkIjoiMWE1ODE1ZGMtNDY0Mi00YWYwLWEzNjItZWVkMGFlYTBhZmY5IiwiSWQiOiJlMjYzODliYS1lYmNjLTRhMWItYTcxOS05MjQ4NTczNDQ0OGIiLCJJbXBvcnRJZCI6IiIsIlRpdGxlIjoiRXgtUG9zdCIsIk5vdGUiOm51bGwsIkh5cGVybGluayI6eyIkaWQiOiI3ODciLCJBZGRyZXNzIjoiIiwiU3ViQWRkcmVzcyI6IiJ9LCJJc0NoYW5nZWQiOmZhbHNlLCJJc05ldyI6ZmFsc2V9XSwiVGFza0RlZmluaXRpb24iOnsiJGlkIjoiNzg4IiwiR3JvdXBOYW1lIjpudWxsLCJTdGFydERhdGUiOiIyMDI2LTExLTE2VDAwOjAxOjAwIiwiRW5kRGF0ZSI6IjIwMjYtMTItMTZUMDA6MDE6MDAiLCJQZXJjZW50YWdlQ29tcGxldGUiOm51bGwsIlN0eWxlIjp7IiRpZCI6Ijc4OSIsIlNoYXBlIjoxLCJTaGFwZVRoaWNrbmVzcyI6MCwiRHVyYXRpb25Gb3JtYXQiOjAsIkluY2x1ZGVOb25Xb3JraW5nRGF5c0luRHVyYXRpb24iOmZhbHNlLCJQZXJjZW50YWdlQ29tcGxldGVTdHlsZSI6eyIkaWQiOiI3OTAiLCJGb250U2V0dGluZ3MiOnsiJGlkIjoiNzkxIiwiRm9udFNpemUiOjEwLCJGb250TmFtZSI6IkNhbGlicmkiLCJJc0JvbGQiOmZhbHNlLCJJc0l0YWxpYyI6ZmFsc2UsIklzVW5kZXJsaW5lZCI6ZmFsc2UsIlBhcmVudFN0eWxlIjpudWxsfSwiQXV0b1NpemUiOjAsIkZvcmVncm91bmQiOnsiJGlkIjoiNzkyIiwiQ29sb3IiOnsiJGlkIjoiNzkz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k0IiwiVG9wIjowLjAsIkxlZnQiOjAuMCwiUmlnaHQiOjAuMCwiQm90dG9tIjowLjB9LCJQYWRkaW5nIjp7IiRpZCI6Ijc5NSIsIlRvcCI6MC4wLCJMZWZ0IjowLjAsIlJpZ2h0IjowLjAsIkJvdHRvbSI6MC4wfSwiQmFja2dyb3VuZCI6eyIkaWQiOiI3OTYiLCJDb2xvciI6eyIkaWQiOiI3OTciLCJBIjo4OSwiUiI6MCwiRyI6MCwiQiI6MH19LCJJc1Zpc2libGUiOnRydWUsIldpZHRoIjowLjAsIkhlaWdodCI6MC4wLCJCb3JkZXJTdHlsZSI6eyIkaWQiOiI3OTgiLCJMaW5lQ29sb3IiOm51bGwsIkxpbmVXZWlnaHQiOjAuMCwiTGluZVR5cGUiOjAsIlBhcmVudFN0eWxlIjpudWxsfSwiUGFyZW50U3R5bGUiOm51bGx9LCJEdXJhdGlvblN0eWxlIjp7IiRpZCI6Ijc5OSIsIkZvbnRTZXR0aW5ncyI6eyIkaWQiOiI4MDAiLCJGb250U2l6ZSI6MTAsIkZvbnROYW1lIjoiQ2FsaWJyaSIsIklzQm9sZCI6ZmFsc2UsIklzSXRhbGljIjpmYWxzZSwiSXNVbmRlcmxpbmVkIjpmYWxzZSwiUGFyZW50U3R5bGUiOm51bGx9LCJBdXRvU2l6ZSI6MCwiRm9yZWdyb3VuZCI6eyIkaWQiOiI4MDEiLCJDb2xvciI6eyIkaWQiOiI4MDI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4MDMiLCJUb3AiOjAuMCwiTGVmdCI6MC4wLCJSaWdodCI6MC4wLCJCb3R0b20iOjAuMH0sIlBhZGRpbmciOnsiJGlkIjoiODA0IiwiVG9wIjowLjAsIkxlZnQiOjAuMCwiUmlnaHQiOjAuMCwiQm90dG9tIjowLjB9LCJCYWNrZ3JvdW5kIjp7IiRpZCI6IjgwNSIsIkNvbG9yIjp7IiRpZCI6IjgwNiIsIkEiOjg5LCJSIjowLCJHIjowLCJCIjowfX0sIklzVmlzaWJsZSI6dHJ1ZSwiV2lkdGgiOjAuMCwiSGVpZ2h0IjowLjAsIkJvcmRlclN0eWxlIjp7IiRpZCI6IjgwNyIsIkxpbmVDb2xvciI6bnVsbCwiTGluZVdlaWdodCI6MC4wLCJMaW5lVHlwZSI6MCwiUGFyZW50U3R5bGUiOm51bGx9LCJQYXJlbnRTdHlsZSI6bnVsbH0sIkhvcml6b250YWxDb25uZWN0b3JTdHlsZSI6eyIkaWQiOiI4MDgiLCJMaW5lQ29sb3IiOnsiJGlkIjoiODA5IiwiJHR5cGUiOiJOTFJFLkNvbW1vbi5Eb20uU29saWRDb2xvckJydXNoLCBOTFJFLkNvbW1vbiIsIkNvbG9yIjp7IiRpZCI6IjgxMCIsIkEiOjI1NSwiUiI6MjA0LCJHIjoyMDQsIkIiOjIwNH19LCJMaW5lV2VpZ2h0IjoxLjAsIkxpbmVUeXBlIjowLCJQYXJlbnRTdHlsZSI6bnVsbH0sIlZlcnRpY2FsQ29ubmVjdG9yU3R5bGUiOnsiJGlkIjoiODExIiwiTGluZUNvbG9yIjp7IiRpZCI6IjgxMiIsIiR0eXBlIjoiTkxSRS5Db21tb24uRG9tLlNvbGlkQ29sb3JCcnVzaCwgTkxSRS5Db21tb24iLCJDb2xvciI6eyIkaWQiOiI4MTM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ZhcmlhbmNlUG9zaXRpb24iOjYsIlNwYWNpbmciOjMsIklzQmVsb3dUaW1lYmFuZCI6dHJ1ZSwiUGVyY2VudGFnZUNvbXBsZXRlU2hhcGVPcGFjaXR5IjozNSwiQmFzZWxpbmVTdHlsZSI6eyIkaWQiOiI4MTQiLCJTaGFwZVN0eWxlIjp7IiRpZCI6IjgxNSIsIk1hcmdpbiI6eyIkaWQiOiI4MTYiLCJUb3AiOjAuMCwiTGVmdCI6MC4wLCJSaWdodCI6MC4wLCJCb3R0b20iOjAuMH0sIlBhZGRpbmciOnsiJGlkIjoiODE3IiwiVG9wIjowLjAsIkxlZnQiOjAuMCwiUmlnaHQiOjAuMCwiQm90dG9tIjowLjB9LCJCYWNrZ3JvdW5kIjp7IiRpZCI6IjgxOCIsIkNvbG9yIjp7IiRpZCI6IjgxOSIsIkEiOjE1MywiUiI6MCwiRyI6MCwiQiI6MH19LCJJc1Zpc2libGUiOmZhbHNlLCJXaWR0aCI6MC4wLCJIZWlnaHQiOjAuMCwiQm9yZGVyU3R5bGUiOm51bGwsIlBhcmVudFN0eWxlIjpudWxsfSwiTWFyZ2luIjp7IiRpZCI6IjgyMCIsIlRvcCI6MC4wLCJMZWZ0IjowLjAsIlJpZ2h0IjowLjAsIkJvdHRvbSI6MC4wfSwiUGFkZGluZyI6eyIkaWQiOiI4MjEiLCJUb3AiOjAuMCwiTGVmdCI6MC4wLCJSaWdodCI6MC4wLCJCb3R0b20iOjAuMH0sIkJhY2tncm91bmQiOm51bGwsIklzVmlzaWJsZSI6dHJ1ZSwiV2lkdGgiOjAuMCwiSGVpZ2h0IjowLjAsIkJvcmRlclN0eWxlIjpudWxsLCJQYXJlbnRTdHlsZSI6bnVsbH0sIlNoYXBlU3R5bGUiOnsiJGlkIjoiODIyIiwiTWFyZ2luIjp7IiRpZCI6IjgyMyIsIlRvcCI6MC4wLCJMZWZ0Ijo0LjAsIlJpZ2h0Ijo0LjAsIkJvdHRvbSI6MC4wfSwiUGFkZGluZyI6eyIkaWQiOiI4MjQiLCJUb3AiOjAuMCwiTGVmdCI6MC4wLCJSaWdodCI6MC4wLCJCb3R0b20iOjAuMH0sIkJhY2tncm91bmQiOnsiJGlkIjoiODI1IiwiQ29sb3IiOnsiJGlkIjoiODI2IiwiQSI6MjU1LCJSIjo4MiwiRyI6MTQ3LCJCIjoyMDV9fSwiSXNWaXNpYmxlIjp0cnVlLCJXaWR0aCI6NzcuMCwiSGVpZ2h0IjoxMC4wLCJCb3JkZXJTdHlsZSI6eyIkaWQiOiI4MjciLCJMaW5lQ29sb3IiOnsiJGlkIjoiODI4IiwiJHR5cGUiOiJOTFJFLkNvbW1vbi5Eb20uU29saWRDb2xvckJydXNoLCBOTFJFLkNvbW1vbiIsIkNvbG9yIjp7IiRpZCI6IjgyOSIsIkEiOjI1NSwiUiI6MjM0LCJHIjoyMiwiQiI6MzB9fSwiTGluZVdlaWdodCI6MC4wLCJMaW5lVHlwZSI6MCwiUGFyZW50U3R5bGUiOm51bGx9LCJQYXJlbnRTdHlsZSI6bnVsbH0sIlRpdGxlU3R5bGUiOnsiJGlkIjoiODMwIiwiRm9udFNldHRpbmdzIjp7IiRpZCI6IjgzMSIsIkZvbnRTaXplIjoxMSwiRm9udE5hbWUiOiJDYWxpYnJpIiwiSXNCb2xkIjpmYWxzZSwiSXNJdGFsaWMiOmZhbHNlLCJJc1VuZGVybGluZWQiOmZhbHNlLCJQYXJlbnRTdHlsZSI6bnVsbH0sIkF1dG9TaXplIjoyLCJGb3JlZ3JvdW5kIjp7IiRpZCI6IjgzMiIsIkNvbG9yIjp7IiRpZCI6IjgzMyIsIkEiOjI1NSwiUiI6MCwiRyI6MCwiQiI6MH19LCJNYXhXaWR0aCI6MzYuMCwiTWF4SGVpZ2h0IjoiSW5maW5pdHkiLCJTbWFydEZvcmVncm91bmRJc0FjdGl2ZSI6ZmFsc2UsIkhvcml6b250YWxBbGlnbm1lbnQiOjIsIlZlcnRpY2FsQWxpZ25tZW50IjowLCJTbWFydEZvcmVncm91bmQiOm51bGwsIkJhY2tncm91bmRGaWxsVHlwZSI6MCwiTWFyZ2luIjp7IiRpZCI6IjgzNCIsIlRvcCI6MC4wLCJMZWZ0IjowLjAsIlJpZ2h0IjowLjAsIkJvdHRvbSI6MC4wfSwiUGFkZGluZyI6eyIkaWQiOiI4MzUiLCJUb3AiOjAuMCwiTGVmdCI6MC4wLCJSaWdodCI6MC4wLCJCb3R0b20iOjAuMH0sIkJhY2tncm91bmQiOnsiJGlkIjoiODM2IiwiQ29sb3IiOnsiJGlkIjoiODM3IiwiQSI6MCwiUiI6MjU1LCJHIjoyNTUsIkIiOjI1NX19LCJJc1Zpc2libGUiOnRydWUsIldpZHRoIjowLjAsIkhlaWdodCI6MC4wLCJCb3JkZXJTdHlsZSI6eyIkaWQiOiI4MzgiLCJMaW5lQ29sb3IiOm51bGwsIkxpbmVXZWlnaHQiOjAuMCwiTGluZVR5cGUiOjAsIlBhcmVudFN0eWxlIjpudWxsfSwiUGFyZW50U3R5bGUiOm51bGx9LCJEYXRlU3R5bGUiOnsiJGlkIjoiODM5IiwiRm9udFNldHRpbmdzIjp7IiRpZCI6Ijg0MCIsIkZvbnRTaXplIjoxMCwiRm9udE5hbWUiOiJDYWxpYnJpIiwiSXNCb2xkIjpmYWxzZSwiSXNJdGFsaWMiOmZhbHNlLCJJc1VuZGVybGluZWQiOmZhbHNlLCJQYXJlbnRTdHlsZSI6bnVsbH0sIkF1dG9TaXplIjowLCJGb3JlZ3JvdW5kIjp7IiRpZCI6Ijg0MSIsIkNvbG9yIjp7IiRpZCI6Ijg0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QzIiwiVG9wIjowLjAsIkxlZnQiOjAuMCwiUmlnaHQiOjAuMCwiQm90dG9tIjowLjB9LCJQYWRkaW5nIjp7IiRpZCI6Ijg0NCIsIlRvcCI6MC4wLCJMZWZ0IjowLjAsIlJpZ2h0IjowLjAsIkJvdHRvbSI6MC4wfSwiQmFja2dyb3VuZCI6eyIkaWQiOiI4NDUiLCJDb2xvciI6eyIkaWQiOiI4NDYiLCJBIjo4OSwiUiI6MCwiRyI6MCwiQiI6MH19LCJJc1Zpc2libGUiOnRydWUsIldpZHRoIjowLjAsIkhlaWdodCI6MC4wLCJCb3JkZXJTdHlsZSI6eyIkaWQiOiI4NDciLCJMaW5lQ29sb3IiOm51bGwsIkxpbmVXZWlnaHQiOjAuMCwiTGluZVR5cGUiOjAsIlBhcmVudFN0eWxlIjpudWxsfSwiUGFyZW50U3R5bGUiOm51bGx9LCJEYXRlRm9ybWF0Ijp7IiRpZCI6Ijg0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NDkiLCJGb3JtYXQiOjAsIklzVmlzaWJsZSI6ZmFsc2UsIkxhc3RLbm93blZpc2liaWxpdHlTdGF0ZSI6ZmFsc2V9LCJJc1Zpc2libGUiOnRydWUsIlZhcmlhbmNlU3R5bGUiOnsiJGlkIjoiODUwIiwiVGV4dFN0eWxlIjp7IiRpZCI6Ijg1MSIsIkZvbnRTZXR0aW5ncyI6eyIkaWQiOiI4NTIiLCJGb250U2l6ZSI6MTAsIkZvbnROYW1lIjoiQ2FsaWJyaSIsIklzQm9sZCI6ZmFsc2UsIklzSXRhbGljIjpmYWxzZSwiSXNVbmRlcmxpbmVkIjpmYWxzZSwiUGFyZW50U3R5bGUiOm51bGx9LCJBdXRvU2l6ZSI6MCwiRm9yZWdyb3VuZCI6eyIkaWQiOiI4NTMiLCJDb2xvciI6eyIkaWQiOiI4NT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DU1IiwiVG9wIjowLjAsIkxlZnQiOjAuMCwiUmlnaHQiOjAuMCwiQm90dG9tIjowLjB9LCJQYWRkaW5nIjp7IiRpZCI6Ijg1NiIsIlRvcCI6MC4wLCJMZWZ0IjowLjAsIlJpZ2h0IjowLjAsIkJvdHRvbSI6MC4wfSwiQmFja2dyb3VuZCI6eyIkaWQiOiI4NTciLCJDb2xvciI6eyIkaWQiOiI4NTgiLCJBIjo1MCwiUiI6MCwiRyI6MCwiQiI6MH19LCJJc1Zpc2libGUiOnRydWUsIldpZHRoIjowLjAsIkhlaWdodCI6MC4wLCJCb3JkZXJTdHlsZSI6bnVsbCwiUGFyZW50U3R5bGUiOm51bGx9LCJQYXJlbnRTdHlsZSI6bnVsbH0sIlBhcmVudFN0eWxlIjpudWxsfSwiSW5kZXgiOjEyLCJTbWFydER1cmF0aW9uQWN0aXZhdGVkIjpmYWxzZSwiRGF0ZUZvcm1hdCI6eyIkcmVmIjoiODQ4In0sIldlZWtOdW1iZXJpbmciOnsiJGlkIjoiODU5IiwiRm9ybWF0IjowLCJJc1Zpc2libGUiOmZhbHNlLCJMYXN0S25vd25WaXNpYmlsaXR5U3RhdGUiOmZhbHNlfSwiQmFzZWxpbmVEYXRhIjp7IiRpZCI6Ijg2MCIsIlN0YXJ0RGF0ZSI6IjIwMjYtMTEtMTZUMDA6MDE6MDAiLCJFbmREYXRlIjoiMjAyNi0xMi0xNlQwMDowMTowMCJ9LCJJZCI6IjFhNTgxNWRjLTQ2NDItNGFmMC1hMzYyLWVlZDBhZWEwYWZmOSIsIkltcG9ydElkIjpudWxsLCJUaXRsZSI6IkV4LVBvc3QgIiwiTm90ZSI6bnVsbCwiSHlwZXJsaW5rIjp7IiRpZCI6Ijg2MSIsIkFkZHJlc3MiOiIiLCJTdWJBZGRyZXNzIjoiIn0sIklzQ2hhbmdlZCI6ZmFsc2UsIklzTmV3IjpmYWxzZX19XSwiX21pbGVzdG9uZXMiOltdLCJJZCI6IjAwMDAwMDAwLTAwMDAtMDAwMC0wMDAwLTAwMDAwMDAwMDAwMCIsIklzU2luZ2xlSXRlbVJvdyI6dHJ1ZX0seyIkaWQiOiI4NjIiLCJfdGFza3MiOlt7IiRpZCI6Ijg2MyIsIl9hdHRhY2hlZE1pbGVzdG9uZXMiOltdLCJUYXNrRGVmaW5pdGlvbiI6eyIkaWQiOiI4NjQiLCJHcm91cE5hbWUiOm51bGwsIlN0YXJ0RGF0ZSI6IjIwMjYtMDctMjBUMDA6MDA6MDAiLCJFbmREYXRlIjoiMjAyNi0wOC0zMVQyMzo1OTowMCIsIlBlcmNlbnRhZ2VDb21wbGV0ZSI6bnVsbCwiU3R5bGUiOnsiJGlkIjoiODY1IiwiU2hhcGUiOjEsIlNoYXBlVGhpY2tuZXNzIjowLCJEdXJhdGlvbkZvcm1hdCI6MCwiSW5jbHVkZU5vbldvcmtpbmdEYXlzSW5EdXJhdGlvbiI6ZmFsc2UsIlBlcmNlbnRhZ2VDb21wbGV0ZVN0eWxlIjp7IiRpZCI6Ijg2NiIsIkZvbnRTZXR0aW5ncyI6eyIkaWQiOiI4NjciLCJGb250U2l6ZSI6MTAsIkZvbnROYW1lIjoiQ2FsaWJyaSIsIklzQm9sZCI6ZmFsc2UsIklzSXRhbGljIjpmYWxzZSwiSXNVbmRlcmxpbmVkIjpmYWxzZSwiUGFyZW50U3R5bGUiOm51bGx9LCJBdXRvU2l6ZSI6MCwiRm9yZWdyb3VuZCI6eyIkaWQiOiI4NjgiLCJDb2xvciI6eyIkaWQiOiI4Nj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4NzAiLCJUb3AiOjAuMCwiTGVmdCI6MC4wLCJSaWdodCI6MC4wLCJCb3R0b20iOjAuMH0sIlBhZGRpbmciOnsiJGlkIjoiODcxIiwiVG9wIjowLjAsIkxlZnQiOjAuMCwiUmlnaHQiOjAuMCwiQm90dG9tIjowLjB9LCJCYWNrZ3JvdW5kIjp7IiRpZCI6Ijg3MiIsIkNvbG9yIjp7IiRpZCI6Ijg3MyIsIkEiOjg5LCJSIjowLCJHIjowLCJCIjowfX0sIklzVmlzaWJsZSI6dHJ1ZSwiV2lkdGgiOjAuMCwiSGVpZ2h0IjowLjAsIkJvcmRlclN0eWxlIjp7IiRpZCI6Ijg3NCIsIkxpbmVDb2xvciI6bnVsbCwiTGluZVdlaWdodCI6MC4wLCJMaW5lVHlwZSI6MCwiUGFyZW50U3R5bGUiOm51bGx9LCJQYXJlbnRTdHlsZSI6bnVsbH0sIkR1cmF0aW9uU3R5bGUiOnsiJGlkIjoiODc1IiwiRm9udFNldHRpbmdzIjp7IiRpZCI6Ijg3NiIsIkZvbnRTaXplIjoxMCwiRm9udE5hbWUiOiJDYWxpYnJpIiwiSXNCb2xkIjpmYWxzZSwiSXNJdGFsaWMiOmZhbHNlLCJJc1VuZGVybGluZWQiOmZhbHNlLCJQYXJlbnRTdHlsZSI6bnVsbH0sIkF1dG9TaXplIjowLCJGb3JlZ3JvdW5kIjp7IiRpZCI6Ijg3NyIsIkNvbG9yIjp7IiRpZCI6Ijg3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g3OSIsIlRvcCI6MC4wLCJMZWZ0IjowLjAsIlJpZ2h0IjowLjAsIkJvdHRvbSI6MC4wfSwiUGFkZGluZyI6eyIkaWQiOiI4ODAiLCJUb3AiOjAuMCwiTGVmdCI6MC4wLCJSaWdodCI6MC4wLCJCb3R0b20iOjAuMH0sIkJhY2tncm91bmQiOnsiJGlkIjoiODgxIiwiQ29sb3IiOnsiJGlkIjoiODgyIiwiQSI6ODksIlIiOjAsIkciOjAsIkIiOjB9fSwiSXNWaXNpYmxlIjp0cnVlLCJXaWR0aCI6MC4wLCJIZWlnaHQiOjAuMCwiQm9yZGVyU3R5bGUiOnsiJGlkIjoiODgzIiwiTGluZUNvbG9yIjpudWxsLCJMaW5lV2VpZ2h0IjowLjAsIkxpbmVUeXBlIjowLCJQYXJlbnRTdHlsZSI6bnVsbH0sIlBhcmVudFN0eWxlIjpudWxsfSwiSG9yaXpvbnRhbENvbm5lY3RvclN0eWxlIjp7IiRpZCI6Ijg4NCIsIkxpbmVDb2xvciI6eyIkaWQiOiI4ODUiLCIkdHlwZSI6Ik5MUkUuQ29tbW9uLkRvbS5Tb2xpZENvbG9yQnJ1c2gsIE5MUkUuQ29tbW9uIiwiQ29sb3IiOnsiJGlkIjoiODg2IiwiQSI6MjU1LCJSIjoyMDQsIkciOjIwNCwiQiI6MjA0fX0sIkxpbmVXZWlnaHQiOjEuMCwiTGluZVR5cGUiOjAsIlBhcmVudFN0eWxlIjpudWxsfSwiVmVydGljYWxDb25uZWN0b3JTdHlsZSI6eyIkaWQiOiI4ODciLCJMaW5lQ29sb3IiOnsiJGlkIjoiODg4IiwiJHR5cGUiOiJOTFJFLkNvbW1vbi5Eb20uU29saWRDb2xvckJydXNoLCBOTFJFLkNvbW1vbiIsIkNvbG9yIjp7IiRpZCI6Ijg4O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VmFyaWFuY2VQb3NpdGlvbiI6NiwiU3BhY2luZyI6MywiSXNCZWxvd1RpbWViYW5kIjp0cnVlLCJQZXJjZW50YWdlQ29tcGxldGVTaGFwZU9wYWNpdHkiOjM1LCJCYXNlbGluZVN0eWxlIjp7IiRpZCI6Ijg5MCIsIlNoYXBlU3R5bGUiOnsiJGlkIjoiODkxIiwiTWFyZ2luIjp7IiRpZCI6Ijg5MiIsIlRvcCI6MC4wLCJMZWZ0IjowLjAsIlJpZ2h0IjowLjAsIkJvdHRvbSI6MC4wfSwiUGFkZGluZyI6eyIkaWQiOiI4OTMiLCJUb3AiOjAuMCwiTGVmdCI6MC4wLCJSaWdodCI6MC4wLCJCb3R0b20iOjAuMH0sIkJhY2tncm91bmQiOnsiJGlkIjoiODk0IiwiQ29sb3IiOnsiJGlkIjoiODk1IiwiQSI6MTUzLCJSIjowLCJHIjowLCJCIjowfX0sIklzVmlzaWJsZSI6dHJ1ZSwiV2lkdGgiOjAuMCwiSGVpZ2h0IjowLjAsIkJvcmRlclN0eWxlIjpudWxsLCJQYXJlbnRTdHlsZSI6bnVsbH0sIk1hcmdpbiI6eyIkaWQiOiI4OTYiLCJUb3AiOjAuMCwiTGVmdCI6MC4wLCJSaWdodCI6MC4wLCJCb3R0b20iOjAuMH0sIlBhZGRpbmciOnsiJGlkIjoiODk3IiwiVG9wIjowLjAsIkxlZnQiOjAuMCwiUmlnaHQiOjAuMCwiQm90dG9tIjowLjB9LCJCYWNrZ3JvdW5kIjpudWxsLCJJc1Zpc2libGUiOnRydWUsIldpZHRoIjowLjAsIkhlaWdodCI6MC4wLCJCb3JkZXJTdHlsZSI6bnVsbCwiUGFyZW50U3R5bGUiOm51bGx9LCJTaGFwZVN0eWxlIjp7IiRpZCI6Ijg5OCIsIk1hcmdpbiI6eyIkaWQiOiI4OTkiLCJUb3AiOjAuMCwiTGVmdCI6NC4wLCJSaWdodCI6NC4wLCJCb3R0b20iOjAuMH0sIlBhZGRpbmciOnsiJGlkIjoiOTAwIiwiVG9wIjowLjAsIkxlZnQiOjAuMCwiUmlnaHQiOjAuMCwiQm90dG9tIjowLjB9LCJCYWNrZ3JvdW5kIjp7IiRpZCI6IjkwMSIsIkNvbG9yIjp7IiRpZCI6IjkwMiIsIkEiOjI1NSwiUiI6ODIsIkciOjE0NywiQiI6MjA1fX0sIklzVmlzaWJsZSI6dHJ1ZSwiV2lkdGgiOjAuMCwiSGVpZ2h0IjoxMC4wLCJCb3JkZXJTdHlsZSI6eyIkaWQiOiI5MDMiLCJMaW5lQ29sb3IiOnsiJGlkIjoiOTA0IiwiJHR5cGUiOiJOTFJFLkNvbW1vbi5Eb20uU29saWRDb2xvckJydXNoLCBOTFJFLkNvbW1vbiIsIkNvbG9yIjp7IiRpZCI6IjkwNSIsIkEiOjI1NSwiUiI6MjM0LCJHIjoyMiwiQiI6MzB9fSwiTGluZVdlaWdodCI6MC4wLCJMaW5lVHlwZSI6MCwiUGFyZW50U3R5bGUiOm51bGx9LCJQYXJlbnRTdHlsZSI6bnVsbH0sIlRpdGxlU3R5bGUiOnsiJGlkIjoiOTA2IiwiRm9udFNldHRpbmdzIjp7IiRpZCI6IjkwNyIsIkZvbnRTaXplIjoxMSwiRm9udE5hbWUiOiJDYWxpYnJpIiwiSXNCb2xkIjpmYWxzZSwiSXNJdGFsaWMiOmZhbHNlLCJJc1VuZGVybGluZWQiOmZhbHNlLCJQYXJlbnRTdHlsZSI6bnVsbH0sIkF1dG9TaXplIjowLCJGb3JlZ3JvdW5kIjp7IiRpZCI6IjkwOCIsIkNvbG9yIjp7IiRpZCI6IjkwOS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5MTAiLCJUb3AiOjAuMCwiTGVmdCI6MC4wLCJSaWdodCI6MC4wLCJCb3R0b20iOjAuMH0sIlBhZGRpbmciOnsiJGlkIjoiOTExIiwiVG9wIjowLjAsIkxlZnQiOjAuMCwiUmlnaHQiOjAuMCwiQm90dG9tIjowLjB9LCJCYWNrZ3JvdW5kIjp7IiRpZCI6IjkxMiIsIkNvbG9yIjp7IiRpZCI6IjkxMyIsIkEiOjAsIlIiOjI1NSwiRyI6MjU1LCJCIjoyNTV9fSwiSXNWaXNpYmxlIjp0cnVlLCJXaWR0aCI6MC4wLCJIZWlnaHQiOjAuMCwiQm9yZGVyU3R5bGUiOnsiJGlkIjoiOTE0IiwiTGluZUNvbG9yIjpudWxsLCJMaW5lV2VpZ2h0IjowLjAsIkxpbmVUeXBlIjowLCJQYXJlbnRTdHlsZSI6bnVsbH0sIlBhcmVudFN0eWxlIjpudWxsfSwiRGF0ZVN0eWxlIjp7IiRpZCI6IjkxNSIsIkZvbnRTZXR0aW5ncyI6eyIkaWQiOiI5MTYiLCJGb250U2l6ZSI6MTAsIkZvbnROYW1lIjoiQ2FsaWJyaSIsIklzQm9sZCI6ZmFsc2UsIklzSXRhbGljIjpmYWxzZSwiSXNVbmRlcmxpbmVkIjpmYWxzZSwiUGFyZW50U3R5bGUiOm51bGx9LCJBdXRvU2l6ZSI6MCwiRm9yZWdyb3VuZCI6eyIkaWQiOiI5MTciLCJDb2xvciI6eyIkaWQiOiI5MT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xOSIsIlRvcCI6MC4wLCJMZWZ0IjowLjAsIlJpZ2h0IjowLjAsIkJvdHRvbSI6MC4wfSwiUGFkZGluZyI6eyIkaWQiOiI5MjAiLCJUb3AiOjAuMCwiTGVmdCI6MC4wLCJSaWdodCI6MC4wLCJCb3R0b20iOjAuMH0sIkJhY2tncm91bmQiOnsiJGlkIjoiOTIxIiwiQ29sb3IiOnsiJGlkIjoiOTIyIiwiQSI6ODksIlIiOjAsIkciOjAsIkIiOjB9fSwiSXNWaXNpYmxlIjp0cnVlLCJXaWR0aCI6MC4wLCJIZWlnaHQiOjAuMCwiQm9yZGVyU3R5bGUiOnsiJGlkIjoiOTIzIiwiTGluZUNvbG9yIjpudWxsLCJMaW5lV2VpZ2h0IjowLjAsIkxpbmVUeXBlIjowLCJQYXJlbnRTdHlsZSI6bnVsbH0sIlBhcmVudFN0eWxlIjpudWxsfSwiRGF0ZUZvcm1hdCI6eyIkaWQiOiI5Mj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I1IiwiRm9ybWF0IjowLCJJc1Zpc2libGUiOmZhbHNlLCJMYXN0S25vd25WaXNpYmlsaXR5U3RhdGUiOmZhbHNlfSwiSXNWaXNpYmxlIjp0cnVlLCJWYXJpYW5jZVN0eWxlIjp7IiRpZCI6IjkyNiIsIlRleHRTdHlsZSI6eyIkaWQiOiI5MjciLCJGb250U2V0dGluZ3MiOnsiJGlkIjoiOTI4IiwiRm9udFNpemUiOjEwLCJGb250TmFtZSI6IkNhbGlicmkiLCJJc0JvbGQiOmZhbHNlLCJJc0l0YWxpYyI6ZmFsc2UsIklzVW5kZXJsaW5lZCI6ZmFsc2UsIlBhcmVudFN0eWxlIjpudWxsfSwiQXV0b1NpemUiOjAsIkZvcmVncm91bmQiOnsiJGlkIjoiOTI5IiwiQ29sb3IiOnsiJGlkIjoiOTM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zMSIsIlRvcCI6MC4wLCJMZWZ0IjowLjAsIlJpZ2h0IjowLjAsIkJvdHRvbSI6MC4wfSwiUGFkZGluZyI6eyIkaWQiOiI5MzIiLCJUb3AiOjAuMCwiTGVmdCI6MC4wLCJSaWdodCI6MC4wLCJCb3R0b20iOjAuMH0sIkJhY2tncm91bmQiOnsiJGlkIjoiOTMzIiwiQ29sb3IiOnsiJGlkIjoiOTM0IiwiQSI6NTAsIlIiOjAsIkciOjAsIkIiOjB9fSwiSXNWaXNpYmxlIjp0cnVlLCJXaWR0aCI6MC4wLCJIZWlnaHQiOjAuMCwiQm9yZGVyU3R5bGUiOm51bGwsIlBhcmVudFN0eWxlIjpudWxsfSwiUGFyZW50U3R5bGUiOm51bGx9LCJQYXJlbnRTdHlsZSI6bnVsbH0sIkluZGV4IjoxMywiU21hcnREdXJhdGlvbkFjdGl2YXRlZCI6ZmFsc2UsIkRhdGVGb3JtYXQiOnsiJHJlZiI6IjkyNCJ9LCJXZWVrTnVtYmVyaW5nIjp7IiRpZCI6IjkzNSIsIkZvcm1hdCI6MCwiSXNWaXNpYmxlIjpmYWxzZSwiTGFzdEtub3duVmlzaWJpbGl0eVN0YXRlIjpmYWxzZX0sIkJhc2VsaW5lRGF0YSI6eyIkaWQiOiI5MzYiLCJTdGFydERhdGUiOiIyMDI2LTA3LTIwVDAwOjAwOjAwIiwiRW5kRGF0ZSI6IjIwMjYtMDgtMzFUMjM6NTk6MDAifSwiSWQiOiIzYmQ1N2Q3OS0wMmEyLTQ2YjgtYTkzMy02M2I3YWQ4MGJiNDIiLCJJbXBvcnRJZCI6bnVsbCwiVGl0bGUiOiJUZXJyZXN0cmlhbCBUZXN0IiwiTm90ZSI6bnVsbCwiSHlwZXJsaW5rIjp7IiRpZCI6IjkzNyIsIkFkZHJlc3MiOiIiLCJTdWJBZGRyZXNzIjoiIn0sIklzQ2hhbmdlZCI6ZmFsc2UsIklzTmV3IjpmYWxzZX19XSwiX21pbGVzdG9uZXMiOltdLCJJZCI6IjAwMDAwMDAwLTAwMDAtMDAwMC0wMDAwLTAwMDAwMDAwMDAwMCIsIklzU2luZ2xlSXRlbVJvdyI6dHJ1ZX1dLCJJbmRleCI6MSwiSWQiOiI2YjczNzZmYy1jZjU3LTQ5MjctYjNlMi04ZTcyM2JmYzliNmIiLCJIZWFkZXJUZXh0IjoiRXZlbnQtQmFzZWQgQmlmcm9zdFxyXG4oRmVyLCBHaW8pIiwiSXNEZWZhdWx0IjpmYWxzZSwiU3R5bGUiOnsiJGlkIjoiOTM4IiwiSGVhZGVyU3R5bGUiOnsiJGlkIjoiOTM5IiwiVGV4dFN0eWxlIjp7IiRpZCI6Ijk0MCIsIkZvbnRTZXR0aW5ncyI6eyIkaWQiOiI5NDEiLCJGb250U2l6ZSI6MTIsIkZvbnROYW1lIjoiQ2FsaWJyaSIsIklzQm9sZCI6ZmFsc2UsIklzSXRhbGljIjpmYWxzZSwiSXNVbmRlcmxpbmVkIjpmYWxzZSwiUGFyZW50U3R5bGUiOm51bGx9LCJBdXRvU2l6ZSI6MCwiRm9yZWdyb3VuZCI6eyIkaWQiOiI5NDIiLCJDb2xvciI6eyIkaWQiOiI5NDMiLCJBIjoyNTUsIlIiOjAsIkciOjAsIkIiOjB9fSwiTWF4V2lkdGgiOjAuMCwiTWF4SGVpZ2h0IjowLjAsIlNtYXJ0Rm9yZWdyb3VuZElzQWN0aXZlIjpmYWxzZSwiSG9yaXpvbnRhbEFsaWdubWVudCI6MCwiVmVydGljYWxBbGlnbm1lbnQiOjAsIlNtYXJ0Rm9yZWdyb3VuZCI6bnVsbCwiQmFja2dyb3VuZEZpbGxUeXBlIjowLCJNYXJnaW4iOnsiJGlkIjoiOTQ0IiwiVG9wIjowLjAsIkxlZnQiOjAuMCwiUmlnaHQiOjAuMCwiQm90dG9tIjowLjB9LCJQYWRkaW5nIjp7IiRpZCI6Ijk0NSIsIlRvcCI6MC4wLCJMZWZ0IjowLjAsIlJpZ2h0IjowLjAsIkJvdHRvbSI6MC4wfSwiQmFja2dyb3VuZCI6bnVsbCwiSXNWaXNpYmxlIjpmYWxzZSwiV2lkdGgiOjAuMCwiSGVpZ2h0IjowLjAsIkJvcmRlclN0eWxlIjpudWxsLCJQYXJlbnRTdHlsZSI6bnVsbH0sIlJlY3RhbmdsZVN0eWxlIjp7IiRpZCI6Ijk0NiIsIk1hcmdpbiI6eyIkaWQiOiI5NDciLCJUb3AiOjAuMCwiTGVmdCI6MC4wLCJSaWdodCI6MC4wLCJCb3R0b20iOjAuMH0sIlBhZGRpbmciOnsiJGlkIjoiOTQ4IiwiVG9wIjowLjAsIkxlZnQiOjAuMCwiUmlnaHQiOjAuMCwiQm90dG9tIjowLjB9LCJCYWNrZ3JvdW5kIjp7IiRpZCI6Ijk0OSIsIkNvbG9yIjp7IiRpZCI6Ijk1MCIsIkEiOjYzLCJSIjo5MSwiRyI6MTU1LCJCIjoyMTN9fSwiSXNWaXNpYmxlIjpmYWxzZSwiV2lkdGgiOjAuMCwiSGVpZ2h0IjowLjAsIkJvcmRlclN0eWxlIjp7IiRpZCI6Ijk1MSIsIkxpbmVDb2xvciI6eyIkaWQiOiI5NTIiLCIkdHlwZSI6Ik5MUkUuQ29tbW9uLkRvbS5Tb2xpZENvbG9yQnJ1c2gsIE5MUkUuQ29tbW9uIiwiQ29sb3IiOnsiJGlkIjoiOTUzIiwiQSI6MjU1LCJSIjoyNTUsIkciOjAsIkIiOjB9fSwiTGluZVdlaWdodCI6MC4wLCJMaW5lVHlwZSI6MCwiUGFyZW50U3R5bGUiOm51bGx9LCJQYXJlbnRTdHlsZSI6bnVsbH0sIk1hcmdpbiI6eyIkaWQiOiI5NTQiLCJUb3AiOjAuMCwiTGVmdCI6MC4wLCJSaWdodCI6MC4wLCJCb3R0b20iOjAuMH0sIlBhZGRpbmciOnsiJGlkIjoiOTU1IiwiVG9wIjowLjAsIkxlZnQiOjAuMCwiUmlnaHQiOjAuMCwiQm90dG9tIjowLjB9LCJCYWNrZ3JvdW5kIjpudWxsLCJJc1Zpc2libGUiOnRydWUsIldpZHRoIjowLjAsIkhlaWdodCI6MC4wLCJCb3JkZXJTdHlsZSI6bnVsbCwiUGFyZW50U3R5bGUiOm51bGx9LCJCYWNrZ3JvdW5kU3R5bGUiOnsiJGlkIjoiOTU2IiwiTWFyZ2luIjp7IiRpZCI6Ijk1NyIsIlRvcCI6MC4wLCJMZWZ0IjowLjAsIlJpZ2h0IjowLjAsIkJvdHRvbSI6MC4wfSwiUGFkZGluZyI6eyIkaWQiOiI5NTgiLCJUb3AiOjAuMCwiTGVmdCI6MC4wLCJSaWdodCI6MC4wLCJCb3R0b20iOjAuMH0sIkJhY2tncm91bmQiOnsiJGlkIjoiOTU5IiwiQ29sb3IiOnsiJGlkIjoiOTYwIiwiQSI6MzgsIlIiOjkxLCJHIjoxNTUsIkIiOjIxM319LCJJc1Zpc2libGUiOnRydWUsIldpZHRoIjowLjAsIkhlaWdodCI6MC4wLCJCb3JkZXJTdHlsZSI6eyIkaWQiOiI5NjEiLCJMaW5lQ29sb3IiOnsiJGlkIjoiOTYyIiwiJHR5cGUiOiJOTFJFLkNvbW1vbi5Eb20uU29saWRDb2xvckJydXNoLCBOTFJFLkNvbW1vbiIsIkNvbG9yIjp7IiRpZCI6Ijk2MyIsIkEiOjI1NSwiUiI6MjM0LCJHIjoyMiwiQiI6MzB9fSwiTGluZVdlaWdodCI6MC4wLCJMaW5lVHlwZSI6MCwiUGFyZW50U3R5bGUiOm51bGx9LCJQYXJlbnRTdHlsZSI6bnVsbH0sIk1hcmdpbiI6eyIkaWQiOiI5NjQiLCJUb3AiOjAuMCwiTGVmdCI6MC4wLCJSaWdodCI6MC4wLCJCb3R0b20iOjAuMH0sIlBhZGRpbmciOnsiJGlkIjoiOTY1IiwiVG9wIjowLjAsIkxlZnQiOjAuMCwiUmlnaHQiOjAuMCwiQm90dG9tIjowLjB9LCJJc1Zpc2libGUiOnRydWUsIldpZHRoIjowLjAsIkhlaWdodCI6MC4wLCJCb3JkZXJTdHlsZSI6eyIkaWQiOiI5NjYiLCJMaW5lQ29sb3IiOm51bGwsIkxpbmVXZWlnaHQiOjAuMCwiTGluZVR5cGUiOjAsIlBhcmVudFN0eWxlIjpudWxsfSwiUGFyZW50U3R5bGUiOm51bGx9fSx7IiRpZCI6Ijk2NyIsIl9yb3dzIjpbeyIkaWQiOiI5NjgiLCJfdGFza3MiOlt7IiRpZCI6Ijk2OSIsIl9hdHRhY2hlZE1pbGVzdG9uZXMiOltdLCJUYXNrRGVmaW5pdGlvbiI6eyIkaWQiOiI5NzAiLCJHcm91cE5hbWUiOm51bGwsIlN0YXJ0RGF0ZSI6IjIwMjYtMDQtMTVUMDA6MDA6MDBaIiwiRW5kRGF0ZSI6IjIwMjYtMDUtMDFUMjM6NTk6MDAiLCJQZXJjZW50YWdlQ29tcGxldGUiOm51bGwsIlN0eWxlIjp7IiRpZCI6Ijk3MSIsIlNoYXBlIjoxLCJTaGFwZVRoaWNrbmVzcyI6MCwiRHVyYXRpb25Gb3JtYXQiOjAsIkluY2x1ZGVOb25Xb3JraW5nRGF5c0luRHVyYXRpb24iOmZhbHNlLCJQZXJjZW50YWdlQ29tcGxldGVTdHlsZSI6eyIkaWQiOiI5NzIiLCJGb250U2V0dGluZ3MiOnsiJGlkIjoiOTczIiwiRm9udFNpemUiOjEwLCJGb250TmFtZSI6IkNhbGlicmkiLCJJc0JvbGQiOmZhbHNlLCJJc0l0YWxpYyI6ZmFsc2UsIklzVW5kZXJsaW5lZCI6ZmFsc2UsIlBhcmVudFN0eWxlIjpudWxsfSwiQXV0b1NpemUiOjAsIkZvcmVncm91bmQiOnsiJGlkIjoiOTc0IiwiQ29sb3IiOnsiJGlkIjoiOTc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Tc2IiwiVG9wIjowLjAsIkxlZnQiOjAuMCwiUmlnaHQiOjAuMCwiQm90dG9tIjowLjB9LCJQYWRkaW5nIjp7IiRpZCI6Ijk3NyIsIlRvcCI6MC4wLCJMZWZ0IjowLjAsIlJpZ2h0IjowLjAsIkJvdHRvbSI6MC4wfSwiQmFja2dyb3VuZCI6eyIkaWQiOiI5NzgiLCJDb2xvciI6eyIkaWQiOiI5NzkiLCJBIjo4OSwiUiI6MCwiRyI6MCwiQiI6MH19LCJJc1Zpc2libGUiOnRydWUsIldpZHRoIjowLjAsIkhlaWdodCI6MC4wLCJCb3JkZXJTdHlsZSI6eyIkaWQiOiI5ODAiLCJMaW5lQ29sb3IiOm51bGwsIkxpbmVXZWlnaHQiOjAuMCwiTGluZVR5cGUiOjAsIlBhcmVudFN0eWxlIjpudWxsfSwiUGFyZW50U3R5bGUiOm51bGx9LCJEdXJhdGlvblN0eWxlIjp7IiRpZCI6Ijk4MSIsIkZvbnRTZXR0aW5ncyI6eyIkaWQiOiI5ODIiLCJGb250U2l6ZSI6MTAsIkZvbnROYW1lIjoiQ2FsaWJyaSIsIklzQm9sZCI6ZmFsc2UsIklzSXRhbGljIjpmYWxzZSwiSXNVbmRlcmxpbmVkIjpmYWxzZSwiUGFyZW50U3R5bGUiOm51bGx9LCJBdXRvU2l6ZSI6MCwiRm9yZWdyb3VuZCI6eyIkaWQiOiI5ODMiLCJDb2xvciI6eyIkaWQiOiI5OD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ODUiLCJUb3AiOjAuMCwiTGVmdCI6MC4wLCJSaWdodCI6MC4wLCJCb3R0b20iOjAuMH0sIlBhZGRpbmciOnsiJGlkIjoiOTg2IiwiVG9wIjowLjAsIkxlZnQiOjAuMCwiUmlnaHQiOjAuMCwiQm90dG9tIjowLjB9LCJCYWNrZ3JvdW5kIjp7IiRpZCI6Ijk4NyIsIkNvbG9yIjp7IiRpZCI6Ijk4OCIsIkEiOjg5LCJSIjowLCJHIjowLCJCIjowfX0sIklzVmlzaWJsZSI6dHJ1ZSwiV2lkdGgiOjAuMCwiSGVpZ2h0IjowLjAsIkJvcmRlclN0eWxlIjp7IiRpZCI6Ijk4OSIsIkxpbmVDb2xvciI6bnVsbCwiTGluZVdlaWdodCI6MC4wLCJMaW5lVHlwZSI6MCwiUGFyZW50U3R5bGUiOm51bGx9LCJQYXJlbnRTdHlsZSI6bnVsbH0sIkhvcml6b250YWxDb25uZWN0b3JTdHlsZSI6eyIkaWQiOiI5OTAiLCJMaW5lQ29sb3IiOnsiJGlkIjoiOTkxIiwiJHR5cGUiOiJOTFJFLkNvbW1vbi5Eb20uU29saWRDb2xvckJydXNoLCBOTFJFLkNvbW1vbiIsIkNvbG9yIjp7IiRpZCI6Ijk5MiIsIkEiOjI1NSwiUiI6MjA0LCJHIjoyMDQsIkIiOjIwNH19LCJMaW5lV2VpZ2h0IjoxLjAsIkxpbmVUeXBlIjowLCJQYXJlbnRTdHlsZSI6bnVsbH0sIlZlcnRpY2FsQ29ubmVjdG9yU3R5bGUiOnsiJGlkIjoiOTkzIiwiTGluZUNvbG9yIjp7IiRpZCI6Ijk5NCIsIiR0eXBlIjoiTkxSRS5Db21tb24uRG9tLlNvbGlkQ29sb3JCcnVzaCwgTkxSRS5Db21tb24iLCJDb2xvciI6eyIkaWQiOiI5OTU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ZhcmlhbmNlUG9zaXRpb24iOjYsIlNwYWNpbmciOjMsIklzQmVsb3dUaW1lYmFuZCI6dHJ1ZSwiUGVyY2VudGFnZUNvbXBsZXRlU2hhcGVPcGFjaXR5IjozNSwiQmFzZWxpbmVTdHlsZSI6eyIkaWQiOiI5OTYiLCJTaGFwZVN0eWxlIjp7IiRpZCI6Ijk5NyIsIk1hcmdpbiI6eyIkaWQiOiI5OTgiLCJUb3AiOjAuMCwiTGVmdCI6MC4wLCJSaWdodCI6MC4wLCJCb3R0b20iOjAuMH0sIlBhZGRpbmciOnsiJGlkIjoiOTk5IiwiVG9wIjowLjAsIkxlZnQiOjAuMCwiUmlnaHQiOjAuMCwiQm90dG9tIjowLjB9LCJCYWNrZ3JvdW5kIjp7IiRpZCI6IjEwMDAiLCJDb2xvciI6eyIkaWQiOiIxMDAxIiwiQSI6MTUzLCJSIjowLCJHIjowLCJCIjowfX0sIklzVmlzaWJsZSI6ZmFsc2UsIldpZHRoIjowLjAsIkhlaWdodCI6MC4wLCJCb3JkZXJTdHlsZSI6bnVsbCwiUGFyZW50U3R5bGUiOm51bGx9LCJNYXJnaW4iOnsiJGlkIjoiMTAwMiIsIlRvcCI6MC4wLCJMZWZ0IjowLjAsIlJpZ2h0IjowLjAsIkJvdHRvbSI6MC4wfSwiUGFkZGluZyI6eyIkaWQiOiIxMDAzIiwiVG9wIjowLjAsIkxlZnQiOjAuMCwiUmlnaHQiOjAuMCwiQm90dG9tIjowLjB9LCJCYWNrZ3JvdW5kIjpudWxsLCJJc1Zpc2libGUiOnRydWUsIldpZHRoIjowLjAsIkhlaWdodCI6MC4wLCJCb3JkZXJTdHlsZSI6bnVsbCwiUGFyZW50U3R5bGUiOm51bGx9LCJTaGFwZVN0eWxlIjp7IiRpZCI6IjEwMDQiLCJNYXJnaW4iOnsiJGlkIjoiMTAwNSIsIlRvcCI6MC4wLCJMZWZ0Ijo0LjAsIlJpZ2h0Ijo0LjAsIkJvdHRvbSI6MC4wfSwiUGFkZGluZyI6eyIkaWQiOiIxMDA2IiwiVG9wIjowLjAsIkxlZnQiOjAuMCwiUmlnaHQiOjAuMCwiQm90dG9tIjowLjB9LCJCYWNrZ3JvdW5kIjp7IiRpZCI6IjEwMDciLCJDb2xvciI6eyIkaWQiOiIxMDA4IiwiQSI6MjU1LCJSIjo4MiwiRyI6MTQ3LCJCIjoyMDV9fSwiSXNWaXNpYmxlIjp0cnVlLCJXaWR0aCI6MjAuMCwiSGVpZ2h0IjoxMC4wLCJCb3JkZXJTdHlsZSI6eyIkaWQiOiIxMDA5IiwiTGluZUNvbG9yIjp7IiRpZCI6IjEwMTAiLCIkdHlwZSI6Ik5MUkUuQ29tbW9uLkRvbS5Tb2xpZENvbG9yQnJ1c2gsIE5MUkUuQ29tbW9uIiwiQ29sb3IiOnsiJGlkIjoiMTAxMSIsIkEiOjI1NSwiUiI6MjU1LCJHIjowLCJCIjowfX0sIkxpbmVXZWlnaHQiOjAuMCwiTGluZVR5cGUiOjAsIlBhcmVudFN0eWxlIjpudWxsfSwiUGFyZW50U3R5bGUiOm51bGx9LCJUaXRsZVN0eWxlIjp7IiRpZCI6IjEwMTIiLCJGb250U2V0dGluZ3MiOnsiJGlkIjoiMTAxMyIsIkZvbnRTaXplIjoxMSwiRm9udE5hbWUiOiJDYWxpYnJpIiwiSXNCb2xkIjpmYWxzZSwiSXNJdGFsaWMiOmZhbHNlLCJJc1VuZGVybGluZWQiOmZhbHNlLCJQYXJlbnRTdHlsZSI6bnVsbH0sIkF1dG9TaXplIjowLCJGb3JlZ3JvdW5kIjp7IiRpZCI6IjEwMTQiLCJDb2xvciI6eyIkaWQiOiIxMDE1IiwiQSI6MjU1LCJSIjowLCJHIjowLCJCIjowfX0sIk1heFdpZHRoIjo3MjAuMCwiTWF4SGVpZ2h0IjoiSW5maW5pdHkiLCJTbWFydEZvcmVncm91bmRJc0FjdGl2ZSI6ZmFsc2UsIkhvcml6b250YWxBbGlnbm1lbnQiOjIsIlZlcnRpY2FsQWxpZ25tZW50IjowLCJTbWFydEZvcmVncm91bmQiOm51bGwsIkJhY2tncm91bmRGaWxsVHlwZSI6MCwiTWFyZ2luIjp7IiRpZCI6IjEwMTYiLCJUb3AiOjAuMCwiTGVmdCI6MC4wLCJSaWdodCI6MC4wLCJCb3R0b20iOjAuMH0sIlBhZGRpbmciOnsiJGlkIjoiMTAxNyIsIlRvcCI6MC4wLCJMZWZ0IjowLjAsIlJpZ2h0IjowLjAsIkJvdHRvbSI6MC4wfSwiQmFja2dyb3VuZCI6eyIkaWQiOiIxMDE4IiwiQ29sb3IiOnsiJGlkIjoiMTAxOSIsIkEiOjAsIlIiOjI1NSwiRyI6MjU1LCJCIjoyNTV9fSwiSXNWaXNpYmxlIjp0cnVlLCJXaWR0aCI6MC4wLCJIZWlnaHQiOjAuMCwiQm9yZGVyU3R5bGUiOnsiJGlkIjoiMTAyMCIsIkxpbmVDb2xvciI6bnVsbCwiTGluZVdlaWdodCI6MC4wLCJMaW5lVHlwZSI6MCwiUGFyZW50U3R5bGUiOm51bGx9LCJQYXJlbnRTdHlsZSI6bnVsbH0sIkRhdGVTdHlsZSI6eyIkaWQiOiIxMDIxIiwiRm9udFNldHRpbmdzIjp7IiRpZCI6IjEwMjIiLCJGb250U2l6ZSI6MTAsIkZvbnROYW1lIjoiQ2FsaWJyaSIsIklzQm9sZCI6ZmFsc2UsIklzSXRhbGljIjpmYWxzZSwiSXNVbmRlcmxpbmVkIjpmYWxzZSwiUGFyZW50U3R5bGUiOm51bGx9LCJBdXRvU2l6ZSI6MCwiRm9yZWdyb3VuZCI6eyIkaWQiOiIxMDIzIiwiQ29sb3IiOnsiJGlkIjoiMTAy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yNSIsIlRvcCI6MC4wLCJMZWZ0IjowLjAsIlJpZ2h0IjowLjAsIkJvdHRvbSI6MC4wfSwiUGFkZGluZyI6eyIkaWQiOiIxMDI2IiwiVG9wIjowLjAsIkxlZnQiOjAuMCwiUmlnaHQiOjAuMCwiQm90dG9tIjowLjB9LCJCYWNrZ3JvdW5kIjp7IiRpZCI6IjEwMjciLCJDb2xvciI6eyIkaWQiOiIxMDI4IiwiQSI6ODksIlIiOjAsIkciOjAsIkIiOjB9fSwiSXNWaXNpYmxlIjp0cnVlLCJXaWR0aCI6MC4wLCJIZWlnaHQiOjAuMCwiQm9yZGVyU3R5bGUiOnsiJGlkIjoiMTAyOSIsIkxpbmVDb2xvciI6bnVsbCwiTGluZVdlaWdodCI6MC4wLCJMaW5lVHlwZSI6MCwiUGFyZW50U3R5bGUiOm51bGx9LCJQYXJlbnRTdHlsZSI6bnVsbH0sIkRhdGVGb3JtYXQiOnsiJGlkIjoiMTAz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MxIiwiRm9ybWF0IjowLCJJc1Zpc2libGUiOmZhbHNlLCJMYXN0S25vd25WaXNpYmlsaXR5U3RhdGUiOmZhbHNlfSwiSXNWaXNpYmxlIjpmYWxzZSwiVmFyaWFuY2VTdHlsZSI6eyIkaWQiOiIxMDMyIiwiVGV4dFN0eWxlIjp7IiRpZCI6IjEwMzMiLCJGb250U2V0dGluZ3MiOnsiJGlkIjoiMTAzNCIsIkZvbnRTaXplIjoxMCwiRm9udE5hbWUiOiJDYWxpYnJpIiwiSXNCb2xkIjpmYWxzZSwiSXNJdGFsaWMiOmZhbHNlLCJJc1VuZGVybGluZWQiOmZhbHNlLCJQYXJlbnRTdHlsZSI6bnVsbH0sIkF1dG9TaXplIjowLCJGb3JlZ3JvdW5kIjp7IiRpZCI6IjEwMzUiLCJDb2xvciI6eyIkaWQiOiIxMDM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MzciLCJUb3AiOjAuMCwiTGVmdCI6MC4wLCJSaWdodCI6MC4wLCJCb3R0b20iOjAuMH0sIlBhZGRpbmciOnsiJGlkIjoiMTAzOCIsIlRvcCI6MC4wLCJMZWZ0IjowLjAsIlJpZ2h0IjowLjAsIkJvdHRvbSI6MC4wfSwiQmFja2dyb3VuZCI6eyIkaWQiOiIxMDM5IiwiQ29sb3IiOnsiJGlkIjoiMTA0MCIsIkEiOjUwLCJSIjowLCJHIjowLCJCIjowfX0sIklzVmlzaWJsZSI6dHJ1ZSwiV2lkdGgiOjAuMCwiSGVpZ2h0IjowLjAsIkJvcmRlclN0eWxlIjpudWxsLCJQYXJlbnRTdHlsZSI6bnVsbH0sIlBhcmVudFN0eWxlIjpudWxsfSwiUGFyZW50U3R5bGUiOm51bGx9LCJJbmRleCI6MTQsIlNtYXJ0RHVyYXRpb25BY3RpdmF0ZWQiOmZhbHNlLCJEYXRlRm9ybWF0Ijp7IiRyZWYiOiIxMDMwIn0sIldlZWtOdW1iZXJpbmciOnsiJGlkIjoiMTA0MSIsIkZvcm1hdCI6MCwiSXNWaXNpYmxlIjpmYWxzZSwiTGFzdEtub3duVmlzaWJpbGl0eVN0YXRlIjpmYWxzZX0sIkJhc2VsaW5lRGF0YSI6eyIkaWQiOiIxMDQyIiwiU3RhcnREYXRlIjoiMjAyNi0wNC0xNVQwMDowMDowMCIsIkVuZERhdGUiOiIyMDI2LTA1LTAxVDIzOjU5OjAwIn0sIklkIjoiY2JjNjA1MzItNzM2Ny00NzQyLTk4MmUtODVkNTQyOTc4MDY0IiwiSW1wb3J0SWQiOm51bGwsIlRpdGxlIjoiQmlmcm9zdCBDbGFzc2ljYWwgKExhcHRvcCkiLCJOb3RlIjpudWxsLCJIeXBlcmxpbmsiOnsiJGlkIjoiMTA0MyIsIkFkZHJlc3MiOiIiLCJTdWJBZGRyZXNzIjoiIn0sIklzQ2hhbmdlZCI6ZmFsc2UsIklzTmV3IjpmYWxzZX19XSwiX21pbGVzdG9uZXMiOltdLCJJZCI6IjAwMDAwMDAwLTAwMDAtMDAwMC0wMDAwLTAwMDAwMDAwMDAwMCIsIklzU2luZ2xlSXRlbVJvdyI6dHJ1ZX0seyIkaWQiOiIxMDQ0IiwiX3Rhc2tzIjpbeyIkaWQiOiIxMDQ1IiwiX2F0dGFjaGVkTWlsZXN0b25lcyI6W10sIlRhc2tEZWZpbml0aW9uIjp7IiRpZCI6IjEwNDYiLCJHcm91cE5hbWUiOm51bGwsIlN0YXJ0RGF0ZSI6IjIwMjYtMDUtMDRUMDA6MDA6MDAiLCJFbmREYXRlIjoiMjAyNi0wNi0wM1QyMzo1OTowMCIsIlBlcmNlbnRhZ2VDb21wbGV0ZSI6bnVsbCwiU3R5bGUiOnsiJGlkIjoiMTA0NyIsIlNoYXBlIjoxLCJTaGFwZVRoaWNrbmVzcyI6MCwiRHVyYXRpb25Gb3JtYXQiOjAsIkluY2x1ZGVOb25Xb3JraW5nRGF5c0luRHVyYXRpb24iOmZhbHNlLCJQZXJjZW50YWdlQ29tcGxldGVTdHlsZSI6eyIkaWQiOiIxMDQ4IiwiRm9udFNldHRpbmdzIjp7IiRpZCI6IjEwNDkiLCJGb250U2l6ZSI6MTAsIkZvbnROYW1lIjoiQ2FsaWJyaSIsIklzQm9sZCI6ZmFsc2UsIklzSXRhbGljIjpmYWxzZSwiSXNVbmRlcmxpbmVkIjpmYWxzZSwiUGFyZW50U3R5bGUiOm51bGx9LCJBdXRvU2l6ZSI6MCwiRm9yZWdyb3VuZCI6eyIkaWQiOiIxMDUwIiwiQ29sb3IiOnsiJGlkIjoiMTA1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wNTIiLCJUb3AiOjAuMCwiTGVmdCI6MC4wLCJSaWdodCI6MC4wLCJCb3R0b20iOjAuMH0sIlBhZGRpbmciOnsiJGlkIjoiMTA1MyIsIlRvcCI6MC4wLCJMZWZ0IjowLjAsIlJpZ2h0IjowLjAsIkJvdHRvbSI6MC4wfSwiQmFja2dyb3VuZCI6eyIkaWQiOiIxMDU0IiwiQ29sb3IiOnsiJGlkIjoiMTA1NSIsIkEiOjg5LCJSIjowLCJHIjowLCJCIjowfX0sIklzVmlzaWJsZSI6dHJ1ZSwiV2lkdGgiOjAuMCwiSGVpZ2h0IjowLjAsIkJvcmRlclN0eWxlIjp7IiRpZCI6IjEwNTYiLCJMaW5lQ29sb3IiOm51bGwsIkxpbmVXZWlnaHQiOjAuMCwiTGluZVR5cGUiOjAsIlBhcmVudFN0eWxlIjpudWxsfSwiUGFyZW50U3R5bGUiOm51bGx9LCJEdXJhdGlvblN0eWxlIjp7IiRpZCI6IjEwNTciLCJGb250U2V0dGluZ3MiOnsiJGlkIjoiMTA1OCIsIkZvbnRTaXplIjoxMCwiRm9udE5hbWUiOiJDYWxpYnJpIiwiSXNCb2xkIjpmYWxzZSwiSXNJdGFsaWMiOmZhbHNlLCJJc1VuZGVybGluZWQiOmZhbHNlLCJQYXJlbnRTdHlsZSI6bnVsbH0sIkF1dG9TaXplIjowLCJGb3JlZ3JvdW5kIjp7IiRpZCI6IjEwNTkiLCJDb2xvciI6eyIkaWQiOiIxMDY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A2MSIsIlRvcCI6MC4wLCJMZWZ0IjowLjAsIlJpZ2h0IjowLjAsIkJvdHRvbSI6MC4wfSwiUGFkZGluZyI6eyIkaWQiOiIxMDYyIiwiVG9wIjowLjAsIkxlZnQiOjAuMCwiUmlnaHQiOjAuMCwiQm90dG9tIjowLjB9LCJCYWNrZ3JvdW5kIjp7IiRpZCI6IjEwNjMiLCJDb2xvciI6eyIkaWQiOiIxMDY0IiwiQSI6ODksIlIiOjAsIkciOjAsIkIiOjB9fSwiSXNWaXNpYmxlIjp0cnVlLCJXaWR0aCI6MC4wLCJIZWlnaHQiOjAuMCwiQm9yZGVyU3R5bGUiOnsiJGlkIjoiMTA2NSIsIkxpbmVDb2xvciI6bnVsbCwiTGluZVdlaWdodCI6MC4wLCJMaW5lVHlwZSI6MCwiUGFyZW50U3R5bGUiOm51bGx9LCJQYXJlbnRTdHlsZSI6bnVsbH0sIkhvcml6b250YWxDb25uZWN0b3JTdHlsZSI6eyIkaWQiOiIxMDY2IiwiTGluZUNvbG9yIjp7IiRpZCI6IjEwNjciLCIkdHlwZSI6Ik5MUkUuQ29tbW9uLkRvbS5Tb2xpZENvbG9yQnJ1c2gsIE5MUkUuQ29tbW9uIiwiQ29sb3IiOnsiJGlkIjoiMTA2OCIsIkEiOjI1NSwiUiI6MjA0LCJHIjoyMDQsIkIiOjIwNH19LCJMaW5lV2VpZ2h0IjoxLjAsIkxpbmVUeXBlIjowLCJQYXJlbnRTdHlsZSI6bnVsbH0sIlZlcnRpY2FsQ29ubmVjdG9yU3R5bGUiOnsiJGlkIjoiMTA2OSIsIkxpbmVDb2xvciI6eyIkaWQiOiIxMDcwIiwiJHR5cGUiOiJOTFJFLkNvbW1vbi5Eb20uU29saWRDb2xvckJydXNoLCBOTFJFLkNvbW1vbiIsIkNvbG9yIjp7IiRpZCI6IjEwNzEiLCJBIjoyNTUsIlIiOjIwNCwiRyI6MjA0LCJCIjoyMDR9fSwiTGluZVdlaWdodCI6MC4wLCJMaW5lVHlwZSI6MCwiUGFyZW50U3R5bGUiOm51bGx9LCJNYXJnaW4iOm51bGwsIlN0YXJ0RGF0ZVBvc2l0aW9uIjoyLCJFbmREYXRlUG9zaXRpb24iOjIsIkRhdGVJc1Zpc2libGUiOnRydWUsIlRpdGxlUG9zaXRpb24iOjMsIkR1cmF0aW9uUG9zaXRpb24iOjYsIlBlcmNlbnRhZ2VDb21wbGV0ZWRQb3NpdGlvbiI6NiwiVmFyaWFuY2VQb3NpdGlvbiI6NiwiU3BhY2luZyI6MywiSXNCZWxvd1RpbWViYW5kIjp0cnVlLCJQZXJjZW50YWdlQ29tcGxldGVTaGFwZU9wYWNpdHkiOjM1LCJCYXNlbGluZVN0eWxlIjp7IiRpZCI6IjEwNzIiLCJTaGFwZVN0eWxlIjp7IiRpZCI6IjEwNzMiLCJNYXJnaW4iOnsiJGlkIjoiMTA3NCIsIlRvcCI6MC4wLCJMZWZ0IjowLjAsIlJpZ2h0IjowLjAsIkJvdHRvbSI6MC4wfSwiUGFkZGluZyI6eyIkaWQiOiIxMDc1IiwiVG9wIjowLjAsIkxlZnQiOjAuMCwiUmlnaHQiOjAuMCwiQm90dG9tIjowLjB9LCJCYWNrZ3JvdW5kIjp7IiRpZCI6IjEwNzYiLCJDb2xvciI6eyIkaWQiOiIxMDc3IiwiQSI6MTUzLCJSIjowLCJHIjowLCJCIjowfX0sIklzVmlzaWJsZSI6ZmFsc2UsIldpZHRoIjowLjAsIkhlaWdodCI6MC4wLCJCb3JkZXJTdHlsZSI6bnVsbCwiUGFyZW50U3R5bGUiOm51bGx9LCJNYXJnaW4iOnsiJGlkIjoiMTA3OCIsIlRvcCI6MC4wLCJMZWZ0IjowLjAsIlJpZ2h0IjowLjAsIkJvdHRvbSI6MC4wfSwiUGFkZGluZyI6eyIkaWQiOiIxMDc5IiwiVG9wIjowLjAsIkxlZnQiOjAuMCwiUmlnaHQiOjAuMCwiQm90dG9tIjowLjB9LCJCYWNrZ3JvdW5kIjpudWxsLCJJc1Zpc2libGUiOnRydWUsIldpZHRoIjowLjAsIkhlaWdodCI6MC4wLCJCb3JkZXJTdHlsZSI6bnVsbCwiUGFyZW50U3R5bGUiOm51bGx9LCJTaGFwZVN0eWxlIjp7IiRpZCI6IjEwODAiLCJNYXJnaW4iOnsiJGlkIjoiMTA4MSIsIlRvcCI6MC4wLCJMZWZ0Ijo0LjAsIlJpZ2h0Ijo0LjAsIkJvdHRvbSI6MC4wfSwiUGFkZGluZyI6eyIkaWQiOiIxMDgyIiwiVG9wIjowLjAsIkxlZnQiOjAuMCwiUmlnaHQiOjAuMCwiQm90dG9tIjowLjB9LCJCYWNrZ3JvdW5kIjp7IiRpZCI6IjEwODMiLCJDb2xvciI6eyIkaWQiOiIxMDg0IiwiQSI6MjU1LCJSIjo4MiwiRyI6MTQ3LCJCIjoyMDV9fSwiSXNWaXNpYmxlIjp0cnVlLCJXaWR0aCI6MTU4LjAsIkhlaWdodCI6MTAuMCwiQm9yZGVyU3R5bGUiOnsiJGlkIjoiMTA4NSIsIkxpbmVDb2xvciI6eyIkaWQiOiIxMDg2IiwiJHR5cGUiOiJOTFJFLkNvbW1vbi5Eb20uU29saWRDb2xvckJydXNoLCBOTFJFLkNvbW1vbiIsIkNvbG9yIjp7IiRpZCI6IjEwODciLCJBIjoyNTUsIlIiOjI1NSwiRyI6MCwiQiI6MH19LCJMaW5lV2VpZ2h0IjowLjAsIkxpbmVUeXBlIjowLCJQYXJlbnRTdHlsZSI6bnVsbH0sIlBhcmVudFN0eWxlIjpudWxsfSwiVGl0bGVTdHlsZSI6eyIkaWQiOiIxMDg4IiwiRm9udFNldHRpbmdzIjp7IiRpZCI6IjEwODkiLCJGb250U2l6ZSI6MTEsIkZvbnROYW1lIjoiQ2FsaWJyaSIsIklzQm9sZCI6ZmFsc2UsIklzSXRhbGljIjpmYWxzZSwiSXNVbmRlcmxpbmVkIjpmYWxzZSwiUGFyZW50U3R5bGUiOm51bGx9LCJBdXRvU2l6ZSI6MCwiRm9yZWdyb3VuZCI6eyIkaWQiOiIxMDkwIiwiQ29sb3IiOnsiJGlkIjoiMTA5MSIsIkEiOjI1NSwiUiI6MCwiRyI6MCwiQiI6MH19LCJNYXhXaWR0aCI6NzIwLjAsIk1heEhlaWdodCI6IkluZmluaXR5IiwiU21hcnRGb3JlZ3JvdW5kSXNBY3RpdmUiOmZhbHNlLCJIb3Jpem9udGFsQWxpZ25tZW50IjoyLCJWZXJ0aWNhbEFsaWdubWVudCI6MCwiU21hcnRGb3JlZ3JvdW5kIjpudWxsLCJCYWNrZ3JvdW5kRmlsbFR5cGUiOjAsIk1hcmdpbiI6eyIkaWQiOiIxMDkyIiwiVG9wIjowLjAsIkxlZnQiOjAuMCwiUmlnaHQiOjAuMCwiQm90dG9tIjowLjB9LCJQYWRkaW5nIjp7IiRpZCI6IjEwOTMiLCJUb3AiOjAuMCwiTGVmdCI6MC4wLCJSaWdodCI6MC4wLCJCb3R0b20iOjAuMH0sIkJhY2tncm91bmQiOnsiJGlkIjoiMTA5NCIsIkNvbG9yIjp7IiRpZCI6IjEwOTUiLCJBIjowLCJSIjoyNTUsIkciOjI1NSwiQiI6MjU1fX0sIklzVmlzaWJsZSI6dHJ1ZSwiV2lkdGgiOjAuMCwiSGVpZ2h0IjowLjAsIkJvcmRlclN0eWxlIjp7IiRpZCI6IjEwOTYiLCJMaW5lQ29sb3IiOm51bGwsIkxpbmVXZWlnaHQiOjAuMCwiTGluZVR5cGUiOjAsIlBhcmVudFN0eWxlIjpudWxsfSwiUGFyZW50U3R5bGUiOm51bGx9LCJEYXRlU3R5bGUiOnsiJGlkIjoiMTA5NyIsIkZvbnRTZXR0aW5ncyI6eyIkaWQiOiIxMDk4IiwiRm9udFNpemUiOjEwLCJGb250TmFtZSI6IkNhbGlicmkiLCJJc0JvbGQiOmZhbHNlLCJJc0l0YWxpYyI6ZmFsc2UsIklzVW5kZXJsaW5lZCI6ZmFsc2UsIlBhcmVudFN0eWxlIjpudWxsfSwiQXV0b1NpemUiOjAsIkZvcmVncm91bmQiOnsiJGlkIjoiMTA5OSIsIkNvbG9yIjp7IiRpZCI6IjExMDA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xMDEiLCJUb3AiOjAuMCwiTGVmdCI6MC4wLCJSaWdodCI6MC4wLCJCb3R0b20iOjAuMH0sIlBhZGRpbmciOnsiJGlkIjoiMTEwMiIsIlRvcCI6MC4wLCJMZWZ0IjowLjAsIlJpZ2h0IjowLjAsIkJvdHRvbSI6MC4wfSwiQmFja2dyb3VuZCI6eyIkaWQiOiIxMTAzIiwiQ29sb3IiOnsiJGlkIjoiMTEwNCIsIkEiOjAsIlIiOjI1NSwiRyI6MjU1LCJCIjoyNTV9fSwiSXNWaXNpYmxlIjp0cnVlLCJXaWR0aCI6MC4wLCJIZWlnaHQiOjAuMCwiQm9yZGVyU3R5bGUiOnsiJGlkIjoiMTEwNSIsIkxpbmVDb2xvciI6bnVsbCwiTGluZVdlaWdodCI6MC4wLCJMaW5lVHlwZSI6MCwiUGFyZW50U3R5bGUiOm51bGx9LCJQYXJlbnRTdHlsZSI6bnVsbH0sIkRhdGVGb3JtYXQiOnsiJGlkIjoiMTEw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A3IiwiRm9ybWF0IjowLCJJc1Zpc2libGUiOmZhbHNlLCJMYXN0S25vd25WaXNpYmlsaXR5U3RhdGUiOmZhbHNlfSwiSXNWaXNpYmxlIjp0cnVlLCJWYXJpYW5jZVN0eWxlIjp7IiRpZCI6IjExMDgiLCJUZXh0U3R5bGUiOnsiJGlkIjoiMTEwOSIsIkZvbnRTZXR0aW5ncyI6eyIkaWQiOiIxMTEwIiwiRm9udFNpemUiOjEwLCJGb250TmFtZSI6IkNhbGlicmkiLCJJc0JvbGQiOmZhbHNlLCJJc0l0YWxpYyI6ZmFsc2UsIklzVW5kZXJsaW5lZCI6ZmFsc2UsIlBhcmVudFN0eWxlIjpudWxsfSwiQXV0b1NpemUiOjAsIkZvcmVncm91bmQiOnsiJGlkIjoiMTExMSIsIkNvbG9yIjp7IiRpZCI6IjExMT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xMyIsIlRvcCI6MC4wLCJMZWZ0IjowLjAsIlJpZ2h0IjowLjAsIkJvdHRvbSI6MC4wfSwiUGFkZGluZyI6eyIkaWQiOiIxMTE0IiwiVG9wIjowLjAsIkxlZnQiOjAuMCwiUmlnaHQiOjAuMCwiQm90dG9tIjowLjB9LCJCYWNrZ3JvdW5kIjp7IiRpZCI6IjExMTUiLCJDb2xvciI6eyIkaWQiOiIxMTE2IiwiQSI6NTAsIlIiOjAsIkciOjAsIkIiOjB9fSwiSXNWaXNpYmxlIjp0cnVlLCJXaWR0aCI6MC4wLCJIZWlnaHQiOjAuMCwiQm9yZGVyU3R5bGUiOm51bGwsIlBhcmVudFN0eWxlIjpudWxsfSwiUGFyZW50U3R5bGUiOm51bGx9LCJQYXJlbnRTdHlsZSI6bnVsbH0sIkluZGV4IjoxNSwiU21hcnREdXJhdGlvbkFjdGl2YXRlZCI6ZmFsc2UsIkRhdGVGb3JtYXQiOnsiJHJlZiI6IjExMDYifSwiV2Vla051bWJlcmluZyI6eyIkaWQiOiIxMTE3IiwiRm9ybWF0IjowLCJJc1Zpc2libGUiOmZhbHNlLCJMYXN0S25vd25WaXNpYmlsaXR5U3RhdGUiOmZhbHNlfSwiQmFzZWxpbmVEYXRhIjp7IiRpZCI6IjExMTgiLCJTdGFydERhdGUiOiIyMDI2LTA1LTA0VDAwOjAwOjAwIiwiRW5kRGF0ZSI6IjIwMjYtMDYtMDNUMjM6NTk6MDAifSwiSWQiOiIyZmY1YjhlMC0zNGI2LTRhODItODYyMi0xNDdkYTlhMmY2YjIiLCJJbXBvcnRJZCI6bnVsbCwiVGl0bGUiOiJCaWZyb3N0IENsYXNzaWNhbCAoSU1YOTUpIiwiTm90ZSI6bnVsbCwiSHlwZXJsaW5rIjp7IiRpZCI6IjExMTkiLCJBZGRyZXNzIjoiIiwiU3ViQWRkcmVzcyI6IiJ9LCJJc0NoYW5nZWQiOmZhbHNlLCJJc05ldyI6ZmFsc2V9fV0sIl9taWxlc3RvbmVzIjpbeyIkaWQiOiIxMTIwIiwiSWQiOiI5YTJiMTlmOC1jMDIyLTRmMWMtODg5ZC04Y2Q4ZDdiYjFlNzYiLCJJbmRleCI6MTYsIkdyb3VwSWQiOm51bGwsIlRpdGxlIjoiQmlmcm9zdCBJTVg5NSA1IHRpbWVzIHNsb3dlciB0aGFuIE9yaW4iLCJEYXRlVGltZSI6IjIwMjYtMDYtMDRUMjM6NTk6MDAiLCJQZXJjZW50YWdlQ29tcGxldGUiOm51bGwsIk5vdGUiOm51bGwsIlN0eWxlIjp7IiRpZCI6IjExMjEiLCJUaXRsZVBvc2l0aW9uIjoiUmlnaHQiLCJEYXRlUG9zaXRpb24iOiJMZWZ0IiwiVmFyaWFuY2VQb3NpdGlvbiI6IkxlZnQiLCJTaGFwZVR5cGUiOjE5LCJTaGFwZVNpemUiOjAsIlNwYWNpbmciOjUsIlNoYXBlU3R5bGUiOnsiJGlkIjoiMTEyMiIsIk1hcmdpbiI6eyIkaWQiOiIxMTIzIiwiVG9wIjowLjAsIkxlZnQiOjAuMCwiUmlnaHQiOjAuMCwiQm90dG9tIjowLjB9LCJQYWRkaW5nIjp7IiRpZCI6IjExMjQiLCJUb3AiOjAuMCwiTGVmdCI6MC4wLCJSaWdodCI6MC4wLCJCb3R0b20iOjAuMH0sIkJhY2tncm91bmQiOnsiJGlkIjoiMTEyNSIsIkNvbG9yIjp7IiRpZCI6IjExMjYiLCJBIjoyNTUsIlIiOjE3OCwiRyI6MTQsIkIiOjE4fX0sIklzVmlzaWJsZSI6dHJ1ZSwiV2lkdGgiOjguMCwiSGVpZ2h0Ijo4LjAsIkJvcmRlclN0eWxlIjp7IiRpZCI6IjExMjciLCJMaW5lQ29sb3IiOnsiJGlkIjoiMTEyOCIsIiR0eXBlIjoiTkxSRS5Db21tb24uRG9tLlNvbGlkQ29sb3JCcnVzaCwgTkxSRS5Db21tb24iLCJDb2xvciI6eyIkaWQiOiIxMTI5IiwiQSI6MjU1LCJSIjoyMzQsIkciOjIyLCJCIjozMH19LCJMaW5lV2VpZ2h0IjowLjAsIkxpbmVUeXBlIjowLCJQYXJlbnRTdHlsZSI6bnVsbH0sIlBhcmVudFN0eWxlIjpudWxsfSwiVGl0bGVTdHlsZSI6eyIkaWQiOiIxMTMwIiwiRm9udFNldHRpbmdzIjp7IiRpZCI6IjExMzEiLCJGb250U2l6ZSI6MTEsIkZvbnROYW1lIjoiQ2FsaWJyaSIsIklzQm9sZCI6dHJ1ZSwiSXNJdGFsaWMiOmZhbHNlLCJJc1VuZGVybGluZWQiOmZhbHNlLCJQYXJlbnRTdHlsZSI6bnVsbH0sIkF1dG9TaXplIjowLCJGb3JlZ3JvdW5kIjp7IiRpZCI6IjExMzIiLCJDb2xvciI6eyIkaWQiOiIxMTMz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xMzQiLCJUb3AiOjAuMCwiTGVmdCI6MC4wLCJSaWdodCI6MC4wLCJCb3R0b20iOjAuMH0sIlBhZGRpbmciOnsiJGlkIjoiMTEzNSIsIlRvcCI6MC4wLCJMZWZ0IjowLjAsIlJpZ2h0IjowLjAsIkJvdHRvbSI6MC4wfSwiQmFja2dyb3VuZCI6eyIkaWQiOiIxMTM2IiwiQ29sb3IiOnsiJGlkIjoiMTEzNyIsIkEiOjAsIlIiOjI1NSwiRyI6MjU1LCJCIjoyNTV9fSwiSXNWaXNpYmxlIjp0cnVlLCJXaWR0aCI6MC4wLCJIZWlnaHQiOjAuMCwiQm9yZGVyU3R5bGUiOnsiJGlkIjoiMTEzOCIsIkxpbmVDb2xvciI6bnVsbCwiTGluZVdlaWdodCI6MC4wLCJMaW5lVHlwZSI6MCwiUGFyZW50U3R5bGUiOm51bGx9LCJQYXJlbnRTdHlsZSI6bnVsbH0sIkRhdGVTdHlsZSI6eyIkaWQiOiIxMTM5IiwiRm9udFNldHRpbmdzIjp7IiRpZCI6IjExNDAiLCJGb250U2l6ZSI6MTAsIkZvbnROYW1lIjoiQ2FsaWJyaSIsIklzQm9sZCI6ZmFsc2UsIklzSXRhbGljIjpmYWxzZSwiSXNVbmRlcmxpbmVkIjpmYWxzZSwiUGFyZW50U3R5bGUiOm51bGx9LCJBdXRvU2l6ZSI6MCwiRm9yZWdyb3VuZCI6eyIkaWQiOiIxMTQxIiwiQ29sb3IiOnsiJGlkIjoiMTE0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E0MyIsIlRvcCI6MC4wLCJMZWZ0IjowLjAsIlJpZ2h0IjowLjAsIkJvdHRvbSI6MC4wfSwiUGFkZGluZyI6eyIkaWQiOiIxMTQ0IiwiVG9wIjowLjAsIkxlZnQiOjAuMCwiUmlnaHQiOjAuMCwiQm90dG9tIjowLjB9LCJCYWNrZ3JvdW5kIjp7IiRpZCI6IjExNDUiLCJDb2xvciI6eyIkaWQiOiIxMTQ2IiwiQSI6MCwiUiI6MjU1LCJHIjoyNTUsIkIiOjI1NX19LCJJc1Zpc2libGUiOmZhbHNlLCJXaWR0aCI6MC4wLCJIZWlnaHQiOjAuMCwiQm9yZGVyU3R5bGUiOnsiJGlkIjoiMTE0NyIsIkxpbmVDb2xvciI6bnVsbCwiTGluZVdlaWdodCI6MC4wLCJMaW5lVHlwZSI6MCwiUGFyZW50U3R5bGUiOm51bGx9LCJQYXJlbnRTdHlsZSI6bnVsbH0sIkRhdGVGb3JtYXQiOnsiJGlkIjoiMTE0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Q5IiwiRm9ybWF0IjowLCJJc1Zpc2libGUiOmZhbHNlLCJMYXN0S25vd25WaXNpYmlsaXR5U3RhdGUiOmZhbHNlfSwiSXNWaXNpYmxlIjp0cnVlLCJWYXJpYW5jZVN0eWxlIjp7IiRpZCI6IjExNTAiLCJUZXh0U3R5bGUiOnsiJGlkIjoiMTE1MSIsIkZvbnRTZXR0aW5ncyI6eyIkaWQiOiIxMTUyIiwiRm9udFNpemUiOjEwLCJGb250TmFtZSI6IkNhbGlicmkiLCJJc0JvbGQiOmZhbHNlLCJJc0l0YWxpYyI6ZmFsc2UsIklzVW5kZXJsaW5lZCI6ZmFsc2UsIlBhcmVudFN0eWxlIjpudWxsfSwiQXV0b1NpemUiOjAsIkZvcmVncm91bmQiOnsiJGlkIjoiMTE1MyIsIkNvbG9yIjp7IiRpZCI6IjExNT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1NSIsIlRvcCI6MC4wLCJMZWZ0IjowLjAsIlJpZ2h0IjowLjAsIkJvdHRvbSI6MC4wfSwiUGFkZGluZyI6eyIkaWQiOiIxMTU2IiwiVG9wIjowLjAsIkxlZnQiOjAuMCwiUmlnaHQiOjAuMCwiQm90dG9tIjowLjB9LCJCYWNrZ3JvdW5kIjp7IiRpZCI6IjExNTciLCJDb2xvciI6eyIkaWQiOiIxMTU4IiwiQSI6NTAsIlIiOjAsIkciOjAsIkIiOjB9fSwiSXNWaXNpYmxlIjp0cnVlLCJXaWR0aCI6MC4wLCJIZWlnaHQiOjAuMCwiQm9yZGVyU3R5bGUiOm51bGwsIlBhcmVudFN0eWxlIjpudWxsfSwiUGFyZW50U3R5bGUiOm51bGx9LCJQYXJlbnRTdHlsZSI6bnVsbH0sIkh5cGVybGluayI6bnVsbCwiQmFzZWxpbmVEYXRhIjp7IiRpZCI6IjExNTkiLCJEYXRlIjoiMjAyNi0wNi0wNFQyMzo1OTowMCJ9LCJJbXBvcnRJZCI6IiJ9XSwiSWQiOiJiMmYwNjk5OC0wMTQwLTQ0YjUtYTg4Ni1mZWE1NzMyYzdhMDIiLCJJc1NpbmdsZUl0ZW1Sb3ciOmZhbHNlfSx7IiRpZCI6IjExNjAiLCJfdGFza3MiOlt7IiRpZCI6IjExNjEiLCJfYXR0YWNoZWRNaWxlc3RvbmVzIjpbXSwiVGFza0RlZmluaXRpb24iOnsiJGlkIjoiMTE2MiIsIkdyb3VwTmFtZSI6bnVsbCwiU3RhcnREYXRlIjoiMjAyNi0wNi0wNFQxMTo1OTowMCIsIkVuZERhdGUiOiIyMDI2LTA2LTE3VDExOjU5OjAwIiwiUGVyY2VudGFnZUNvbXBsZXRlIjpudWxsLCJTdHlsZSI6eyIkaWQiOiIxMTYzIiwiU2hhcGUiOjEsIlNoYXBlVGhpY2tuZXNzIjowLCJEdXJhdGlvbkZvcm1hdCI6MCwiSW5jbHVkZU5vbldvcmtpbmdEYXlzSW5EdXJhdGlvbiI6ZmFsc2UsIlBlcmNlbnRhZ2VDb21wbGV0ZVN0eWxlIjp7IiRpZCI6IjExNjQiLCJGb250U2V0dGluZ3MiOnsiJGlkIjoiMTE2NSIsIkZvbnRTaXplIjoxMCwiRm9udE5hbWUiOiJDYWxpYnJpIiwiSXNCb2xkIjpmYWxzZSwiSXNJdGFsaWMiOmZhbHNlLCJJc1VuZGVybGluZWQiOmZhbHNlLCJQYXJlbnRTdHlsZSI6bnVsbH0sIkF1dG9TaXplIjowLCJGb3JlZ3JvdW5kIjp7IiRpZCI6IjExNjYiLCJDb2xvciI6eyIkaWQiOiIxMTY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E2OCIsIlRvcCI6MC4wLCJMZWZ0IjowLjAsIlJpZ2h0IjowLjAsIkJvdHRvbSI6MC4wfSwiUGFkZGluZyI6eyIkaWQiOiIxMTY5IiwiVG9wIjowLjAsIkxlZnQiOjAuMCwiUmlnaHQiOjAuMCwiQm90dG9tIjowLjB9LCJCYWNrZ3JvdW5kIjp7IiRpZCI6IjExNzAiLCJDb2xvciI6eyIkaWQiOiIxMTcxIiwiQSI6ODksIlIiOjAsIkciOjAsIkIiOjB9fSwiSXNWaXNpYmxlIjp0cnVlLCJXaWR0aCI6MC4wLCJIZWlnaHQiOjAuMCwiQm9yZGVyU3R5bGUiOnsiJGlkIjoiMTE3MiIsIkxpbmVDb2xvciI6bnVsbCwiTGluZVdlaWdodCI6MC4wLCJMaW5lVHlwZSI6MCwiUGFyZW50U3R5bGUiOm51bGx9LCJQYXJlbnRTdHlsZSI6bnVsbH0sIkR1cmF0aW9uU3R5bGUiOnsiJGlkIjoiMTE3MyIsIkZvbnRTZXR0aW5ncyI6eyIkaWQiOiIxMTc0IiwiRm9udFNpemUiOjEwLCJGb250TmFtZSI6IkNhbGlicmkiLCJJc0JvbGQiOmZhbHNlLCJJc0l0YWxpYyI6ZmFsc2UsIklzVW5kZXJsaW5lZCI6ZmFsc2UsIlBhcmVudFN0eWxlIjpudWxsfSwiQXV0b1NpemUiOjAsIkZvcmVncm91bmQiOnsiJGlkIjoiMTE3NSIsIkNvbG9yIjp7IiRpZCI6IjExNz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c3IiwiVG9wIjowLjAsIkxlZnQiOjAuMCwiUmlnaHQiOjAuMCwiQm90dG9tIjowLjB9LCJQYWRkaW5nIjp7IiRpZCI6IjExNzgiLCJUb3AiOjAuMCwiTGVmdCI6MC4wLCJSaWdodCI6MC4wLCJCb3R0b20iOjAuMH0sIkJhY2tncm91bmQiOnsiJGlkIjoiMTE3OSIsIkNvbG9yIjp7IiRpZCI6IjExODAiLCJBIjo4OSwiUiI6MCwiRyI6MCwiQiI6MH19LCJJc1Zpc2libGUiOnRydWUsIldpZHRoIjowLjAsIkhlaWdodCI6MC4wLCJCb3JkZXJTdHlsZSI6eyIkaWQiOiIxMTgxIiwiTGluZUNvbG9yIjpudWxsLCJMaW5lV2VpZ2h0IjowLjAsIkxpbmVUeXBlIjowLCJQYXJlbnRTdHlsZSI6bnVsbH0sIlBhcmVudFN0eWxlIjpudWxsfSwiSG9yaXpvbnRhbENvbm5lY3RvclN0eWxlIjp7IiRpZCI6IjExODIiLCJMaW5lQ29sb3IiOnsiJGlkIjoiMTE4MyIsIiR0eXBlIjoiTkxSRS5Db21tb24uRG9tLlNvbGlkQ29sb3JCcnVzaCwgTkxSRS5Db21tb24iLCJDb2xvciI6eyIkaWQiOiIxMTg0IiwiQSI6MjU1LCJSIjoyMDQsIkciOjIwNCwiQiI6MjA0fX0sIkxpbmVXZWlnaHQiOjEuMCwiTGluZVR5cGUiOjAsIlBhcmVudFN0eWxlIjpudWxsfSwiVmVydGljYWxDb25uZWN0b3JTdHlsZSI6eyIkaWQiOiIxMTg1IiwiTGluZUNvbG9yIjp7IiRpZCI6IjExODYiLCIkdHlwZSI6Ik5MUkUuQ29tbW9uLkRvbS5Tb2xpZENvbG9yQnJ1c2gsIE5MUkUuQ29tbW9uIiwiQ29sb3IiOnsiJGlkIjoiMTE4Ny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VmFyaWFuY2VQb3NpdGlvbiI6NiwiU3BhY2luZyI6MywiSXNCZWxvd1RpbWViYW5kIjp0cnVlLCJQZXJjZW50YWdlQ29tcGxldGVTaGFwZU9wYWNpdHkiOjM1LCJCYXNlbGluZVN0eWxlIjp7IiRpZCI6IjExODgiLCJTaGFwZVN0eWxlIjp7IiRpZCI6IjExODkiLCJNYXJnaW4iOnsiJGlkIjoiMTE5MCIsIlRvcCI6MC4wLCJMZWZ0IjowLjAsIlJpZ2h0IjowLjAsIkJvdHRvbSI6MC4wfSwiUGFkZGluZyI6eyIkaWQiOiIxMTkxIiwiVG9wIjowLjAsIkxlZnQiOjAuMCwiUmlnaHQiOjAuMCwiQm90dG9tIjowLjB9LCJCYWNrZ3JvdW5kIjp7IiRpZCI6IjExOTIiLCJDb2xvciI6eyIkaWQiOiIxMTkzIiwiQSI6MTUzLCJSIjowLCJHIjowLCJCIjowfX0sIklzVmlzaWJsZSI6ZmFsc2UsIldpZHRoIjowLjAsIkhlaWdodCI6MC4wLCJCb3JkZXJTdHlsZSI6bnVsbCwiUGFyZW50U3R5bGUiOm51bGx9LCJNYXJnaW4iOnsiJGlkIjoiMTE5NCIsIlRvcCI6MC4wLCJMZWZ0IjowLjAsIlJpZ2h0IjowLjAsIkJvdHRvbSI6MC4wfSwiUGFkZGluZyI6eyIkaWQiOiIxMTk1IiwiVG9wIjowLjAsIkxlZnQiOjAuMCwiUmlnaHQiOjAuMCwiQm90dG9tIjowLjB9LCJCYWNrZ3JvdW5kIjpudWxsLCJJc1Zpc2libGUiOnRydWUsIldpZHRoIjowLjAsIkhlaWdodCI6MC4wLCJCb3JkZXJTdHlsZSI6bnVsbCwiUGFyZW50U3R5bGUiOm51bGx9LCJTaGFwZVN0eWxlIjp7IiRpZCI6IjExOTYiLCJNYXJnaW4iOnsiJGlkIjoiMTE5NyIsIlRvcCI6MC4wLCJMZWZ0Ijo0LjAsIlJpZ2h0Ijo0LjAsIkJvdHRvbSI6MC4wfSwiUGFkZGluZyI6eyIkaWQiOiIxMTk4IiwiVG9wIjowLjAsIkxlZnQiOjAuMCwiUmlnaHQiOjAuMCwiQm90dG9tIjowLjB9LCJCYWNrZ3JvdW5kIjp7IiRpZCI6IjExOTkiLCJDb2xvciI6eyIkaWQiOiIxMjAwIiwiQSI6MjU1LCJSIjo4MiwiRyI6MTQ3LCJCIjoyMDV9fSwiSXNWaXNpYmxlIjp0cnVlLCJXaWR0aCI6ODQuMCwiSGVpZ2h0IjoxMC4wLCJCb3JkZXJTdHlsZSI6eyIkaWQiOiIxMjAxIiwiTGluZUNvbG9yIjp7IiRpZCI6IjEyMDIiLCIkdHlwZSI6Ik5MUkUuQ29tbW9uLkRvbS5Tb2xpZENvbG9yQnJ1c2gsIE5MUkUuQ29tbW9uIiwiQ29sb3IiOnsiJGlkIjoiMTIwMyIsIkEiOjI1NSwiUiI6MjM0LCJHIjoyMiwiQiI6MzB9fSwiTGluZVdlaWdodCI6MC4wLCJMaW5lVHlwZSI6MCwiUGFyZW50U3R5bGUiOm51bGx9LCJQYXJlbnRTdHlsZSI6bnVsbH0sIlRpdGxlU3R5bGUiOnsiJGlkIjoiMTIwNCIsIkZvbnRTZXR0aW5ncyI6eyIkaWQiOiIxMjA1IiwiRm9udFNpemUiOjExLCJGb250TmFtZSI6IkNhbGlicmkiLCJJc0JvbGQiOmZhbHNlLCJJc0l0YWxpYyI6ZmFsc2UsIklzVW5kZXJsaW5lZCI6ZmFsc2UsIlBhcmVudFN0eWxlIjpudWxsfSwiQXV0b1NpemUiOjAsIkZvcmVncm91bmQiOnsiJGlkIjoiMTIwNiIsIkNvbG9yIjp7IiRpZCI6IjEyMDciLCJBIjoyNTUsIlIiOjAsIkciOjAsIkIiOjB9fSwiTWF4V2lkdGgiOjcyMC4wLCJNYXhIZWlnaHQiOiJJbmZpbml0eSIsIlNtYXJ0Rm9yZWdyb3VuZElzQWN0aXZlIjpmYWxzZSwiSG9yaXpvbnRhbEFsaWdubWVudCI6MiwiVmVydGljYWxBbGlnbm1lbnQiOjAsIlNtYXJ0Rm9yZWdyb3VuZCI6bnVsbCwiQmFja2dyb3VuZEZpbGxUeXBlIjowLCJNYXJnaW4iOnsiJGlkIjoiMTIwOCIsIlRvcCI6MC4wLCJMZWZ0IjowLjAsIlJpZ2h0IjowLjAsIkJvdHRvbSI6MC4wfSwiUGFkZGluZyI6eyIkaWQiOiIxMjA5IiwiVG9wIjowLjAsIkxlZnQiOjAuMCwiUmlnaHQiOjAuMCwiQm90dG9tIjowLjB9LCJCYWNrZ3JvdW5kIjp7IiRpZCI6IjEyMTAiLCJDb2xvciI6eyIkaWQiOiIxMjExIiwiQSI6MCwiUiI6MjU1LCJHIjoyNTUsIkIiOjI1NX19LCJJc1Zpc2libGUiOnRydWUsIldpZHRoIjowLjAsIkhlaWdodCI6MC4wLCJCb3JkZXJTdHlsZSI6eyIkaWQiOiIxMjEyIiwiTGluZUNvbG9yIjpudWxsLCJMaW5lV2VpZ2h0IjowLjAsIkxpbmVUeXBlIjowLCJQYXJlbnRTdHlsZSI6bnVsbH0sIlBhcmVudFN0eWxlIjpudWxsfSwiRGF0ZVN0eWxlIjp7IiRpZCI6IjEyMTMiLCJGb250U2V0dGluZ3MiOnsiJGlkIjoiMTIxNCIsIkZvbnRTaXplIjoxMCwiRm9udE5hbWUiOiJDYWxpYnJpIiwiSXNCb2xkIjpmYWxzZSwiSXNJdGFsaWMiOmZhbHNlLCJJc1VuZGVybGluZWQiOmZhbHNlLCJQYXJlbnRTdHlsZSI6bnVsbH0sIkF1dG9TaXplIjowLCJGb3JlZ3JvdW5kIjp7IiRpZCI6IjEyMTUiLCJDb2xvciI6eyIkaWQiOiIxMjE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E3IiwiVG9wIjowLjAsIkxlZnQiOjAuMCwiUmlnaHQiOjAuMCwiQm90dG9tIjowLjB9LCJQYWRkaW5nIjp7IiRpZCI6IjEyMTgiLCJUb3AiOjAuMCwiTGVmdCI6MC4wLCJSaWdodCI6MC4wLCJCb3R0b20iOjAuMH0sIkJhY2tncm91bmQiOnsiJGlkIjoiMTIxOSIsIkNvbG9yIjp7IiRpZCI6IjEyMjAiLCJBIjo4OSwiUiI6MCwiRyI6MCwiQiI6MH19LCJJc1Zpc2libGUiOnRydWUsIldpZHRoIjowLjAsIkhlaWdodCI6MC4wLCJCb3JkZXJTdHlsZSI6eyIkaWQiOiIxMjIxIiwiTGluZUNvbG9yIjpudWxsLCJMaW5lV2VpZ2h0IjowLjAsIkxpbmVUeXBlIjowLCJQYXJlbnRTdHlsZSI6bnVsbH0sIlBhcmVudFN0eWxlIjpudWxsfSwiRGF0ZUZvcm1hdCI6eyIkaWQiOiIxMjI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jMiLCJGb3JtYXQiOjAsIklzVmlzaWJsZSI6ZmFsc2UsIkxhc3RLbm93blZpc2liaWxpdHlTdGF0ZSI6ZmFsc2V9LCJJc1Zpc2libGUiOnRydWUsIlZhcmlhbmNlU3R5bGUiOnsiJGlkIjoiMTIyNCIsIlRleHRTdHlsZSI6eyIkaWQiOiIxMjI1IiwiRm9udFNldHRpbmdzIjp7IiRpZCI6IjEyMjYiLCJGb250U2l6ZSI6MTAsIkZvbnROYW1lIjoiQ2FsaWJyaSIsIklzQm9sZCI6ZmFsc2UsIklzSXRhbGljIjpmYWxzZSwiSXNVbmRlcmxpbmVkIjpmYWxzZSwiUGFyZW50U3R5bGUiOm51bGx9LCJBdXRvU2l6ZSI6MCwiRm9yZWdyb3VuZCI6eyIkaWQiOiIxMjI3IiwiQ29sb3IiOnsiJGlkIjoiMTIy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I5IiwiVG9wIjowLjAsIkxlZnQiOjAuMCwiUmlnaHQiOjAuMCwiQm90dG9tIjowLjB9LCJQYWRkaW5nIjp7IiRpZCI6IjEyMzAiLCJUb3AiOjAuMCwiTGVmdCI6MC4wLCJSaWdodCI6MC4wLCJCb3R0b20iOjAuMH0sIkJhY2tncm91bmQiOnsiJGlkIjoiMTIzMSIsIkNvbG9yIjp7IiRpZCI6IjEyMzIiLCJBIjo1MCwiUiI6MCwiRyI6MCwiQiI6MH19LCJJc1Zpc2libGUiOnRydWUsIldpZHRoIjowLjAsIkhlaWdodCI6MC4wLCJCb3JkZXJTdHlsZSI6bnVsbCwiUGFyZW50U3R5bGUiOm51bGx9LCJQYXJlbnRTdHlsZSI6bnVsbH0sIlBhcmVudFN0eWxlIjpudWxsfSwiSW5kZXgiOjE3LCJTbWFydER1cmF0aW9uQWN0aXZhdGVkIjpmYWxzZSwiRGF0ZUZvcm1hdCI6eyIkcmVmIjoiMTIyMiJ9LCJXZWVrTnVtYmVyaW5nIjp7IiRpZCI6IjEyMzMiLCJGb3JtYXQiOjAsIklzVmlzaWJsZSI6ZmFsc2UsIkxhc3RLbm93blZpc2liaWxpdHlTdGF0ZSI6ZmFsc2V9LCJCYXNlbGluZURhdGEiOnsiJGlkIjoiMTIzNCIsIlN0YXJ0RGF0ZSI6IjIwMjYtMDYtMDRUMTE6NTk6MDAiLCJFbmREYXRlIjoiMjAyNi0wNi0xN1QxMTo1OTowMCJ9LCJJZCI6IjcyNzhiZWExLWMyODMtNDgzNS05ODhiLWE3NTIzNmQ4NmVlNSIsIkltcG9ydElkIjpudWxsLCJUaXRsZSI6IkJpZnJvc3QgQ2xhc3NpY2FsIChPcmluKSIsIk5vdGUiOm51bGwsIkh5cGVybGluayI6eyIkaWQiOiIxMjM1IiwiQWRkcmVzcyI6IiIsIlN1YkFkZHJlc3MiOiIifSwiSXNDaGFuZ2VkIjpmYWxzZSwiSXNOZXciOmZhbHNlfX1dLCJfbWlsZXN0b25lcyI6W10sIklkIjoiMDAwMDAwMDAtMDAwMC0wMDAwLTAwMDAtMDAwMDAwMDAwMDAwIiwiSXNTaW5nbGVJdGVtUm93Ijp0cnVlfSx7IiRpZCI6IjEyMzYiLCJfdGFza3MiOlt7IiRpZCI6IjEyMzciLCJfYXR0YWNoZWRNaWxlc3RvbmVzIjpbXSwiVGFza0RlZmluaXRpb24iOnsiJGlkIjoiMTIzOCIsIkdyb3VwTmFtZSI6bnVsbCwiU3RhcnREYXRlIjoiMjAyNi0wNi0wNFQxMTo1OTowMFoiLCJFbmREYXRlIjoiMjAyNi0wNy0wMVQxMTo1OTowMFoiLCJQZXJjZW50YWdlQ29tcGxldGUiOm51bGwsIlN0eWxlIjp7IiRpZCI6IjEyMzkiLCJTaGFwZSI6MSwiU2hhcGVUaGlja25lc3MiOjAsIkR1cmF0aW9uRm9ybWF0IjowLCJJbmNsdWRlTm9uV29ya2luZ0RheXNJbkR1cmF0aW9uIjpmYWxzZSwiUGVyY2VudGFnZUNvbXBsZXRlU3R5bGUiOnsiJGlkIjoiMTI0MCIsIkZvbnRTZXR0aW5ncyI6eyIkaWQiOiIxMjQxIiwiRm9udFNpemUiOjEwLCJGb250TmFtZSI6IkNhbGlicmkiLCJJc0JvbGQiOmZhbHNlLCJJc0l0YWxpYyI6ZmFsc2UsIklzVW5kZXJsaW5lZCI6ZmFsc2UsIlBhcmVudFN0eWxlIjpudWxsfSwiQXV0b1NpemUiOjAsIkZvcmVncm91bmQiOnsiJGlkIjoiMTI0MiIsIkNvbG9yIjp7IiRpZCI6IjEyND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jQ0IiwiVG9wIjowLjAsIkxlZnQiOjAuMCwiUmlnaHQiOjAuMCwiQm90dG9tIjowLjB9LCJQYWRkaW5nIjp7IiRpZCI6IjEyNDUiLCJUb3AiOjAuMCwiTGVmdCI6MC4wLCJSaWdodCI6MC4wLCJCb3R0b20iOjAuMH0sIkJhY2tncm91bmQiOnsiJGlkIjoiMTI0NiIsIkNvbG9yIjp7IiRpZCI6IjEyNDciLCJBIjo4OSwiUiI6MCwiRyI6MCwiQiI6MH19LCJJc1Zpc2libGUiOnRydWUsIldpZHRoIjowLjAsIkhlaWdodCI6MC4wLCJCb3JkZXJTdHlsZSI6eyIkaWQiOiIxMjQ4IiwiTGluZUNvbG9yIjpudWxsLCJMaW5lV2VpZ2h0IjowLjAsIkxpbmVUeXBlIjowLCJQYXJlbnRTdHlsZSI6bnVsbH0sIlBhcmVudFN0eWxlIjpudWxsfSwiRHVyYXRpb25TdHlsZSI6eyIkaWQiOiIxMjQ5IiwiRm9udFNldHRpbmdzIjp7IiRpZCI6IjEyNTAiLCJGb250U2l6ZSI6MTAsIkZvbnROYW1lIjoiQ2FsaWJyaSIsIklzQm9sZCI6ZmFsc2UsIklzSXRhbGljIjpmYWxzZSwiSXNVbmRlcmxpbmVkIjpmYWxzZSwiUGFyZW50U3R5bGUiOm51bGx9LCJBdXRvU2l6ZSI6MCwiRm9yZWdyb3VuZCI6eyIkaWQiOiIxMjUxIiwiQ29sb3IiOnsiJGlkIjoiMTI1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yNTMiLCJUb3AiOjAuMCwiTGVmdCI6MC4wLCJSaWdodCI6MC4wLCJCb3R0b20iOjAuMH0sIlBhZGRpbmciOnsiJGlkIjoiMTI1NCIsIlRvcCI6MC4wLCJMZWZ0IjowLjAsIlJpZ2h0IjowLjAsIkJvdHRvbSI6MC4wfSwiQmFja2dyb3VuZCI6eyIkaWQiOiIxMjU1IiwiQ29sb3IiOnsiJGlkIjoiMTI1NiIsIkEiOjg5LCJSIjowLCJHIjowLCJCIjowfX0sIklzVmlzaWJsZSI6dHJ1ZSwiV2lkdGgiOjAuMCwiSGVpZ2h0IjowLjAsIkJvcmRlclN0eWxlIjp7IiRpZCI6IjEyNTciLCJMaW5lQ29sb3IiOm51bGwsIkxpbmVXZWlnaHQiOjAuMCwiTGluZVR5cGUiOjAsIlBhcmVudFN0eWxlIjpudWxsfSwiUGFyZW50U3R5bGUiOm51bGx9LCJIb3Jpem9udGFsQ29ubmVjdG9yU3R5bGUiOnsiJGlkIjoiMTI1OCIsIkxpbmVDb2xvciI6eyIkaWQiOiIxMjU5IiwiJHR5cGUiOiJOTFJFLkNvbW1vbi5Eb20uU29saWRDb2xvckJydXNoLCBOTFJFLkNvbW1vbiIsIkNvbG9yIjp7IiRpZCI6IjEyNjAiLCJBIjoyNTUsIlIiOjIwNCwiRyI6MjA0LCJCIjoyMDR9fSwiTGluZVdlaWdodCI6MS4wLCJMaW5lVHlwZSI6MCwiUGFyZW50U3R5bGUiOm51bGx9LCJWZXJ0aWNhbENvbm5lY3RvclN0eWxlIjp7IiRpZCI6IjEyNjEiLCJMaW5lQ29sb3IiOnsiJGlkIjoiMTI2MiIsIiR0eXBlIjoiTkxSRS5Db21tb24uRG9tLlNvbGlkQ29sb3JCcnVzaCwgTkxSRS5Db21tb24iLCJDb2xvciI6eyIkaWQiOiIxMjYz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2LCJWYXJpYW5jZVBvc2l0aW9uIjo2LCJTcGFjaW5nIjozLCJJc0JlbG93VGltZWJhbmQiOnRydWUsIlBlcmNlbnRhZ2VDb21wbGV0ZVNoYXBlT3BhY2l0eSI6MzUsIkJhc2VsaW5lU3R5bGUiOnsiJGlkIjoiMTI2NCIsIlNoYXBlU3R5bGUiOnsiJGlkIjoiMTI2NSIsIk1hcmdpbiI6eyIkaWQiOiIxMjY2IiwiVG9wIjowLjAsIkxlZnQiOjAuMCwiUmlnaHQiOjAuMCwiQm90dG9tIjowLjB9LCJQYWRkaW5nIjp7IiRpZCI6IjEyNjciLCJUb3AiOjAuMCwiTGVmdCI6MC4wLCJSaWdodCI6MC4wLCJCb3R0b20iOjAuMH0sIkJhY2tncm91bmQiOnsiJGlkIjoiMTI2OCIsIkNvbG9yIjp7IiRpZCI6IjEyNjkiLCJBIjoxNTMsIlIiOjAsIkciOjAsIkIiOjB9fSwiSXNWaXNpYmxlIjp0cnVlLCJXaWR0aCI6MC4wLCJIZWlnaHQiOjAuMCwiQm9yZGVyU3R5bGUiOm51bGwsIlBhcmVudFN0eWxlIjpudWxsfSwiTWFyZ2luIjp7IiRpZCI6IjEyNzAiLCJUb3AiOjAuMCwiTGVmdCI6MC4wLCJSaWdodCI6MC4wLCJCb3R0b20iOjAuMH0sIlBhZGRpbmciOnsiJGlkIjoiMTI3MSIsIlRvcCI6MC4wLCJMZWZ0IjowLjAsIlJpZ2h0IjowLjAsIkJvdHRvbSI6MC4wfSwiQmFja2dyb3VuZCI6bnVsbCwiSXNWaXNpYmxlIjp0cnVlLCJXaWR0aCI6MC4wLCJIZWlnaHQiOjAuMCwiQm9yZGVyU3R5bGUiOm51bGwsIlBhcmVudFN0eWxlIjpudWxsfSwiU2hhcGVTdHlsZSI6eyIkaWQiOiIxMjcyIiwiTWFyZ2luIjp7IiRpZCI6IjEyNzMiLCJUb3AiOjAuMCwiTGVmdCI6NC4wLCJSaWdodCI6NC4wLCJCb3R0b20iOjAuMH0sIlBhZGRpbmciOnsiJGlkIjoiMTI3NCIsIlRvcCI6MC4wLCJMZWZ0IjowLjAsIlJpZ2h0IjowLjAsIkJvdHRvbSI6MC4wfSwiQmFja2dyb3VuZCI6eyIkaWQiOiIxMjc1IiwiQ29sb3IiOnsiJGlkIjoiMTI3NiIsIkEiOjI1NSwiUiI6ODIsIkciOjE0NywiQiI6MjA1fX0sIklzVmlzaWJsZSI6dHJ1ZSwiV2lkdGgiOjAuMCwiSGVpZ2h0IjoxMC4wLCJCb3JkZXJTdHlsZSI6eyIkaWQiOiIxMjc3IiwiTGluZUNvbG9yIjp7IiRpZCI6IjEyNzgiLCIkdHlwZSI6Ik5MUkUuQ29tbW9uLkRvbS5Tb2xpZENvbG9yQnJ1c2gsIE5MUkUuQ29tbW9uIiwiQ29sb3IiOnsiJGlkIjoiMTI3OSIsIkEiOjI1NSwiUiI6MjM0LCJHIjoyMiwiQiI6MzB9fSwiTGluZVdlaWdodCI6MC4wLCJMaW5lVHlwZSI6MCwiUGFyZW50U3R5bGUiOm51bGx9LCJQYXJlbnRTdHlsZSI6bnVsbH0sIlRpdGxlU3R5bGUiOnsiJGlkIjoiMTI4MCIsIkZvbnRTZXR0aW5ncyI6eyIkaWQiOiIxMjgxIiwiRm9udFNpemUiOjExLCJGb250TmFtZSI6IkNhbGlicmkiLCJJc0JvbGQiOmZhbHNlLCJJc0l0YWxpYyI6ZmFsc2UsIklzVW5kZXJsaW5lZCI6ZmFsc2UsIlBhcmVudFN0eWxlIjpudWxsfSwiQXV0b1NpemUiOjAsIkZvcmVncm91bmQiOnsiJGlkIjoiMTI4MiIsIkNvbG9yIjp7IiRpZCI6IjEyODMiLCJBIjoyNTUsIlIiOjAsIkciOjAsIkIiOjB9fSwiTWF4V2lkdGgiOjcyMC4wLCJNYXhIZWlnaHQiOiJJbmZpbml0eSIsIlNtYXJ0Rm9yZWdyb3VuZElzQWN0aXZlIjpmYWxzZSwiSG9yaXpvbnRhbEFsaWdubWVudCI6MiwiVmVydGljYWxBbGlnbm1lbnQiOjAsIlNtYXJ0Rm9yZWdyb3VuZCI6bnVsbCwiQmFja2dyb3VuZEZpbGxUeXBlIjowLCJNYXJnaW4iOnsiJGlkIjoiMTI4NCIsIlRvcCI6MC4wLCJMZWZ0IjowLjAsIlJpZ2h0IjowLjAsIkJvdHRvbSI6MC4wfSwiUGFkZGluZyI6eyIkaWQiOiIxMjg1IiwiVG9wIjowLjAsIkxlZnQiOjAuMCwiUmlnaHQiOjAuMCwiQm90dG9tIjowLjB9LCJCYWNrZ3JvdW5kIjp7IiRpZCI6IjEyODYiLCJDb2xvciI6eyIkaWQiOiIxMjg3IiwiQSI6MCwiUiI6MjU1LCJHIjoyNTUsIkIiOjI1NX19LCJJc1Zpc2libGUiOnRydWUsIldpZHRoIjowLjAsIkhlaWdodCI6MC4wLCJCb3JkZXJTdHlsZSI6eyIkaWQiOiIxMjg4IiwiTGluZUNvbG9yIjpudWxsLCJMaW5lV2VpZ2h0IjowLjAsIkxpbmVUeXBlIjowLCJQYXJlbnRTdHlsZSI6bnVsbH0sIlBhcmVudFN0eWxlIjpudWxsfSwiRGF0ZVN0eWxlIjp7IiRpZCI6IjEyODkiLCJGb250U2V0dGluZ3MiOnsiJGlkIjoiMTI5MCIsIkZvbnRTaXplIjoxMCwiRm9udE5hbWUiOiJDYWxpYnJpIiwiSXNCb2xkIjpmYWxzZSwiSXNJdGFsaWMiOmZhbHNlLCJJc1VuZGVybGluZWQiOmZhbHNlLCJQYXJlbnRTdHlsZSI6bnVsbH0sIkF1dG9TaXplIjowLCJGb3JlZ3JvdW5kIjp7IiRpZCI6IjEyOTEiLCJDb2xvciI6eyIkaWQiOiIxMjk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kzIiwiVG9wIjowLjAsIkxlZnQiOjAuMCwiUmlnaHQiOjAuMCwiQm90dG9tIjowLjB9LCJQYWRkaW5nIjp7IiRpZCI6IjEyOTQiLCJUb3AiOjAuMCwiTGVmdCI6MC4wLCJSaWdodCI6MC4wLCJCb3R0b20iOjAuMH0sIkJhY2tncm91bmQiOnsiJGlkIjoiMTI5NSIsIkNvbG9yIjp7IiRpZCI6IjEyOTYiLCJBIjo4OSwiUiI6MCwiRyI6MCwiQiI6MH19LCJJc1Zpc2libGUiOnRydWUsIldpZHRoIjowLjAsIkhlaWdodCI6MC4wLCJCb3JkZXJTdHlsZSI6eyIkaWQiOiIxMjk3IiwiTGluZUNvbG9yIjpudWxsLCJMaW5lV2VpZ2h0IjowLjAsIkxpbmVUeXBlIjowLCJQYXJlbnRTdHlsZSI6bnVsbH0sIlBhcmVudFN0eWxlIjpudWxsfSwiRGF0ZUZvcm1hdCI6eyIkaWQiOiIxMj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OTkiLCJGb3JtYXQiOjAsIklzVmlzaWJsZSI6ZmFsc2UsIkxhc3RLbm93blZpc2liaWxpdHlTdGF0ZSI6ZmFsc2V9LCJJc1Zpc2libGUiOnRydWUsIlZhcmlhbmNlU3R5bGUiOnsiJGlkIjoiMTMwMCIsIlRleHRTdHlsZSI6eyIkaWQiOiIxMzAxIiwiRm9udFNldHRpbmdzIjp7IiRpZCI6IjEzMDIiLCJGb250U2l6ZSI6MTAsIkZvbnROYW1lIjoiQ2FsaWJyaSIsIklzQm9sZCI6ZmFsc2UsIklzSXRhbGljIjpmYWxzZSwiSXNVbmRlcmxpbmVkIjpmYWxzZSwiUGFyZW50U3R5bGUiOm51bGx9LCJBdXRvU2l6ZSI6MCwiRm9yZWdyb3VuZCI6eyIkaWQiOiIxMzAzIiwiQ29sb3IiOnsiJGlkIjoiMTM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A1IiwiVG9wIjowLjAsIkxlZnQiOjAuMCwiUmlnaHQiOjAuMCwiQm90dG9tIjowLjB9LCJQYWRkaW5nIjp7IiRpZCI6IjEzMDYiLCJUb3AiOjAuMCwiTGVmdCI6MC4wLCJSaWdodCI6MC4wLCJCb3R0b20iOjAuMH0sIkJhY2tncm91bmQiOnsiJGlkIjoiMTMwNyIsIkNvbG9yIjp7IiRpZCI6IjEzMDgiLCJBIjo1MCwiUiI6MCwiRyI6MCwiQiI6MH19LCJJc1Zpc2libGUiOnRydWUsIldpZHRoIjowLjAsIkhlaWdodCI6MC4wLCJCb3JkZXJTdHlsZSI6bnVsbCwiUGFyZW50U3R5bGUiOm51bGx9LCJQYXJlbnRTdHlsZSI6bnVsbH0sIlBhcmVudFN0eWxlIjpudWxsfSwiSW5kZXgiOjE4LCJTbWFydER1cmF0aW9uQWN0aXZhdGVkIjpmYWxzZSwiRGF0ZUZvcm1hdCI6eyIkcmVmIjoiMTI5OCJ9LCJXZWVrTnVtYmVyaW5nIjp7IiRpZCI6IjEzMDkiLCJGb3JtYXQiOjAsIklzVmlzaWJsZSI6ZmFsc2UsIkxhc3RLbm93blZpc2liaWxpdHlTdGF0ZSI6ZmFsc2V9LCJCYXNlbGluZURhdGEiOnsiJGlkIjoiMTMxMCIsIlN0YXJ0RGF0ZSI6IjIwMjYtMDYtMDRUMTE6NTk6MDAiLCJFbmREYXRlIjoiMjAyNi0wNy0wMVQxMTo1OTowMCJ9LCJJZCI6IjRkYjMyZTQzLWM5OWEtNGNjYi05N2Y0LWFjNDAzYjBhZmY0MiIsIkltcG9ydElkIjpudWxsLCJUaXRsZSI6IlNMQU0gKElNWDk1KSIsIk5vdGUiOm51bGwsIkh5cGVybGluayI6eyIkaWQiOiIxMzExIiwiQWRkcmVzcyI6IiIsIlN1YkFkZHJlc3MiOiIifSwiSXNDaGFuZ2VkIjpmYWxzZSwiSXNOZXciOmZhbHNlfX1dLCJfbWlsZXN0b25lcyI6W3siJGlkIjoiMTMxMiIsIklkIjoiZjYxZDE5MmQtMmU2NS00ZjdkLTlkOTgtYjM0ZTkxYmQ2MDVkIiwiSW5kZXgiOjE5LCJHcm91cElkIjpudWxsLCJUaXRsZSI6IlNMQU0gKElNWDk1KSAyMCAtIDI1IGZwcyIsIkRhdGVUaW1lIjoiMjAyNi0wNy0wMlQxMTo1OTowMCIsIlBlcmNlbnRhZ2VDb21wbGV0ZSI6bnVsbCwiTm90ZSI6bnVsbCwiU3R5bGUiOnsiJGlkIjoiMTMxMyIsIlRpdGxlUG9zaXRpb24iOiJSaWdodCIsIkRhdGVQb3NpdGlvbiI6IkxlZnQiLCJWYXJpYW5jZVBvc2l0aW9uIjoiTGVmdCIsIlNoYXBlVHlwZSI6MTksIlNoYXBlU2l6ZSI6MCwiU3BhY2luZyI6NSwiU2hhcGVTdHlsZSI6eyIkaWQiOiIxMzE0IiwiTWFyZ2luIjp7IiRpZCI6IjEzMTUiLCJUb3AiOjAuMCwiTGVmdCI6MC4wLCJSaWdodCI6MC4wLCJCb3R0b20iOjAuMH0sIlBhZGRpbmciOnsiJGlkIjoiMTMxNiIsIlRvcCI6MC4wLCJMZWZ0IjowLjAsIlJpZ2h0IjowLjAsIkJvdHRvbSI6MC4wfSwiQmFja2dyb3VuZCI6eyIkaWQiOiIxMzE3IiwiQ29sb3IiOnsiJGlkIjoiMTMxOCIsIkEiOjI1NSwiUiI6MTE2LCJHIjoxNzMsIkIiOjczfX0sIklzVmlzaWJsZSI6dHJ1ZSwiV2lkdGgiOjguMCwiSGVpZ2h0Ijo4LjAsIkJvcmRlclN0eWxlIjp7IiRpZCI6IjEzMTkiLCJMaW5lQ29sb3IiOnsiJGlkIjoiMTMyMCIsIiR0eXBlIjoiTkxSRS5Db21tb24uRG9tLlNvbGlkQ29sb3JCcnVzaCwgTkxSRS5Db21tb24iLCJDb2xvciI6eyIkaWQiOiIxMzIxIiwiQSI6MjU1LCJSIjoyMzQsIkciOjIyLCJCIjozMH19LCJMaW5lV2VpZ2h0IjowLjAsIkxpbmVUeXBlIjowLCJQYXJlbnRTdHlsZSI6bnVsbH0sIlBhcmVudFN0eWxlIjpudWxsfSwiVGl0bGVTdHlsZSI6eyIkaWQiOiIxMzIyIiwiRm9udFNldHRpbmdzIjp7IiRpZCI6IjEzMjMiLCJGb250U2l6ZSI6MTEsIkZvbnROYW1lIjoiQ2FsaWJyaSIsIklzQm9sZCI6dHJ1ZSwiSXNJdGFsaWMiOmZhbHNlLCJJc1VuZGVybGluZWQiOmZhbHNlLCJQYXJlbnRTdHlsZSI6bnVsbH0sIkF1dG9TaXplIjowLCJGb3JlZ3JvdW5kIjp7IiRpZCI6IjEzMjQiLCJDb2xvciI6eyIkaWQiOiIxMzI1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zMjYiLCJUb3AiOjAuMCwiTGVmdCI6MC4wLCJSaWdodCI6MC4wLCJCb3R0b20iOjAuMH0sIlBhZGRpbmciOnsiJGlkIjoiMTMyNyIsIlRvcCI6MC4wLCJMZWZ0IjowLjAsIlJpZ2h0IjowLjAsIkJvdHRvbSI6MC4wfSwiQmFja2dyb3VuZCI6eyIkaWQiOiIxMzI4IiwiQ29sb3IiOnsiJGlkIjoiMTMyOSIsIkEiOjAsIlIiOjI1NSwiRyI6MjU1LCJCIjoyNTV9fSwiSXNWaXNpYmxlIjp0cnVlLCJXaWR0aCI6MC4wLCJIZWlnaHQiOjAuMCwiQm9yZGVyU3R5bGUiOnsiJGlkIjoiMTMzMCIsIkxpbmVDb2xvciI6bnVsbCwiTGluZVdlaWdodCI6MC4wLCJMaW5lVHlwZSI6MCwiUGFyZW50U3R5bGUiOm51bGx9LCJQYXJlbnRTdHlsZSI6bnVsbH0sIkRhdGVTdHlsZSI6eyIkaWQiOiIxMzMxIiwiRm9udFNldHRpbmdzIjp7IiRpZCI6IjEzMzIiLCJGb250U2l6ZSI6MTAsIkZvbnROYW1lIjoiQ2FsaWJyaSIsIklzQm9sZCI6ZmFsc2UsIklzSXRhbGljIjpmYWxzZSwiSXNVbmRlcmxpbmVkIjpmYWxzZSwiUGFyZW50U3R5bGUiOm51bGx9LCJBdXRvU2l6ZSI6MCwiRm9yZWdyb3VuZCI6eyIkaWQiOiIxMzMzIiwiQ29sb3IiOnsiJGlkIjoiMTMz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MzNSIsIlRvcCI6MC4wLCJMZWZ0IjowLjAsIlJpZ2h0IjowLjAsIkJvdHRvbSI6MC4wfSwiUGFkZGluZyI6eyIkaWQiOiIxMzM2IiwiVG9wIjowLjAsIkxlZnQiOjAuMCwiUmlnaHQiOjAuMCwiQm90dG9tIjowLjB9LCJCYWNrZ3JvdW5kIjp7IiRpZCI6IjEzMzciLCJDb2xvciI6eyIkaWQiOiIxMzM4IiwiQSI6MCwiUiI6MjU1LCJHIjoyNTUsIkIiOjI1NX19LCJJc1Zpc2libGUiOmZhbHNlLCJXaWR0aCI6MC4wLCJIZWlnaHQiOjAuMCwiQm9yZGVyU3R5bGUiOnsiJGlkIjoiMTMzOSIsIkxpbmVDb2xvciI6bnVsbCwiTGluZVdlaWdodCI6MC4wLCJMaW5lVHlwZSI6MCwiUGFyZW50U3R5bGUiOm51bGx9LCJQYXJlbnRTdHlsZSI6bnVsbH0sIkRhdGVGb3JtYXQiOnsiJGlkIjoiMTM0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QxIiwiRm9ybWF0IjowLCJJc1Zpc2libGUiOmZhbHNlLCJMYXN0S25vd25WaXNpYmlsaXR5U3RhdGUiOmZhbHNlfSwiSXNWaXNpYmxlIjp0cnVlLCJWYXJpYW5jZVN0eWxlIjp7IiRpZCI6IjEzNDIiLCJUZXh0U3R5bGUiOnsiJGlkIjoiMTM0MyIsIkZvbnRTZXR0aW5ncyI6eyIkaWQiOiIxMzQ0IiwiRm9udFNpemUiOjEwLCJGb250TmFtZSI6IkNhbGlicmkiLCJJc0JvbGQiOmZhbHNlLCJJc0l0YWxpYyI6ZmFsc2UsIklzVW5kZXJsaW5lZCI6ZmFsc2UsIlBhcmVudFN0eWxlIjpudWxsfSwiQXV0b1NpemUiOjAsIkZvcmVncm91bmQiOnsiJGlkIjoiMTM0NSIsIkNvbG9yIjp7IiRpZCI6IjEzND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0NyIsIlRvcCI6MC4wLCJMZWZ0IjowLjAsIlJpZ2h0IjowLjAsIkJvdHRvbSI6MC4wfSwiUGFkZGluZyI6eyIkaWQiOiIxMzQ4IiwiVG9wIjowLjAsIkxlZnQiOjAuMCwiUmlnaHQiOjAuMCwiQm90dG9tIjowLjB9LCJCYWNrZ3JvdW5kIjp7IiRpZCI6IjEzNDkiLCJDb2xvciI6eyIkaWQiOiIxMzUwIiwiQSI6NTAsIlIiOjAsIkciOjAsIkIiOjB9fSwiSXNWaXNpYmxlIjp0cnVlLCJXaWR0aCI6MC4wLCJIZWlnaHQiOjAuMCwiQm9yZGVyU3R5bGUiOm51bGwsIlBhcmVudFN0eWxlIjpudWxsfSwiUGFyZW50U3R5bGUiOm51bGx9LCJQYXJlbnRTdHlsZSI6bnVsbH0sIkh5cGVybGluayI6bnVsbCwiQmFzZWxpbmVEYXRhIjp7IiRpZCI6IjEzNTEiLCJEYXRlIjoiMjAyNi0wNy0wMlQxMTo1OTowMCJ9LCJJbXBvcnRJZCI6IiJ9XSwiSWQiOiI1MzNkZTk3Zi0yMWQwLTQyMzctYmYwMS0zNDdjNWZiYTQ0YjQiLCJJc1NpbmdsZUl0ZW1Sb3ciOmZhbHNlfSx7IiRpZCI6IjEzNTIiLCJfdGFza3MiOlt7IiRpZCI6IjEzNTMiLCJfYXR0YWNoZWRNaWxlc3RvbmVzIjpbXSwiVGFza0RlZmluaXRpb24iOnsiJGlkIjoiMTM1NCIsIkdyb3VwTmFtZSI6bnVsbCwiU3RhcnREYXRlIjoiMjAyNi0wOC0yNVQwMDowMDowMCIsIkVuZERhdGUiOiIyMDI2LTA5LTAyVDIzOjU5OjAwIiwiUGVyY2VudGFnZUNvbXBsZXRlIjpudWxsLCJTdHlsZSI6eyIkaWQiOiIxMzU1IiwiU2hhcGUiOjEsIlNoYXBlVGhpY2tuZXNzIjowLCJEdXJhdGlvbkZvcm1hdCI6MCwiSW5jbHVkZU5vbldvcmtpbmdEYXlzSW5EdXJhdGlvbiI6ZmFsc2UsIlBlcmNlbnRhZ2VDb21wbGV0ZVN0eWxlIjp7IiRpZCI6IjEzNTYiLCJGb250U2V0dGluZ3MiOnsiJGlkIjoiMTM1NyIsIkZvbnRTaXplIjoxMCwiRm9udE5hbWUiOiJDYWxpYnJpIiwiSXNCb2xkIjpmYWxzZSwiSXNJdGFsaWMiOmZhbHNlLCJJc1VuZGVybGluZWQiOmZhbHNlLCJQYXJlbnRTdHlsZSI6bnVsbH0sIkF1dG9TaXplIjowLCJGb3JlZ3JvdW5kIjp7IiRpZCI6IjEzNTgiLCJDb2xvciI6eyIkaWQiOiIxMzU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M2MCIsIlRvcCI6MC4wLCJMZWZ0IjowLjAsIlJpZ2h0IjowLjAsIkJvdHRvbSI6MC4wfSwiUGFkZGluZyI6eyIkaWQiOiIxMzYxIiwiVG9wIjowLjAsIkxlZnQiOjAuMCwiUmlnaHQiOjAuMCwiQm90dG9tIjowLjB9LCJCYWNrZ3JvdW5kIjp7IiRpZCI6IjEzNjIiLCJDb2xvciI6eyIkaWQiOiIxMzYzIiwiQSI6ODksIlIiOjAsIkciOjAsIkIiOjB9fSwiSXNWaXNpYmxlIjp0cnVlLCJXaWR0aCI6MC4wLCJIZWlnaHQiOjAuMCwiQm9yZGVyU3R5bGUiOnsiJGlkIjoiMTM2NCIsIkxpbmVDb2xvciI6bnVsbCwiTGluZVdlaWdodCI6MC4wLCJMaW5lVHlwZSI6MCwiUGFyZW50U3R5bGUiOm51bGx9LCJQYXJlbnRTdHlsZSI6bnVsbH0sIkR1cmF0aW9uU3R5bGUiOnsiJGlkIjoiMTM2NSIsIkZvbnRTZXR0aW5ncyI6eyIkaWQiOiIxMzY2IiwiRm9udFNpemUiOjEwLCJGb250TmFtZSI6IkNhbGlicmkiLCJJc0JvbGQiOmZhbHNlLCJJc0l0YWxpYyI6ZmFsc2UsIklzVW5kZXJsaW5lZCI6ZmFsc2UsIlBhcmVudFN0eWxlIjpudWxsfSwiQXV0b1NpemUiOjAsIkZvcmVncm91bmQiOnsiJGlkIjoiMTM2NyIsIkNvbG9yIjp7IiRpZCI6IjEzNj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zY5IiwiVG9wIjowLjAsIkxlZnQiOjAuMCwiUmlnaHQiOjAuMCwiQm90dG9tIjowLjB9LCJQYWRkaW5nIjp7IiRpZCI6IjEzNzAiLCJUb3AiOjAuMCwiTGVmdCI6MC4wLCJSaWdodCI6MC4wLCJCb3R0b20iOjAuMH0sIkJhY2tncm91bmQiOnsiJGlkIjoiMTM3MSIsIkNvbG9yIjp7IiRpZCI6IjEzNzIiLCJBIjo4OSwiUiI6MCwiRyI6MCwiQiI6MH19LCJJc1Zpc2libGUiOnRydWUsIldpZHRoIjowLjAsIkhlaWdodCI6MC4wLCJCb3JkZXJTdHlsZSI6eyIkaWQiOiIxMzczIiwiTGluZUNvbG9yIjpudWxsLCJMaW5lV2VpZ2h0IjowLjAsIkxpbmVUeXBlIjowLCJQYXJlbnRTdHlsZSI6bnVsbH0sIlBhcmVudFN0eWxlIjpudWxsfSwiSG9yaXpvbnRhbENvbm5lY3RvclN0eWxlIjp7IiRpZCI6IjEzNzQiLCJMaW5lQ29sb3IiOnsiJGlkIjoiMTM3NSIsIiR0eXBlIjoiTkxSRS5Db21tb24uRG9tLlNvbGlkQ29sb3JCcnVzaCwgTkxSRS5Db21tb24iLCJDb2xvciI6eyIkaWQiOiIxMzc2IiwiQSI6MjU1LCJSIjoyMDQsIkciOjIwNCwiQiI6MjA0fX0sIkxpbmVXZWlnaHQiOjEuMCwiTGluZVR5cGUiOjAsIlBhcmVudFN0eWxlIjpudWxsfSwiVmVydGljYWxDb25uZWN0b3JTdHlsZSI6eyIkaWQiOiIxMzc3IiwiTGluZUNvbG9yIjp7IiRpZCI6IjEzNzgiLCIkdHlwZSI6Ik5MUkUuQ29tbW9uLkRvbS5Tb2xpZENvbG9yQnJ1c2gsIE5MUkUuQ29tbW9uIiwiQ29sb3IiOnsiJGlkIjoiMTM3OS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VmFyaWFuY2VQb3NpdGlvbiI6NiwiU3BhY2luZyI6MywiSXNCZWxvd1RpbWViYW5kIjp0cnVlLCJQZXJjZW50YWdlQ29tcGxldGVTaGFwZU9wYWNpdHkiOjM1LCJCYXNlbGluZVN0eWxlIjp7IiRpZCI6IjEzODAiLCJTaGFwZVN0eWxlIjp7IiRpZCI6IjEzODEiLCJNYXJnaW4iOnsiJGlkIjoiMTM4MiIsIlRvcCI6MC4wLCJMZWZ0IjowLjAsIlJpZ2h0IjowLjAsIkJvdHRvbSI6MC4wfSwiUGFkZGluZyI6eyIkaWQiOiIxMzgzIiwiVG9wIjowLjAsIkxlZnQiOjAuMCwiUmlnaHQiOjAuMCwiQm90dG9tIjowLjB9LCJCYWNrZ3JvdW5kIjp7IiRpZCI6IjEzODQiLCJDb2xvciI6eyIkaWQiOiIxMzg1IiwiQSI6MTUzLCJSIjowLCJHIjowLCJCIjowfX0sIklzVmlzaWJsZSI6dHJ1ZSwiV2lkdGgiOjAuMCwiSGVpZ2h0IjowLjAsIkJvcmRlclN0eWxlIjpudWxsLCJQYXJlbnRTdHlsZSI6bnVsbH0sIk1hcmdpbiI6eyIkaWQiOiIxMzg2IiwiVG9wIjowLjAsIkxlZnQiOjAuMCwiUmlnaHQiOjAuMCwiQm90dG9tIjowLjB9LCJQYWRkaW5nIjp7IiRpZCI6IjEzODciLCJUb3AiOjAuMCwiTGVmdCI6MC4wLCJSaWdodCI6MC4wLCJCb3R0b20iOjAuMH0sIkJhY2tncm91bmQiOm51bGwsIklzVmlzaWJsZSI6dHJ1ZSwiV2lkdGgiOjAuMCwiSGVpZ2h0IjowLjAsIkJvcmRlclN0eWxlIjpudWxsLCJQYXJlbnRTdHlsZSI6bnVsbH0sIlNoYXBlU3R5bGUiOnsiJGlkIjoiMTM4OCIsIk1hcmdpbiI6eyIkaWQiOiIxMzg5IiwiVG9wIjowLjAsIkxlZnQiOjQuMCwiUmlnaHQiOjQuMCwiQm90dG9tIjowLjB9LCJQYWRkaW5nIjp7IiRpZCI6IjEzOTAiLCJUb3AiOjAuMCwiTGVmdCI6MC4wLCJSaWdodCI6MC4wLCJCb3R0b20iOjAuMH0sIkJhY2tncm91bmQiOnsiJGlkIjoiMTM5MSIsIkNvbG9yIjp7IiRpZCI6IjEzOTIiLCJBIjoyNTUsIlIiOjgyLCJHIjoxNDcsIkIiOjIwNX19LCJJc1Zpc2libGUiOnRydWUsIldpZHRoIjowLjAsIkhlaWdodCI6MTAuMCwiQm9yZGVyU3R5bGUiOnsiJGlkIjoiMTM5MyIsIkxpbmVDb2xvciI6eyIkaWQiOiIxMzk0IiwiJHR5cGUiOiJOTFJFLkNvbW1vbi5Eb20uU29saWRDb2xvckJydXNoLCBOTFJFLkNvbW1vbiIsIkNvbG9yIjp7IiRpZCI6IjEzOTUiLCJBIjoyNTUsIlIiOjIzNCwiRyI6MjIsIkIiOjMwfX0sIkxpbmVXZWlnaHQiOjAuMCwiTGluZVR5cGUiOjAsIlBhcmVudFN0eWxlIjpudWxsfSwiUGFyZW50U3R5bGUiOm51bGx9LCJUaXRsZVN0eWxlIjp7IiRpZCI6IjEzOTYiLCJGb250U2V0dGluZ3MiOnsiJGlkIjoiMTM5NyIsIkZvbnRTaXplIjoxMSwiRm9udE5hbWUiOiJDYWxpYnJpIiwiSXNCb2xkIjpmYWxzZSwiSXNJdGFsaWMiOmZhbHNlLCJJc1VuZGVybGluZWQiOmZhbHNlLCJQYXJlbnRTdHlsZSI6bnVsbH0sIkF1dG9TaXplIjowLCJGb3JlZ3JvdW5kIjp7IiRpZCI6IjEzOTgiLCJDb2xvciI6eyIkaWQiOiIxMzk5IiwiQSI6MjU1LCJSIjowLCJHIjowLCJCIjowfX0sIk1heFdpZHRoIjo3MjAuMCwiTWF4SGVpZ2h0IjoiSW5maW5pdHkiLCJTbWFydEZvcmVncm91bmRJc0FjdGl2ZSI6ZmFsc2UsIkhvcml6b250YWxBbGlnbm1lbnQiOjIsIlZlcnRpY2FsQWxpZ25tZW50IjowLCJTbWFydEZvcmVncm91bmQiOm51bGwsIkJhY2tncm91bmRGaWxsVHlwZSI6MCwiTWFyZ2luIjp7IiRpZCI6IjE0MDAiLCJUb3AiOjAuMCwiTGVmdCI6MC4wLCJSaWdodCI6MC4wLCJCb3R0b20iOjAuMH0sIlBhZGRpbmciOnsiJGlkIjoiMTQwMSIsIlRvcCI6MC4wLCJMZWZ0IjowLjAsIlJpZ2h0IjowLjAsIkJvdHRvbSI6MC4wfSwiQmFja2dyb3VuZCI6eyIkaWQiOiIxNDAyIiwiQ29sb3IiOnsiJGlkIjoiMTQwMyIsIkEiOjAsIlIiOjI1NSwiRyI6MjU1LCJCIjoyNTV9fSwiSXNWaXNpYmxlIjp0cnVlLCJXaWR0aCI6MC4wLCJIZWlnaHQiOjAuMCwiQm9yZGVyU3R5bGUiOnsiJGlkIjoiMTQwNCIsIkxpbmVDb2xvciI6bnVsbCwiTGluZVdlaWdodCI6MC4wLCJMaW5lVHlwZSI6MCwiUGFyZW50U3R5bGUiOm51bGx9LCJQYXJlbnRTdHlsZSI6bnVsbH0sIkRhdGVTdHlsZSI6eyIkaWQiOiIxNDA1IiwiRm9udFNldHRpbmdzIjp7IiRpZCI6IjE0MDYiLCJGb250U2l6ZSI6MTAsIkZvbnROYW1lIjoiQ2FsaWJyaSIsIklzQm9sZCI6ZmFsc2UsIklzSXRhbGljIjpmYWxzZSwiSXNVbmRlcmxpbmVkIjpmYWxzZSwiUGFyZW50U3R5bGUiOm51bGx9LCJBdXRvU2l6ZSI6MCwiRm9yZWdyb3VuZCI6eyIkaWQiOiIxNDA3IiwiQ29sb3IiOnsiJGlkIjoiMTQw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QwOSIsIlRvcCI6MC4wLCJMZWZ0IjowLjAsIlJpZ2h0IjowLjAsIkJvdHRvbSI6MC4wfSwiUGFkZGluZyI6eyIkaWQiOiIxNDEwIiwiVG9wIjowLjAsIkxlZnQiOjAuMCwiUmlnaHQiOjAuMCwiQm90dG9tIjowLjB9LCJCYWNrZ3JvdW5kIjp7IiRpZCI6IjE0MTEiLCJDb2xvciI6eyIkaWQiOiIxNDEyIiwiQSI6ODksIlIiOjAsIkciOjAsIkIiOjB9fSwiSXNWaXNpYmxlIjp0cnVlLCJXaWR0aCI6MC4wLCJIZWlnaHQiOjAuMCwiQm9yZGVyU3R5bGUiOnsiJGlkIjoiMTQxMyIsIkxpbmVDb2xvciI6bnVsbCwiTGluZVdlaWdodCI6MC4wLCJMaW5lVHlwZSI6MCwiUGFyZW50U3R5bGUiOm51bGx9LCJQYXJlbnRTdHlsZSI6bnVsbH0sIkRhdGVGb3JtYXQiOnsiJGlkIjoiMTQx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E1IiwiRm9ybWF0IjowLCJJc1Zpc2libGUiOmZhbHNlLCJMYXN0S25vd25WaXNpYmlsaXR5U3RhdGUiOmZhbHNlfSwiSXNWaXNpYmxlIjpmYWxzZSwiVmFyaWFuY2VTdHlsZSI6eyIkaWQiOiIxNDE2IiwiVGV4dFN0eWxlIjp7IiRpZCI6IjE0MTciLCJGb250U2V0dGluZ3MiOnsiJGlkIjoiMTQxOCIsIkZvbnRTaXplIjoxMCwiRm9udE5hbWUiOiJDYWxpYnJpIiwiSXNCb2xkIjpmYWxzZSwiSXNJdGFsaWMiOmZhbHNlLCJJc1VuZGVybGluZWQiOmZhbHNlLCJQYXJlbnRTdHlsZSI6bnVsbH0sIkF1dG9TaXplIjowLCJGb3JlZ3JvdW5kIjp7IiRpZCI6IjE0MTkiLCJDb2xvciI6eyIkaWQiOiIxNDI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MjEiLCJUb3AiOjAuMCwiTGVmdCI6MC4wLCJSaWdodCI6MC4wLCJCb3R0b20iOjAuMH0sIlBhZGRpbmciOnsiJGlkIjoiMTQyMiIsIlRvcCI6MC4wLCJMZWZ0IjowLjAsIlJpZ2h0IjowLjAsIkJvdHRvbSI6MC4wfSwiQmFja2dyb3VuZCI6eyIkaWQiOiIxNDIzIiwiQ29sb3IiOnsiJGlkIjoiMTQyNCIsIkEiOjUwLCJSIjowLCJHIjowLCJCIjowfX0sIklzVmlzaWJsZSI6dHJ1ZSwiV2lkdGgiOjAuMCwiSGVpZ2h0IjowLjAsIkJvcmRlclN0eWxlIjpudWxsLCJQYXJlbnRTdHlsZSI6bnVsbH0sIlBhcmVudFN0eWxlIjpudWxsfSwiUGFyZW50U3R5bGUiOm51bGx9LCJJbmRleCI6MjAsIlNtYXJ0RHVyYXRpb25BY3RpdmF0ZWQiOmZhbHNlLCJEYXRlRm9ybWF0Ijp7IiRyZWYiOiIxNDE0In0sIldlZWtOdW1iZXJpbmciOnsiJGlkIjoiMTQyNSIsIkZvcm1hdCI6MCwiSXNWaXNpYmxlIjpmYWxzZSwiTGFzdEtub3duVmlzaWJpbGl0eVN0YXRlIjpmYWxzZX0sIkJhc2VsaW5lRGF0YSI6eyIkaWQiOiIxNDI2IiwiU3RhcnREYXRlIjoiMjAyNi0wOC0yNVQwMDowMDowMCIsIkVuZERhdGUiOiIyMDI2LTA5LTAyVDIzOjU5OjAwIn0sIklkIjoiMTFjZWIwZjgtNWViNi00ZTQwLTgwNDktZjM3MjViMzg5ZTI3IiwiSW1wb3J0SWQiOm51bGwsIlRpdGxlIjoiQmlmcm9zdCBFdnQgKEJlc3QpIiwiTm90ZSI6bnVsbCwiSHlwZXJsaW5rIjp7IiRpZCI6IjE0MjciLCJBZGRyZXNzIjoiIiwiU3ViQWRkcmVzcyI6IiJ9LCJJc0NoYW5nZWQiOmZhbHNlLCJJc05ldyI6ZmFsc2V9fV0sIl9taWxlc3RvbmVzIjpbXSwiSWQiOiIwMDAwMDAwMC0wMDAwLTAwMDAtMDAwMC0wMDAwMDAwMDAwMDAiLCJJc1NpbmdsZUl0ZW1Sb3ciOnRydWV9XSwiSW5kZXgiOjIsIklkIjoiZDMwMzRhZGItMjI5ZS00YWE3LWJhYWEtNjM1MzI2MjU1ZDViIiwiSGVhZGVyVGV4dCI6IlN5c3RlbVxyXG5FbWJlZGRpbmcgb24gQWR2YW5jZWQgUGxhdGZvcm1cclxuKFlpc3VzKSIsIklzRGVmYXVsdCI6ZmFsc2UsIlN0eWxlIjp7IiRpZCI6IjE0MjgiLCJIZWFkZXJTdHlsZSI6eyIkaWQiOiIxNDI5IiwiVGV4dFN0eWxlIjp7IiRpZCI6IjE0MzAiLCJGb250U2V0dGluZ3MiOnsiJGlkIjoiMTQzMSIsIkZvbnRTaXplIjoxMiwiRm9udE5hbWUiOiJDYWxpYnJpIiwiSXNCb2xkIjpmYWxzZSwiSXNJdGFsaWMiOmZhbHNlLCJJc1VuZGVybGluZWQiOmZhbHNlLCJQYXJlbnRTdHlsZSI6bnVsbH0sIkF1dG9TaXplIjowLCJGb3JlZ3JvdW5kIjp7IiRpZCI6IjE0MzIiLCJDb2xvciI6eyIkaWQiOiIxNDMzIiwiQSI6MjU1LCJSIjowLCJHIjowLCJCIjowfX0sIk1heFdpZHRoIjowLjAsIk1heEhlaWdodCI6MC4wLCJTbWFydEZvcmVncm91bmRJc0FjdGl2ZSI6ZmFsc2UsIkhvcml6b250YWxBbGlnbm1lbnQiOjAsIlZlcnRpY2FsQWxpZ25tZW50IjowLCJTbWFydEZvcmVncm91bmQiOm51bGwsIkJhY2tncm91bmRGaWxsVHlwZSI6MCwiTWFyZ2luIjp7IiRpZCI6IjE0MzQiLCJUb3AiOjAuMCwiTGVmdCI6MC4wLCJSaWdodCI6MC4wLCJCb3R0b20iOjAuMH0sIlBhZGRpbmciOnsiJGlkIjoiMTQzNSIsIlRvcCI6MC4wLCJMZWZ0IjowLjAsIlJpZ2h0IjowLjAsIkJvdHRvbSI6MC4wfSwiQmFja2dyb3VuZCI6bnVsbCwiSXNWaXNpYmxlIjpmYWxzZSwiV2lkdGgiOjAuMCwiSGVpZ2h0IjowLjAsIkJvcmRlclN0eWxlIjpudWxsLCJQYXJlbnRTdHlsZSI6bnVsbH0sIlJlY3RhbmdsZVN0eWxlIjp7IiRpZCI6IjE0MzYiLCJNYXJnaW4iOnsiJGlkIjoiMTQzNyIsIlRvcCI6MC4wLCJMZWZ0IjowLjAsIlJpZ2h0IjowLjAsIkJvdHRvbSI6MC4wfSwiUGFkZGluZyI6eyIkaWQiOiIxNDM4IiwiVG9wIjowLjAsIkxlZnQiOjAuMCwiUmlnaHQiOjAuMCwiQm90dG9tIjowLjB9LCJCYWNrZ3JvdW5kIjp7IiRpZCI6IjE0MzkiLCJDb2xvciI6eyIkaWQiOiIxNDQwIiwiQSI6NjMsIlIiOjkxLCJHIjoxNTUsIkIiOjIxM319LCJJc1Zpc2libGUiOmZhbHNlLCJXaWR0aCI6MC4wLCJIZWlnaHQiOjAuMCwiQm9yZGVyU3R5bGUiOnsiJGlkIjoiMTQ0MSIsIkxpbmVDb2xvciI6eyIkaWQiOiIxNDQyIiwiJHR5cGUiOiJOTFJFLkNvbW1vbi5Eb20uU29saWRDb2xvckJydXNoLCBOTFJFLkNvbW1vbiIsIkNvbG9yIjp7IiRpZCI6IjE0NDMiLCJBIjoyNTUsIlIiOjI1NSwiRyI6MCwiQiI6MH19LCJMaW5lV2VpZ2h0IjowLjAsIkxpbmVUeXBlIjowLCJQYXJlbnRTdHlsZSI6bnVsbH0sIlBhcmVudFN0eWxlIjpudWxsfSwiTWFyZ2luIjp7IiRpZCI6IjE0NDQiLCJUb3AiOjAuMCwiTGVmdCI6MC4wLCJSaWdodCI6MC4wLCJCb3R0b20iOjAuMH0sIlBhZGRpbmciOnsiJGlkIjoiMTQ0NSIsIlRvcCI6MC4wLCJMZWZ0IjowLjAsIlJpZ2h0IjowLjAsIkJvdHRvbSI6MC4wfSwiQmFja2dyb3VuZCI6bnVsbCwiSXNWaXNpYmxlIjp0cnVlLCJXaWR0aCI6MC4wLCJIZWlnaHQiOjAuMCwiQm9yZGVyU3R5bGUiOm51bGwsIlBhcmVudFN0eWxlIjpudWxsfSwiQmFja2dyb3VuZFN0eWxlIjp7IiRpZCI6IjE0NDYiLCJNYXJnaW4iOnsiJGlkIjoiMTQ0NyIsIlRvcCI6MC4wLCJMZWZ0IjowLjAsIlJpZ2h0IjowLjAsIkJvdHRvbSI6MC4wfSwiUGFkZGluZyI6eyIkaWQiOiIxNDQ4IiwiVG9wIjowLjAsIkxlZnQiOjAuMCwiUmlnaHQiOjAuMCwiQm90dG9tIjowLjB9LCJCYWNrZ3JvdW5kIjp7IiRpZCI6IjE0NDkiLCJDb2xvciI6eyIkaWQiOiIxNDUwIiwiQSI6MzgsIlIiOjkxLCJHIjoxNTUsIkIiOjIxM319LCJJc1Zpc2libGUiOnRydWUsIldpZHRoIjowLjAsIkhlaWdodCI6MC4wLCJCb3JkZXJTdHlsZSI6eyIkaWQiOiIxNDUxIiwiTGluZUNvbG9yIjp7IiRpZCI6IjE0NTIiLCIkdHlwZSI6Ik5MUkUuQ29tbW9uLkRvbS5Tb2xpZENvbG9yQnJ1c2gsIE5MUkUuQ29tbW9uIiwiQ29sb3IiOnsiJGlkIjoiMTQ1MyIsIkEiOjI1NSwiUiI6MjM0LCJHIjoyMiwiQiI6MzB9fSwiTGluZVdlaWdodCI6MC4wLCJMaW5lVHlwZSI6MCwiUGFyZW50U3R5bGUiOm51bGx9LCJQYXJlbnRTdHlsZSI6bnVsbH0sIk1hcmdpbiI6eyIkaWQiOiIxNDU0IiwiVG9wIjowLjAsIkxlZnQiOjAuMCwiUmlnaHQiOjAuMCwiQm90dG9tIjowLjB9LCJQYWRkaW5nIjp7IiRpZCI6IjE0NTUiLCJUb3AiOjAuMCwiTGVmdCI6MC4wLCJSaWdodCI6MC4wLCJCb3R0b20iOjAuMH0sIklzVmlzaWJsZSI6dHJ1ZSwiV2lkdGgiOjAuMCwiSGVpZ2h0IjowLjAsIkJvcmRlclN0eWxlIjp7IiRpZCI6IjE0NTYiLCJMaW5lQ29sb3IiOm51bGwsIkxpbmVXZWlnaHQiOjAuMCwiTGluZVR5cGUiOjAsIlBhcmVudFN0eWxlIjpudWxsfSwiUGFyZW50U3R5bGUiOm51bGx9fSx7IiRpZCI6IjE0NTciLCJfcm93cyI6W10sIkluZGV4IjozLCJJZCI6ImQxNjcxMzQ5LTJhNTUtNGJlOC1hMTQwLTI0ZmRiNmMyZDhiNCIsIkhlYWRlclRleHQiOm51bGwsIklzRGVmYXVsdCI6dHJ1ZSwiU3R5bGUiOnsiJGlkIjoiMTQ1OCIsIkhlYWRlclN0eWxlIjp7IiRpZCI6IjE0NTkiLCJUZXh0U3R5bGUiOnsiJGlkIjoiMTQ2MCIsIkZvbnRTZXR0aW5ncyI6eyIkaWQiOiIxNDYxIiwiRm9udFNpemUiOjEyLCJGb250TmFtZSI6IkNhbGlicmkiLCJJc0JvbGQiOmZhbHNlLCJJc0l0YWxpYyI6ZmFsc2UsIklzVW5kZXJsaW5lZCI6ZmFsc2UsIlBhcmVudFN0eWxlIjpudWxsfSwiQXV0b1NpemUiOjAsIkZvcmVncm91bmQiOnsiJGlkIjoiMTQ2MiIsIkNvbG9yIjp7IiRpZCI6IjE0NjMiLCJBIjoyNTUsIlIiOjAsIkciOjAsIkIiOjB9fSwiTWF4V2lkdGgiOjAuMCwiTWF4SGVpZ2h0IjowLjAsIlNtYXJ0Rm9yZWdyb3VuZElzQWN0aXZlIjpmYWxzZSwiSG9yaXpvbnRhbEFsaWdubWVudCI6MCwiVmVydGljYWxBbGlnbm1lbnQiOjAsIlNtYXJ0Rm9yZWdyb3VuZCI6bnVsbCwiQmFja2dyb3VuZEZpbGxUeXBlIjowLCJNYXJnaW4iOnsiJGlkIjoiMTQ2NCIsIlRvcCI6MC4wLCJMZWZ0IjowLjAsIlJpZ2h0IjowLjAsIkJvdHRvbSI6MC4wfSwiUGFkZGluZyI6eyIkaWQiOiIxNDY1IiwiVG9wIjowLjAsIkxlZnQiOjAuMCwiUmlnaHQiOjAuMCwiQm90dG9tIjowLjB9LCJCYWNrZ3JvdW5kIjpudWxsLCJJc1Zpc2libGUiOmZhbHNlLCJXaWR0aCI6MC4wLCJIZWlnaHQiOjAuMCwiQm9yZGVyU3R5bGUiOm51bGwsIlBhcmVudFN0eWxlIjpudWxsfSwiUmVjdGFuZ2xlU3R5bGUiOnsiJGlkIjoiMTQ2NiIsIk1hcmdpbiI6eyIkaWQiOiIxNDY3IiwiVG9wIjowLjAsIkxlZnQiOjAuMCwiUmlnaHQiOjAuMCwiQm90dG9tIjowLjB9LCJQYWRkaW5nIjp7IiRpZCI6IjE0NjgiLCJUb3AiOjAuMCwiTGVmdCI6MC4wLCJSaWdodCI6MC4wLCJCb3R0b20iOjAuMH0sIkJhY2tncm91bmQiOnsiJGlkIjoiMTQ2OSIsIkNvbG9yIjp7IiRpZCI6IjE0NzAiLCJBIjo2MywiUiI6OTEsIkciOjE1NSwiQiI6MjEzfX0sIklzVmlzaWJsZSI6ZmFsc2UsIldpZHRoIjowLjAsIkhlaWdodCI6MC4wLCJCb3JkZXJTdHlsZSI6eyIkaWQiOiIxNDcxIiwiTGluZUNvbG9yIjp7IiRpZCI6IjE0NzIiLCIkdHlwZSI6Ik5MUkUuQ29tbW9uLkRvbS5Tb2xpZENvbG9yQnJ1c2gsIE5MUkUuQ29tbW9uIiwiQ29sb3IiOnsiJGlkIjoiMTQ3MyIsIkEiOjI1NSwiUiI6MjU1LCJHIjowLCJCIjowfX0sIkxpbmVXZWlnaHQiOjAuMCwiTGluZVR5cGUiOjAsIlBhcmVudFN0eWxlIjpudWxsfSwiUGFyZW50U3R5bGUiOm51bGx9LCJNYXJnaW4iOnsiJGlkIjoiMTQ3NCIsIlRvcCI6MC4wLCJMZWZ0IjowLjAsIlJpZ2h0IjowLjAsIkJvdHRvbSI6MC4wfSwiUGFkZGluZyI6eyIkaWQiOiIxNDc1IiwiVG9wIjowLjAsIkxlZnQiOjAuMCwiUmlnaHQiOjAuMCwiQm90dG9tIjowLjB9LCJCYWNrZ3JvdW5kIjpudWxsLCJJc1Zpc2libGUiOnRydWUsIldpZHRoIjowLjAsIkhlaWdodCI6MC4wLCJCb3JkZXJTdHlsZSI6bnVsbCwiUGFyZW50U3R5bGUiOm51bGx9LCJCYWNrZ3JvdW5kU3R5bGUiOnsiJGlkIjoiMTQ3NiIsIk1hcmdpbiI6eyIkaWQiOiIxNDc3IiwiVG9wIjowLjAsIkxlZnQiOjAuMCwiUmlnaHQiOjAuMCwiQm90dG9tIjowLjB9LCJQYWRkaW5nIjp7IiRpZCI6IjE0NzgiLCJUb3AiOjAuMCwiTGVmdCI6MC4wLCJSaWdodCI6MC4wLCJCb3R0b20iOjAuMH0sIkJhY2tncm91bmQiOnsiJGlkIjoiMTQ3OSIsIkNvbG9yIjp7IiRpZCI6IjE0ODAiLCJBIjozOCwiUiI6OTEsIkciOjE1NSwiQiI6MjEzfX0sIklzVmlzaWJsZSI6dHJ1ZSwiV2lkdGgiOjAuMCwiSGVpZ2h0IjowLjAsIkJvcmRlclN0eWxlIjp7IiRpZCI6IjE0ODEiLCJMaW5lQ29sb3IiOnsiJGlkIjoiMTQ4MiIsIiR0eXBlIjoiTkxSRS5Db21tb24uRG9tLlNvbGlkQ29sb3JCcnVzaCwgTkxSRS5Db21tb24iLCJDb2xvciI6eyIkaWQiOiIxNDgzIiwiQSI6MjU1LCJSIjoyMzQsIkciOjIyLCJCIjozMH19LCJMaW5lV2VpZ2h0IjowLjAsIkxpbmVUeXBlIjowLCJQYXJlbnRTdHlsZSI6bnVsbH0sIlBhcmVudFN0eWxlIjpudWxsfSwiTWFyZ2luIjp7IiRpZCI6IjE0ODQiLCJUb3AiOjAuMCwiTGVmdCI6MC4wLCJSaWdodCI6MC4wLCJCb3R0b20iOjAuMH0sIlBhZGRpbmciOnsiJGlkIjoiMTQ4NSIsIlRvcCI6MC4wLCJMZWZ0IjowLjAsIlJpZ2h0IjowLjAsIkJvdHRvbSI6MC4wfSwiSXNWaXNpYmxlIjp0cnVlLCJXaWR0aCI6MC4wLCJIZWlnaHQiOjAuMCwiQm9yZGVyU3R5bGUiOnsiJGlkIjoiMTQ4NiIsIkxpbmVDb2xvciI6bnVsbCwiTGluZVdlaWdodCI6MC4wLCJMaW5lVHlwZSI6MCwiUGFyZW50U3R5bGUiOm51bGx9LCJQYXJlbnRTdHlsZSI6bnVsbH19LHsiJGlkIjoiMTQ4NyIsIl9yb3dzIjpbeyIkaWQiOiIxNDg4IiwiX3Rhc2tzIjpbXSwiX21pbGVzdG9uZXMiOlt7IiRpZCI6IjE0ODkiLCJJZCI6IjMyMjBjN2IzLWQ1ZjItNDU2ZS1hOWU3LWY2MTcwMTA4ZWExMCIsIkluZGV4IjoyMSwiR3JvdXBJZCI6bnVsbCwiVGl0bGUiOiJGaXJzdCBIb2xkZXIgRGVzaWduIFJlYWR5IiwiRGF0ZVRpbWUiOiIyMDI2LTA2LTAxVDIzOjU5OjAwIiwiUGVyY2VudGFnZUNvbXBsZXRlIjpudWxsLCJOb3RlIjpudWxsLCJTdHlsZSI6eyIkaWQiOiIxNDkwIiwiVGl0bGVQb3NpdGlvbiI6IlJpZ2h0IiwiRGF0ZVBvc2l0aW9uIjoiTGVmdCIsIlZhcmlhbmNlUG9zaXRpb24iOiJMZWZ0IiwiU2hhcGVUeXBlIjoxLCJTaGFwZVNpemUiOjAsIlNwYWNpbmciOjUsIlNoYXBlU3R5bGUiOnsiJGlkIjoiMTQ5MSIsIk1hcmdpbiI6eyIkaWQiOiIxNDkyIiwiVG9wIjowLjAsIkxlZnQiOjAuMCwiUmlnaHQiOjAuMCwiQm90dG9tIjowLjB9LCJQYWRkaW5nIjp7IiRpZCI6IjE0OTMiLCJUb3AiOjAuMCwiTGVmdCI6MC4wLCJSaWdodCI6MC4wLCJCb3R0b20iOjAuMH0sIkJhY2tncm91bmQiOnsiJGlkIjoiMTQ5NCIsIkNvbG9yIjp7IiRpZCI6IjE0OTUiLCJBIjoyNTUsIlIiOjY4LCJHIjo4NCwiQiI6MTA2fX0sIklzVmlzaWJsZSI6dHJ1ZSwiV2lkdGgiOjEyLjAsIkhlaWdodCI6MTQuMCwiQm9yZGVyU3R5bGUiOnsiJGlkIjoiMTQ5NiIsIkxpbmVDb2xvciI6eyIkaWQiOiIxNDk3IiwiJHR5cGUiOiJOTFJFLkNvbW1vbi5Eb20uU29saWRDb2xvckJydXNoLCBOTFJFLkNvbW1vbiIsIkNvbG9yIjp7IiRpZCI6IjE0OTgiLCJBIjoyNTUsIlIiOjIzNCwiRyI6MjIsIkIiOjMwfX0sIkxpbmVXZWlnaHQiOjAuMCwiTGluZVR5cGUiOjAsIlBhcmVudFN0eWxlIjpudWxsfSwiUGFyZW50U3R5bGUiOm51bGx9LCJUaXRsZVN0eWxlIjp7IiRpZCI6IjE0OTkiLCJGb250U2V0dGluZ3MiOnsiJGlkIjoiMTUwMCIsIkZvbnRTaXplIjoxMSwiRm9udE5hbWUiOiJDYWxpYnJpIiwiSXNCb2xkIjp0cnVlLCJJc0l0YWxpYyI6ZmFsc2UsIklzVW5kZXJsaW5lZCI6ZmFsc2UsIlBhcmVudFN0eWxlIjpudWxsfSwiQXV0b1NpemUiOjAsIkZvcmVncm91bmQiOnsiJGlkIjoiMTUwMSIsIkNvbG9yIjp7IiRpZCI6IjE1M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UwMyIsIlRvcCI6MC4wLCJMZWZ0IjowLjAsIlJpZ2h0IjowLjAsIkJvdHRvbSI6MC4wfSwiUGFkZGluZyI6eyIkaWQiOiIxNTA0IiwiVG9wIjowLjAsIkxlZnQiOjAuMCwiUmlnaHQiOjAuMCwiQm90dG9tIjowLjB9LCJCYWNrZ3JvdW5kIjp7IiRpZCI6IjE1MDUiLCJDb2xvciI6eyIkaWQiOiIxNTA2IiwiQSI6MCwiUiI6MjU1LCJHIjoyNTUsIkIiOjI1NX19LCJJc1Zpc2libGUiOnRydWUsIldpZHRoIjowLjAsIkhlaWdodCI6MC4wLCJCb3JkZXJTdHlsZSI6eyIkaWQiOiIxNTA3IiwiTGluZUNvbG9yIjpudWxsLCJMaW5lV2VpZ2h0IjowLjAsIkxpbmVUeXBlIjowLCJQYXJlbnRTdHlsZSI6bnVsbH0sIlBhcmVudFN0eWxlIjpudWxsfSwiRGF0ZVN0eWxlIjp7IiRpZCI6IjE1MDgiLCJGb250U2V0dGluZ3MiOnsiJGlkIjoiMTUwOSIsIkZvbnRTaXplIjoxMCwiRm9udE5hbWUiOiJDYWxpYnJpIiwiSXNCb2xkIjpmYWxzZSwiSXNJdGFsaWMiOmZhbHNlLCJJc1VuZGVybGluZWQiOmZhbHNlLCJQYXJlbnRTdHlsZSI6bnVsbH0sIkF1dG9TaXplIjowLCJGb3JlZ3JvdW5kIjp7IiRpZCI6IjE1MTAiLCJDb2xvciI6eyIkaWQiOiIxNTE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TEyIiwiVG9wIjowLjAsIkxlZnQiOjAuMCwiUmlnaHQiOjAuMCwiQm90dG9tIjowLjB9LCJQYWRkaW5nIjp7IiRpZCI6IjE1MTMiLCJUb3AiOjAuMCwiTGVmdCI6MC4wLCJSaWdodCI6MC4wLCJCb3R0b20iOjAuMH0sIkJhY2tncm91bmQiOnsiJGlkIjoiMTUxNCIsIkNvbG9yIjp7IiRpZCI6IjE1MTUiLCJBIjowLCJSIjoyNTUsIkciOjI1NSwiQiI6MjU1fX0sIklzVmlzaWJsZSI6ZmFsc2UsIldpZHRoIjowLjAsIkhlaWdodCI6MC4wLCJCb3JkZXJTdHlsZSI6eyIkaWQiOiIxNTE2IiwiTGluZUNvbG9yIjpudWxsLCJMaW5lV2VpZ2h0IjowLjAsIkxpbmVUeXBlIjowLCJQYXJlbnRTdHlsZSI6bnVsbH0sIlBhcmVudFN0eWxlIjpudWxsfSwiRGF0ZUZvcm1hdCI6eyIkaWQiOiIxNTE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TgiLCJGb3JtYXQiOjAsIklzVmlzaWJsZSI6ZmFsc2UsIkxhc3RLbm93blZpc2liaWxpdHlTdGF0ZSI6ZmFsc2V9LCJJc1Zpc2libGUiOmZhbHNlLCJWYXJpYW5jZVN0eWxlIjp7IiRpZCI6IjE1MTkiLCJUZXh0U3R5bGUiOnsiJGlkIjoiMTUyMCIsIkZvbnRTZXR0aW5ncyI6eyIkaWQiOiIxNTIxIiwiRm9udFNpemUiOjEwLCJGb250TmFtZSI6IkNhbGlicmkiLCJJc0JvbGQiOmZhbHNlLCJJc0l0YWxpYyI6ZmFsc2UsIklzVW5kZXJsaW5lZCI6ZmFsc2UsIlBhcmVudFN0eWxlIjpudWxsfSwiQXV0b1NpemUiOjAsIkZvcmVncm91bmQiOnsiJGlkIjoiMTUyMiIsIkNvbG9yIjp7IiRpZCI6IjE1MjM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UyNCIsIlRvcCI6MC4wLCJMZWZ0IjowLjAsIlJpZ2h0IjowLjAsIkJvdHRvbSI6MC4wfSwiUGFkZGluZyI6eyIkaWQiOiIxNTI1IiwiVG9wIjowLjAsIkxlZnQiOjAuMCwiUmlnaHQiOjAuMCwiQm90dG9tIjowLjB9LCJCYWNrZ3JvdW5kIjp7IiRpZCI6IjE1MjYiLCJDb2xvciI6eyIkaWQiOiIxNTI3IiwiQSI6NTAsIlIiOjAsIkciOjAsIkIiOjB9fSwiSXNWaXNpYmxlIjp0cnVlLCJXaWR0aCI6MC4wLCJIZWlnaHQiOjAuMCwiQm9yZGVyU3R5bGUiOm51bGwsIlBhcmVudFN0eWxlIjpudWxsfSwiUGFyZW50U3R5bGUiOm51bGx9LCJQYXJlbnRTdHlsZSI6bnVsbH0sIkh5cGVybGluayI6bnVsbCwiQmFzZWxpbmVEYXRhIjp7IiRpZCI6IjE1MjgiLCJEYXRlIjoiMjAyNi0wNi0wMVQyMzo1OTowMCJ9LCJJbXBvcnRJZCI6IiJ9XSwiSWQiOiIwMDAwMDAwMC0wMDAwLTAwMDAtMDAwMC0wMDAwMDAwMDAwMDAiLCJJc1NpbmdsZUl0ZW1Sb3ciOnRydWV9LHsiJGlkIjoiMTUyOSIsIl90YXNrcyI6W3siJGlkIjoiMTUzMCIsIl9hdHRhY2hlZE1pbGVzdG9uZXMiOlt7IiRpZCI6IjE1MzEiLCJEYXRlIjoiMjAyNi0wNC0zMFQyMzo1OTowMCIsIlN0eWxlIjp7IiRpZCI6IjE1MzIiLCJTaGFwZSI6MTksIkNvbm5lY3Rvck1hcmdpbiI6eyIkaWQiOiIxNTMzIiwiVG9wIjowLjAsIkxlZnQiOjIuMCwiUmlnaHQiOjIuMCwiQm90dG9tIjowLjB9LCJDb25uZWN0b3JTdHlsZSI6eyIkaWQiOiIxNTM0IiwiTGluZUNvbG9yIjp7IiRpZCI6IjE1MzUiLCIkdHlwZSI6Ik5MUkUuQ29tbW9uLkRvbS5Tb2xpZENvbG9yQnJ1c2gsIE5MUkUuQ29tbW9uIiwiQ29sb3IiOnsiJGlkIjoiMTUzNiIsIkEiOjEyNywiUiI6MTEyLCJHIjoxNzMsIkIiOjcxfX0sIkxpbmVXZWlnaHQiOjEuMCwiTGluZVR5cGUiOjAsIlBhcmVudFN0eWxlIjpudWxsfSwiSXNCZWxvd1RpbWViYW5kIjp0cnVlLCJQb3NpdGlvbk9uVGFzayI6MSwiSGlkZURhdGUiOmZhbHNlLCJTaGFwZVNpemUiOjAsIlNwYWNpbmciOjAuMCwiUGFkZGluZyI6eyIkaWQiOiIxNTM3IiwiVG9wIjo1LjAsIkxlZnQiOjMuMCwiUmlnaHQiOjAuMCwiQm90dG9tIjoyLjB9LCJTaGFwZVN0eWxlIjp7IiRpZCI6IjE1MzgiLCJNYXJnaW4iOnsiJGlkIjoiMTUzOSIsIlRvcCI6MC4wLCJMZWZ0IjowLjAsIlJpZ2h0IjowLjAsIkJvdHRvbSI6MC4wfSwiUGFkZGluZyI6eyIkaWQiOiIxNTQwIiwiVG9wIjowLjAsIkxlZnQiOjAuMCwiUmlnaHQiOjAuMCwiQm90dG9tIjowLjB9LCJCYWNrZ3JvdW5kIjp7IiRpZCI6IjE1NDEiLCJDb2xvciI6eyIkaWQiOiIxNTQyIiwiQSI6MjU1LCJSIjoxMTIsIkciOjE3MywiQiI6NzF9fSwiSXNWaXNpYmxlIjp0cnVlLCJXaWR0aCI6OC4wLCJIZWlnaHQiOjguMCwiQm9yZGVyU3R5bGUiOnsiJGlkIjoiMTU0MyIsIkxpbmVDb2xvciI6eyIkaWQiOiIxNTQ0IiwiJHR5cGUiOiJOTFJFLkNvbW1vbi5Eb20uU29saWRDb2xvckJydXNoLCBOTFJFLkNvbW1vbiIsIkNvbG9yIjp7IiRpZCI6IjE1NDUiLCJBIjoyNTUsIlIiOjIzNCwiRyI6MjIsIkIiOjMwfX0sIkxpbmVXZWlnaHQiOjAuMCwiTGluZVR5cGUiOjAsIlBhcmVudFN0eWxlIjpudWxsfSwiUGFyZW50U3R5bGUiOm51bGx9LCJUaXRsZVN0eWxlIjp7IiRpZCI6IjE1NDYiLCJGb250U2V0dGluZ3MiOnsiJGlkIjoiMTU0NyIsIkZvbnRTaXplIjoxMSwiRm9udE5hbWUiOiJDYWxpYnJpIiwiSXNCb2xkIjp0cnVlLCJJc0l0YWxpYyI6ZmFsc2UsIklzVW5kZXJsaW5lZCI6ZmFsc2UsIlBhcmVudFN0eWxlIjpudWxsfSwiQXV0b1NpemUiOjAsIkZvcmVncm91bmQiOnsiJGlkIjoiMTU0OCIsIkNvbG9yIjp7IiRpZCI6IjE1NDk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U1MCIsIlRvcCI6MC4wLCJMZWZ0IjowLjAsIlJpZ2h0IjowLjAsIkJvdHRvbSI6MC4wfSwiUGFkZGluZyI6eyIkaWQiOiIxNTUxIiwiVG9wIjowLjAsIkxlZnQiOjAuMCwiUmlnaHQiOjAuMCwiQm90dG9tIjowLjB9LCJCYWNrZ3JvdW5kIjp7IiRpZCI6IjE1NTIiLCJDb2xvciI6eyIkaWQiOiIxNTUzIiwiQSI6MCwiUiI6MjU1LCJHIjoyNTUsIkIiOjI1NX19LCJJc1Zpc2libGUiOnRydWUsIldpZHRoIjowLjAsIkhlaWdodCI6MC4wLCJCb3JkZXJTdHlsZSI6eyIkaWQiOiIxNTU0IiwiTGluZUNvbG9yIjpudWxsLCJMaW5lV2VpZ2h0IjowLjAsIkxpbmVUeXBlIjowLCJQYXJlbnRTdHlsZSI6bnVsbH0sIlBhcmVudFN0eWxlIjpudWxsfSwiRGF0ZVN0eWxlIjp7IiRpZCI6IjE1NTUiLCJGb250U2V0dGluZ3MiOnsiJGlkIjoiMTU1NiIsIkZvbnRTaXplIjoxMCwiRm9udE5hbWUiOiJDYWxpYnJpIiwiSXNCb2xkIjpmYWxzZSwiSXNJdGFsaWMiOmZhbHNlLCJJc1VuZGVybGluZWQiOmZhbHNlLCJQYXJlbnRTdHlsZSI6bnVsbH0sIkF1dG9TaXplIjowLCJGb3JlZ3JvdW5kIjp7IiRpZCI6IjE1NTciLCJDb2xvciI6eyIkaWQiOiIxNTU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TU5IiwiVG9wIjowLjAsIkxlZnQiOjAuMCwiUmlnaHQiOjAuMCwiQm90dG9tIjowLjB9LCJQYWRkaW5nIjp7IiRpZCI6IjE1NjAiLCJUb3AiOjAuMCwiTGVmdCI6MC4wLCJSaWdodCI6MC4wLCJCb3R0b20iOjAuMH0sIkJhY2tncm91bmQiOnsiJGlkIjoiMTU2MSIsIkNvbG9yIjp7IiRpZCI6IjE1NjIiLCJBIjowLCJSIjoyNTUsIkciOjI1NSwiQiI6MjU1fX0sIklzVmlzaWJsZSI6ZmFsc2UsIldpZHRoIjowLjAsIkhlaWdodCI6MC4wLCJCb3JkZXJTdHlsZSI6eyIkaWQiOiIxNTYzIiwiTGluZUNvbG9yIjpudWxsLCJMaW5lV2VpZ2h0IjowLjAsIkxpbmVUeXBlIjowLCJQYXJlbnRTdHlsZSI6bnVsbH0sIlBhcmVudFN0eWxlIjpudWxsfSwiRGF0ZUZvcm1hdCI6eyIkaWQiOiIxNTY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NjUiLCJGb3JtYXQiOjAsIklzVmlzaWJsZSI6ZmFsc2UsIkxhc3RLbm93blZpc2liaWxpdHlTdGF0ZSI6ZmFsc2V9LCJJc1Zpc2libGUiOnRydWUsIlZhcmlhbmNlU3R5bGUiOnsiJGlkIjoiMTU2NiIsIlRleHRTdHlsZSI6eyIkaWQiOiIxNTY3IiwiRm9udFNldHRpbmdzIjp7IiRpZCI6IjE1NjgiLCJGb250U2l6ZSI6MTAsIkZvbnROYW1lIjoiQ2FsaWJyaSIsIklzQm9sZCI6ZmFsc2UsIklzSXRhbGljIjpmYWxzZSwiSXNVbmRlcmxpbmVkIjpmYWxzZSwiUGFyZW50U3R5bGUiOm51bGx9LCJBdXRvU2l6ZSI6MCwiRm9yZWdyb3VuZCI6eyIkaWQiOiIxNTY5IiwiQ29sb3IiOnsiJGlkIjoiMTU3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cxIiwiVG9wIjowLjAsIkxlZnQiOjAuMCwiUmlnaHQiOjAuMCwiQm90dG9tIjowLjB9LCJQYWRkaW5nIjp7IiRpZCI6IjE1NzIiLCJUb3AiOjAuMCwiTGVmdCI6MC4wLCJSaWdodCI6MC4wLCJCb3R0b20iOjAuMH0sIkJhY2tncm91bmQiOnsiJGlkIjoiMTU3MyIsIkNvbG9yIjp7IiRpZCI6IjE1NzQiLCJBIjo1MCwiUiI6MCwiRyI6MCwiQiI6MH19LCJJc1Zpc2libGUiOnRydWUsIldpZHRoIjowLjAsIkhlaWdodCI6MC4wLCJCb3JkZXJTdHlsZSI6bnVsbCwiUGFyZW50U3R5bGUiOm51bGx9LCJQYXJlbnRTdHlsZSI6bnVsbH0sIlBhcmVudFN0eWxlIjpudWxsfSwiSW5kZXgiOjI0LCJQZXJjZW50YWdlQ29tcGxldGUiOm51bGwsIlBvc2l0aW9uIjp7IlJhdGlvIjowLjAsIklzQ3VzdG9tIjpmYWxzZX0sIkRhdGVGb3JtYXQiOnsiJHJlZiI6IjE1NjQifSwiV2Vla051bWJlcmluZyI6eyIkaWQiOiIxNTc1IiwiRm9ybWF0IjowLCJJc1Zpc2libGUiOmZhbHNlLCJMYXN0S25vd25WaXNpYmlsaXR5U3RhdGUiOmZhbHNlfSwiQmFzZWxpbmVEYXRhIjp7IiRpZCI6IjE1NzYiLCJEYXRlIjoiMjAyNi0wNC0zMFQyMzo1OTowMCJ9LCJSZWxhdGVkVGFza0lkIjoiMjUwMzg3MTEtNTRkZC00OTQ2LWEzMDctNjhhZmEyNmIzNjk2IiwiSWQiOiJiZGE0MjgwMi1kMTZjLTQxZTMtYjkzNy0yZjE5OWU0MDFiYzIiLCJJbXBvcnRJZCI6IiIsIlRpdGxlIjoiTEMgRmVhc2libGUiLCJOb3RlIjpudWxsLCJIeXBlcmxpbmsiOnsiJGlkIjoiMTU3NyIsIkFkZHJlc3MiOiIiLCJTdWJBZGRyZXNzIjoiIn0sIklzQ2hhbmdlZCI6ZmFsc2UsIklzTmV3IjpmYWxzZX0seyIkaWQiOiIxNTc4IiwiRGF0ZSI6IjIwMjYtMDUtMDFUMjM6NTk6MDAiLCJTdHlsZSI6eyIkaWQiOiIxNTc5IiwiU2hhcGUiOjEsIkNvbm5lY3Rvck1hcmdpbiI6eyIkaWQiOiIxNTgwIiwiVG9wIjowLjAsIkxlZnQiOjIuMCwiUmlnaHQiOjIuMCwiQm90dG9tIjowLjB9LCJDb25uZWN0b3JTdHlsZSI6eyIkaWQiOiIxNTgxIiwiTGluZUNvbG9yIjp7IiRpZCI6IjE1ODIiLCIkdHlwZSI6Ik5MUkUuQ29tbW9uLkRvbS5Tb2xpZENvbG9yQnJ1c2gsIE5MUkUuQ29tbW9uIiwiQ29sb3IiOnsiJGlkIjoiMTU4MyIsIkEiOjEyNywiUiI6NjgsIkciOjg0LCJCIjoxMDZ9fSwiTGluZVdlaWdodCI6MS4wLCJMaW5lVHlwZSI6MCwiUGFyZW50U3R5bGUiOm51bGx9LCJJc0JlbG93VGltZWJhbmQiOnRydWUsIlBvc2l0aW9uT25UYXNrIjozLCJIaWRlRGF0ZSI6ZmFsc2UsIlNoYXBlU2l6ZSI6MCwiU3BhY2luZyI6MC4wLCJQYWRkaW5nIjp7IiRpZCI6IjE1ODQiLCJUb3AiOjUuMCwiTGVmdCI6My4wLCJSaWdodCI6MC4wLCJCb3R0b20iOjIuMH0sIlNoYXBlU3R5bGUiOnsiJGlkIjoiMTU4NSIsIk1hcmdpbiI6eyIkaWQiOiIxNTg2IiwiVG9wIjowLjAsIkxlZnQiOjAuMCwiUmlnaHQiOjAuMCwiQm90dG9tIjowLjB9LCJQYWRkaW5nIjp7IiRpZCI6IjE1ODciLCJUb3AiOjAuMCwiTGVmdCI6MC4wLCJSaWdodCI6MC4wLCJCb3R0b20iOjAuMH0sIkJhY2tncm91bmQiOnsiJGlkIjoiMTU4OCIsIkNvbG9yIjp7IiRpZCI6IjE1ODkiLCJBIjoyNTUsIlIiOjY4LCJHIjo4NCwiQiI6MTA2fX0sIklzVmlzaWJsZSI6dHJ1ZSwiV2lkdGgiOjEyLjAsIkhlaWdodCI6MTQuMCwiQm9yZGVyU3R5bGUiOnsiJGlkIjoiMTU5MCIsIkxpbmVDb2xvciI6eyIkaWQiOiIxNTkxIiwiJHR5cGUiOiJOTFJFLkNvbW1vbi5Eb20uU29saWRDb2xvckJydXNoLCBOTFJFLkNvbW1vbiIsIkNvbG9yIjp7IiRpZCI6IjE1OTIiLCJBIjoyNTUsIlIiOjIzNCwiRyI6MjIsIkIiOjMwfX0sIkxpbmVXZWlnaHQiOjAuMCwiTGluZVR5cGUiOjAsIlBhcmVudFN0eWxlIjpudWxsfSwiUGFyZW50U3R5bGUiOm51bGx9LCJUaXRsZVN0eWxlIjp7IiRpZCI6IjE1OTMiLCJGb250U2V0dGluZ3MiOnsiJGlkIjoiMTU5NCIsIkZvbnRTaXplIjoxMSwiRm9udE5hbWUiOiJDYWxpYnJpIiwiSXNCb2xkIjp0cnVlLCJJc0l0YWxpYyI6ZmFsc2UsIklzVW5kZXJsaW5lZCI6ZmFsc2UsIlBhcmVudFN0eWxlIjpudWxsfSwiQXV0b1NpemUiOjAsIkZvcmVncm91bmQiOnsiJGlkIjoiMTU5NSIsIkNvbG9yIjp7IiRpZCI6IjE1OTY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U5NyIsIlRvcCI6MC4wLCJMZWZ0IjowLjAsIlJpZ2h0IjowLjAsIkJvdHRvbSI6MC4wfSwiUGFkZGluZyI6eyIkaWQiOiIxNTk4IiwiVG9wIjowLjAsIkxlZnQiOjAuMCwiUmlnaHQiOjAuMCwiQm90dG9tIjowLjB9LCJCYWNrZ3JvdW5kIjp7IiRpZCI6IjE1OTkiLCJDb2xvciI6eyIkaWQiOiIxNjAwIiwiQSI6MCwiUiI6MjU1LCJHIjoyNTUsIkIiOjI1NX19LCJJc1Zpc2libGUiOnRydWUsIldpZHRoIjowLjAsIkhlaWdodCI6MC4wLCJCb3JkZXJTdHlsZSI6eyIkaWQiOiIxNjAxIiwiTGluZUNvbG9yIjpudWxsLCJMaW5lV2VpZ2h0IjowLjAsIkxpbmVUeXBlIjowLCJQYXJlbnRTdHlsZSI6bnVsbH0sIlBhcmVudFN0eWxlIjpudWxsfSwiRGF0ZVN0eWxlIjp7IiRpZCI6IjE2MDIiLCJGb250U2V0dGluZ3MiOnsiJGlkIjoiMTYwMyIsIkZvbnRTaXplIjoxMCwiRm9udE5hbWUiOiJDYWxpYnJpIiwiSXNCb2xkIjpmYWxzZSwiSXNJdGFsaWMiOmZhbHNlLCJJc1VuZGVybGluZWQiOmZhbHNlLCJQYXJlbnRTdHlsZSI6bnVsbH0sIkF1dG9TaXplIjowLCJGb3JlZ3JvdW5kIjp7IiRpZCI6IjE2MDQiLCJDb2xvciI6eyIkaWQiOiIxNjA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jA2IiwiVG9wIjowLjAsIkxlZnQiOjAuMCwiUmlnaHQiOjAuMCwiQm90dG9tIjowLjB9LCJQYWRkaW5nIjp7IiRpZCI6IjE2MDciLCJUb3AiOjAuMCwiTGVmdCI6MC4wLCJSaWdodCI6MC4wLCJCb3R0b20iOjAuMH0sIkJhY2tncm91bmQiOnsiJGlkIjoiMTYwOCIsIkNvbG9yIjp7IiRpZCI6IjE2MDkiLCJBIjowLCJSIjoyNTUsIkciOjI1NSwiQiI6MjU1fX0sIklzVmlzaWJsZSI6ZmFsc2UsIldpZHRoIjowLjAsIkhlaWdodCI6MC4wLCJCb3JkZXJTdHlsZSI6eyIkaWQiOiIxNjEwIiwiTGluZUNvbG9yIjpudWxsLCJMaW5lV2VpZ2h0IjowLjAsIkxpbmVUeXBlIjowLCJQYXJlbnRTdHlsZSI6bnVsbH0sIlBhcmVudFN0eWxlIjpudWxsfSwiRGF0ZUZvcm1hdCI6eyIkaWQiOiIxNjE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MTIiLCJGb3JtYXQiOjAsIklzVmlzaWJsZSI6ZmFsc2UsIkxhc3RLbm93blZpc2liaWxpdHlTdGF0ZSI6ZmFsc2V9LCJJc1Zpc2libGUiOmZhbHNlLCJWYXJpYW5jZVN0eWxlIjp7IiRpZCI6IjE2MTMiLCJUZXh0U3R5bGUiOnsiJGlkIjoiMTYxNCIsIkZvbnRTZXR0aW5ncyI6eyIkaWQiOiIxNjE1IiwiRm9udFNpemUiOjEwLCJGb250TmFtZSI6IkNhbGlicmkiLCJJc0JvbGQiOmZhbHNlLCJJc0l0YWxpYyI6ZmFsc2UsIklzVW5kZXJsaW5lZCI6ZmFsc2UsIlBhcmVudFN0eWxlIjpudWxsfSwiQXV0b1NpemUiOjAsIkZvcmVncm91bmQiOnsiJGlkIjoiMTYxNiIsIkNvbG9yIjp7IiRpZCI6IjE2MTc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YxOCIsIlRvcCI6MC4wLCJMZWZ0IjowLjAsIlJpZ2h0IjowLjAsIkJvdHRvbSI6MC4wfSwiUGFkZGluZyI6eyIkaWQiOiIxNjE5IiwiVG9wIjowLjAsIkxlZnQiOjAuMCwiUmlnaHQiOjAuMCwiQm90dG9tIjowLjB9LCJCYWNrZ3JvdW5kIjp7IiRpZCI6IjE2MjAiLCJDb2xvciI6eyIkaWQiOiIxNjIxIiwiQSI6NTAsIlIiOjAsIkciOjAsIkIiOjB9fSwiSXNWaXNpYmxlIjp0cnVlLCJXaWR0aCI6MC4wLCJIZWlnaHQiOjAuMCwiQm9yZGVyU3R5bGUiOm51bGwsIlBhcmVudFN0eWxlIjpudWxsfSwiUGFyZW50U3R5bGUiOm51bGx9LCJQYXJlbnRTdHlsZSI6bnVsbH0sIkluZGV4IjoyNSwiUGVyY2VudGFnZUNvbXBsZXRlIjpudWxsLCJQb3NpdGlvbiI6eyJSYXRpbyI6MC4wLCJJc0N1c3RvbSI6ZmFsc2V9LCJEYXRlRm9ybWF0Ijp7IiRyZWYiOiIxNjExIn0sIldlZWtOdW1iZXJpbmciOnsiJGlkIjoiMTYyMiIsIkZvcm1hdCI6MCwiSXNWaXNpYmxlIjpmYWxzZSwiTGFzdEtub3duVmlzaWJpbGl0eVN0YXRlIjpmYWxzZX0sIkJhc2VsaW5lRGF0YSI6eyIkaWQiOiIxNjIzIiwiRGF0ZSI6IjIwMjYtMDUtMDFUMjM6NTk6MDAifSwiUmVsYXRlZFRhc2tJZCI6IjI1MDM4NzExLTU0ZGQtNDk0Ni1hMzA3LTY4YWZhMjZiMzY5NiIsIklkIjoiYjBiZDVmY2ItYjU0Ny00ODc3LTgxN2UtZjZiNDkyYThkNmNiIiwiSW1wb3J0SWQiOiIiLCJUaXRsZSI6IlJvdGF0b3J5IEZlYXNpYmlsaXR5IEFuYWx5aXNpcyIsIk5vdGUiOm51bGwsIkh5cGVybGluayI6eyIkaWQiOiIxNjI0IiwiQWRkcmVzcyI6IiIsIlN1YkFkZHJlc3MiOiIifSwiSXNDaGFuZ2VkIjpmYWxzZSwiSXNOZXciOmZhbHNlfV0sIlRhc2tEZWZpbml0aW9uIjp7IiRpZCI6IjE2MjUiLCJHcm91cE5hbWUiOm51bGwsIlN0YXJ0RGF0ZSI6IjIwMjYtMDQtMDhUMjM6NTk6MDBaIiwiRW5kRGF0ZSI6IjIwMjYtMDUtMDFUMjM6NTk6MDBaIiwiUGVyY2VudGFnZUNvbXBsZXRlIjpudWxsLCJTdHlsZSI6eyIkaWQiOiIxNjI2IiwiU2hhcGUiOjEsIlNoYXBlVGhpY2tuZXNzIjowLCJEdXJhdGlvbkZvcm1hdCI6MCwiSW5jbHVkZU5vbldvcmtpbmdEYXlzSW5EdXJhdGlvbiI6ZmFsc2UsIlBlcmNlbnRhZ2VDb21wbGV0ZVN0eWxlIjp7IiRpZCI6IjE2MjciLCJGb250U2V0dGluZ3MiOnsiJGlkIjoiMTYyOCIsIkZvbnRTaXplIjoxMCwiRm9udE5hbWUiOiJDYWxpYnJpIiwiSXNCb2xkIjpmYWxzZSwiSXNJdGFsaWMiOmZhbHNlLCJJc1VuZGVybGluZWQiOmZhbHNlLCJQYXJlbnRTdHlsZSI6bnVsbH0sIkF1dG9TaXplIjowLCJGb3JlZ3JvdW5kIjp7IiRpZCI6IjE2MjkiLCJDb2xvciI6eyIkaWQiOiIxNjM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YzMSIsIlRvcCI6MC4wLCJMZWZ0IjowLjAsIlJpZ2h0IjowLjAsIkJvdHRvbSI6MC4wfSwiUGFkZGluZyI6eyIkaWQiOiIxNjMyIiwiVG9wIjowLjAsIkxlZnQiOjAuMCwiUmlnaHQiOjAuMCwiQm90dG9tIjowLjB9LCJCYWNrZ3JvdW5kIjp7IiRpZCI6IjE2MzMiLCJDb2xvciI6eyIkaWQiOiIxNjM0IiwiQSI6ODksIlIiOjAsIkciOjAsIkIiOjB9fSwiSXNWaXNpYmxlIjp0cnVlLCJXaWR0aCI6MC4wLCJIZWlnaHQiOjAuMCwiQm9yZGVyU3R5bGUiOnsiJGlkIjoiMTYzNSIsIkxpbmVDb2xvciI6bnVsbCwiTGluZVdlaWdodCI6MC4wLCJMaW5lVHlwZSI6MCwiUGFyZW50U3R5bGUiOm51bGx9LCJQYXJlbnRTdHlsZSI6bnVsbH0sIkR1cmF0aW9uU3R5bGUiOnsiJGlkIjoiMTYzNiIsIkZvbnRTZXR0aW5ncyI6eyIkaWQiOiIxNjM3IiwiRm9udFNpemUiOjEwLCJGb250TmFtZSI6IkNhbGlicmkiLCJJc0JvbGQiOmZhbHNlLCJJc0l0YWxpYyI6ZmFsc2UsIklzVW5kZXJsaW5lZCI6ZmFsc2UsIlBhcmVudFN0eWxlIjpudWxsfSwiQXV0b1NpemUiOjAsIkZvcmVncm91bmQiOnsiJGlkIjoiMTYzOCIsIkNvbG9yIjp7IiRpZCI6IjE2Mz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jQwIiwiVG9wIjowLjAsIkxlZnQiOjAuMCwiUmlnaHQiOjAuMCwiQm90dG9tIjowLjB9LCJQYWRkaW5nIjp7IiRpZCI6IjE2NDEiLCJUb3AiOjAuMCwiTGVmdCI6MC4wLCJSaWdodCI6MC4wLCJCb3R0b20iOjAuMH0sIkJhY2tncm91bmQiOnsiJGlkIjoiMTY0MiIsIkNvbG9yIjp7IiRpZCI6IjE2NDMiLCJBIjo4OSwiUiI6MCwiRyI6MCwiQiI6MH19LCJJc1Zpc2libGUiOnRydWUsIldpZHRoIjowLjAsIkhlaWdodCI6MC4wLCJCb3JkZXJTdHlsZSI6eyIkaWQiOiIxNjQ0IiwiTGluZUNvbG9yIjpudWxsLCJMaW5lV2VpZ2h0IjowLjAsIkxpbmVUeXBlIjowLCJQYXJlbnRTdHlsZSI6bnVsbH0sIlBhcmVudFN0eWxlIjpudWxsfSwiSG9yaXpvbnRhbENvbm5lY3RvclN0eWxlIjp7IiRpZCI6IjE2NDUiLCJMaW5lQ29sb3IiOnsiJGlkIjoiMTY0NiIsIiR0eXBlIjoiTkxSRS5Db21tb24uRG9tLlNvbGlkQ29sb3JCcnVzaCwgTkxSRS5Db21tb24iLCJDb2xvciI6eyIkaWQiOiIxNjQ3IiwiQSI6MjU1LCJSIjoyMDQsIkciOjIwNCwiQiI6MjA0fX0sIkxpbmVXZWlnaHQiOjEuMCwiTGluZVR5cGUiOjAsIlBhcmVudFN0eWxlIjpudWxsfSwiVmVydGljYWxDb25uZWN0b3JTdHlsZSI6eyIkaWQiOiIxNjQ4IiwiTGluZUNvbG9yIjp7IiRpZCI6IjE2NDkiLCIkdHlwZSI6Ik5MUkUuQ29tbW9uLkRvbS5Tb2xpZENvbG9yQnJ1c2gsIE5MUkUuQ29tbW9uIiwiQ29sb3IiOnsiJGlkIjoiMTY1MC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VmFyaWFuY2VQb3NpdGlvbiI6NiwiU3BhY2luZyI6MywiSXNCZWxvd1RpbWViYW5kIjp0cnVlLCJQZXJjZW50YWdlQ29tcGxldGVTaGFwZU9wYWNpdHkiOjM1LCJCYXNlbGluZVN0eWxlIjp7IiRpZCI6IjE2NTEiLCJTaGFwZVN0eWxlIjp7IiRpZCI6IjE2NTIiLCJNYXJnaW4iOnsiJGlkIjoiMTY1MyIsIlRvcCI6MC4wLCJMZWZ0IjowLjAsIlJpZ2h0IjowLjAsIkJvdHRvbSI6MC4wfSwiUGFkZGluZyI6eyIkaWQiOiIxNjU0IiwiVG9wIjowLjAsIkxlZnQiOjAuMCwiUmlnaHQiOjAuMCwiQm90dG9tIjowLjB9LCJCYWNrZ3JvdW5kIjp7IiRpZCI6IjE2NTUiLCJDb2xvciI6eyIkaWQiOiIxNjU2IiwiQSI6MTUzLCJSIjowLCJHIjowLCJCIjowfX0sIklzVmlzaWJsZSI6ZmFsc2UsIldpZHRoIjowLjAsIkhlaWdodCI6MC4wLCJCb3JkZXJTdHlsZSI6bnVsbCwiUGFyZW50U3R5bGUiOm51bGx9LCJNYXJnaW4iOnsiJGlkIjoiMTY1NyIsIlRvcCI6MC4wLCJMZWZ0IjowLjAsIlJpZ2h0IjowLjAsIkJvdHRvbSI6MC4wfSwiUGFkZGluZyI6eyIkaWQiOiIxNjU4IiwiVG9wIjowLjAsIkxlZnQiOjAuMCwiUmlnaHQiOjAuMCwiQm90dG9tIjowLjB9LCJCYWNrZ3JvdW5kIjpudWxsLCJJc1Zpc2libGUiOnRydWUsIldpZHRoIjowLjAsIkhlaWdodCI6MC4wLCJCb3JkZXJTdHlsZSI6bnVsbCwiUGFyZW50U3R5bGUiOm51bGx9LCJTaGFwZVN0eWxlIjp7IiRpZCI6IjE2NTkiLCJNYXJnaW4iOnsiJGlkIjoiMTY2MCIsIlRvcCI6MC4wLCJMZWZ0Ijo0LjAsIlJpZ2h0Ijo0LjAsIkJvdHRvbSI6MC4wfSwiUGFkZGluZyI6eyIkaWQiOiIxNjYxIiwiVG9wIjowLjAsIkxlZnQiOjAuMCwiUmlnaHQiOjAuMCwiQm90dG9tIjowLjB9LCJCYWNrZ3JvdW5kIjp7IiRpZCI6IjE2NjIiLCJDb2xvciI6eyIkaWQiOiIxNjYzIiwiQSI6MjU1LCJSIjoxMTYsIkciOjE3MywiQiI6NzN9fSwiSXNWaXNpYmxlIjp0cnVlLCJXaWR0aCI6MC4wLCJIZWlnaHQiOjEwLjAsIkJvcmRlclN0eWxlIjp7IiRpZCI6IjE2NjQiLCJMaW5lQ29sb3IiOnsiJGlkIjoiMTY2NSIsIiR0eXBlIjoiTkxSRS5Db21tb24uRG9tLlNvbGlkQ29sb3JCcnVzaCwgTkxSRS5Db21tb24iLCJDb2xvciI6eyIkaWQiOiIxNjY2IiwiQSI6MjU1LCJSIjoyMzQsIkciOjIyLCJCIjozMH19LCJMaW5lV2VpZ2h0IjowLjAsIkxpbmVUeXBlIjowLCJQYXJlbnRTdHlsZSI6bnVsbH0sIlBhcmVudFN0eWxlIjpudWxsfSwiVGl0bGVTdHlsZSI6eyIkaWQiOiIxNjY3IiwiRm9udFNldHRpbmdzIjp7IiRpZCI6IjE2NjgiLCJGb250U2l6ZSI6MTEsIkZvbnROYW1lIjoiQ2FsaWJyaSIsIklzQm9sZCI6ZmFsc2UsIklzSXRhbGljIjpmYWxzZSwiSXNVbmRlcmxpbmVkIjpmYWxzZSwiUGFyZW50U3R5bGUiOm51bGx9LCJBdXRvU2l6ZSI6MCwiRm9yZWdyb3VuZCI6eyIkaWQiOiIxNjY5IiwiQ29sb3IiOnsiJGlkIjoiMTY3MCIsIkEiOjI1NSwiUiI6MCwiRyI6MCwiQiI6MH19LCJNYXhXaWR0aCI6NzIwLjAsIk1heEhlaWdodCI6IkluZmluaXR5IiwiU21hcnRGb3JlZ3JvdW5kSXNBY3RpdmUiOmZhbHNlLCJIb3Jpem9udGFsQWxpZ25tZW50IjoyLCJWZXJ0aWNhbEFsaWdubWVudCI6MCwiU21hcnRGb3JlZ3JvdW5kIjpudWxsLCJCYWNrZ3JvdW5kRmlsbFR5cGUiOjAsIk1hcmdpbiI6eyIkaWQiOiIxNjcxIiwiVG9wIjowLjAsIkxlZnQiOjAuMCwiUmlnaHQiOjAuMCwiQm90dG9tIjowLjB9LCJQYWRkaW5nIjp7IiRpZCI6IjE2NzIiLCJUb3AiOjAuMCwiTGVmdCI6MC4wLCJSaWdodCI6MC4wLCJCb3R0b20iOjAuMH0sIkJhY2tncm91bmQiOnsiJGlkIjoiMTY3MyIsIkNvbG9yIjp7IiRpZCI6IjE2NzQiLCJBIjowLCJSIjoyNTUsIkciOjI1NSwiQiI6MjU1fX0sIklzVmlzaWJsZSI6dHJ1ZSwiV2lkdGgiOjAuMCwiSGVpZ2h0IjowLjAsIkJvcmRlclN0eWxlIjp7IiRpZCI6IjE2NzUiLCJMaW5lQ29sb3IiOm51bGwsIkxpbmVXZWlnaHQiOjAuMCwiTGluZVR5cGUiOjAsIlBhcmVudFN0eWxlIjpudWxsfSwiUGFyZW50U3R5bGUiOm51bGx9LCJEYXRlU3R5bGUiOnsiJGlkIjoiMTY3NiIsIkZvbnRTZXR0aW5ncyI6eyIkaWQiOiIxNjc3IiwiRm9udFNpemUiOjEwLCJGb250TmFtZSI6IkNhbGlicmkiLCJJc0JvbGQiOmZhbHNlLCJJc0l0YWxpYyI6ZmFsc2UsIklzVW5kZXJsaW5lZCI6ZmFsc2UsIlBhcmVudFN0eWxlIjpudWxsfSwiQXV0b1NpemUiOjAsIkZvcmVncm91bmQiOnsiJGlkIjoiMTY3OCIsIkNvbG9yIjp7IiRpZCI6IjE2Nz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2ODAiLCJUb3AiOjAuMCwiTGVmdCI6MC4wLCJSaWdodCI6MC4wLCJCb3R0b20iOjAuMH0sIlBhZGRpbmciOnsiJGlkIjoiMTY4MSIsIlRvcCI6MC4wLCJMZWZ0IjowLjAsIlJpZ2h0IjowLjAsIkJvdHRvbSI6MC4wfSwiQmFja2dyb3VuZCI6eyIkaWQiOiIxNjgyIiwiQ29sb3IiOnsiJGlkIjoiMTY4MyIsIkEiOjg5LCJSIjowLCJHIjowLCJCIjowfX0sIklzVmlzaWJsZSI6dHJ1ZSwiV2lkdGgiOjAuMCwiSGVpZ2h0IjowLjAsIkJvcmRlclN0eWxlIjp7IiRpZCI6IjE2ODQiLCJMaW5lQ29sb3IiOm51bGwsIkxpbmVXZWlnaHQiOjAuMCwiTGluZVR5cGUiOjAsIlBhcmVudFN0eWxlIjpudWxsfSwiUGFyZW50U3R5bGUiOm51bGx9LCJEYXRlRm9ybWF0Ijp7IiRpZCI6IjE2O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4NiIsIkZvcm1hdCI6MCwiSXNWaXNpYmxlIjpmYWxzZSwiTGFzdEtub3duVmlzaWJpbGl0eVN0YXRlIjpmYWxzZX0sIklzVmlzaWJsZSI6dHJ1ZSwiVmFyaWFuY2VTdHlsZSI6eyIkaWQiOiIxNjg3IiwiVGV4dFN0eWxlIjp7IiRpZCI6IjE2ODgiLCJGb250U2V0dGluZ3MiOnsiJGlkIjoiMTY4OSIsIkZvbnRTaXplIjoxMCwiRm9udE5hbWUiOiJDYWxpYnJpIiwiSXNCb2xkIjpmYWxzZSwiSXNJdGFsaWMiOmZhbHNlLCJJc1VuZGVybGluZWQiOmZhbHNlLCJQYXJlbnRTdHlsZSI6bnVsbH0sIkF1dG9TaXplIjowLCJGb3JlZ3JvdW5kIjp7IiRpZCI6IjE2OTAiLCJDb2xvciI6eyIkaWQiOiIxNjk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OTIiLCJUb3AiOjAuMCwiTGVmdCI6MC4wLCJSaWdodCI6MC4wLCJCb3R0b20iOjAuMH0sIlBhZGRpbmciOnsiJGlkIjoiMTY5MyIsIlRvcCI6MC4wLCJMZWZ0IjowLjAsIlJpZ2h0IjowLjAsIkJvdHRvbSI6MC4wfSwiQmFja2dyb3VuZCI6eyIkaWQiOiIxNjk0IiwiQ29sb3IiOnsiJGlkIjoiMTY5NSIsIkEiOjUwLCJSIjowLCJHIjowLCJCIjowfX0sIklzVmlzaWJsZSI6dHJ1ZSwiV2lkdGgiOjAuMCwiSGVpZ2h0IjowLjAsIkJvcmRlclN0eWxlIjpudWxsLCJQYXJlbnRTdHlsZSI6bnVsbH0sIlBhcmVudFN0eWxlIjpudWxsfSwiUGFyZW50U3R5bGUiOm51bGx9LCJJbmRleCI6MjMsIlNtYXJ0RHVyYXRpb25BY3RpdmF0ZWQiOmZhbHNlLCJEYXRlRm9ybWF0Ijp7IiRyZWYiOiIxNjg1In0sIldlZWtOdW1iZXJpbmciOnsiJGlkIjoiMTY5NiIsIkZvcm1hdCI6MCwiSXNWaXNpYmxlIjpmYWxzZSwiTGFzdEtub3duVmlzaWJpbGl0eVN0YXRlIjpmYWxzZX0sIkJhc2VsaW5lRGF0YSI6eyIkaWQiOiIxNjk3IiwiU3RhcnREYXRlIjoiMjAyNi0wNC0wOFQyMzo1OTowMFoiLCJFbmREYXRlIjoiMjAyNi0wNS0wMVQyMzo1OTowMFoifSwiSWQiOiIyNTAzODcxMS01NGRkLTQ5NDYtYTMwNy02OGFmYTI2YjM2OTYiLCJJbXBvcnRJZCI6IiIsIlRpdGxlIjoiTGlxdWlkIENyeXN0YWwgT3B0aW9uIEFuYWx5c2lzIiwiTm90ZSI6bnVsbCwiSHlwZXJsaW5rIjp7IiRpZCI6IjE2OTgiLCJBZGRyZXNzIjoiIiwiU3ViQWRkcmVzcyI6IiJ9LCJJc0NoYW5nZWQiOmZhbHNlLCJJc05ldyI6ZmFsc2V9fV0sIl9taWxlc3RvbmVzIjpbXSwiSWQiOiIwMDAwMDAwMC0wMDAwLTAwMDAtMDAwMC0wMDAwMDAwMDAwMDAiLCJJc1NpbmdsZUl0ZW1Sb3ciOnRydWV9LHsiJGlkIjoiMTY5OSIsIl90YXNrcyI6W3siJGlkIjoiMTcwMCIsIl9hdHRhY2hlZE1pbGVzdG9uZXMiOlt7IiRpZCI6IjE3MDEiLCJEYXRlIjoiMjAyNi0wNS0yOVQyMzo1OTowMCIsIlN0eWxlIjp7IiRpZCI6IjE3MDIiLCJTaGFwZSI6MSwiQ29ubmVjdG9yTWFyZ2luIjp7IiRpZCI6IjE3MDMiLCJUb3AiOjAuMCwiTGVmdCI6Mi4wLCJSaWdodCI6Mi4wLCJCb3R0b20iOjAuMH0sIkNvbm5lY3RvclN0eWxlIjp7IiRpZCI6IjE3MDQiLCJMaW5lQ29sb3IiOnsiJGlkIjoiMTcwNSIsIiR0eXBlIjoiTkxSRS5Db21tb24uRG9tLlNvbGlkQ29sb3JCcnVzaCwgTkxSRS5Db21tb24iLCJDb2xvciI6eyIkaWQiOiIxNzA2IiwiQSI6MTI3LCJSIjo2OCwiRyI6ODQsIkIiOjEwNn19LCJMaW5lV2VpZ2h0IjoxLjAsIkxpbmVUeXBlIjowLCJQYXJlbnRTdHlsZSI6bnVsbH0sIklzQmVsb3dUaW1lYmFuZCI6dHJ1ZSwiUG9zaXRpb25PblRhc2siOjIsIkhpZGVEYXRlIjpmYWxzZSwiU2hhcGVTaXplIjowLCJTcGFjaW5nIjowLjAsIlBhZGRpbmciOnsiJGlkIjoiMTcwNyIsIlRvcCI6NS4wLCJMZWZ0IjozLjAsIlJpZ2h0IjowLjAsIkJvdHRvbSI6Mi4wfSwiU2hhcGVTdHlsZSI6eyIkaWQiOiIxNzA4IiwiTWFyZ2luIjp7IiRpZCI6IjE3MDkiLCJUb3AiOjAuMCwiTGVmdCI6MC4wLCJSaWdodCI6MC4wLCJCb3R0b20iOjAuMH0sIlBhZGRpbmciOnsiJGlkIjoiMTcxMCIsIlRvcCI6MC4wLCJMZWZ0IjowLjAsIlJpZ2h0IjowLjAsIkJvdHRvbSI6MC4wfSwiQmFja2dyb3VuZCI6eyIkaWQiOiIxNzExIiwiQ29sb3IiOnsiJGlkIjoiMTcxMiIsIkEiOjI1NSwiUiI6NjgsIkciOjg0LCJCIjoxMDZ9fSwiSXNWaXNpYmxlIjp0cnVlLCJXaWR0aCI6MTIuMCwiSGVpZ2h0IjoxNC4wLCJCb3JkZXJTdHlsZSI6eyIkaWQiOiIxNzEzIiwiTGluZUNvbG9yIjp7IiRpZCI6IjE3MTQiLCIkdHlwZSI6Ik5MUkUuQ29tbW9uLkRvbS5Tb2xpZENvbG9yQnJ1c2gsIE5MUkUuQ29tbW9uIiwiQ29sb3IiOnsiJGlkIjoiMTcxNSIsIkEiOjI1NSwiUiI6MjM0LCJHIjoyMiwiQiI6MzB9fSwiTGluZVdlaWdodCI6MC4wLCJMaW5lVHlwZSI6MCwiUGFyZW50U3R5bGUiOm51bGx9LCJQYXJlbnRTdHlsZSI6bnVsbH0sIlRpdGxlU3R5bGUiOnsiJGlkIjoiMTcxNiIsIkZvbnRTZXR0aW5ncyI6eyIkaWQiOiIxNzE3IiwiRm9udFNpemUiOjExLCJGb250TmFtZSI6IkNhbGlicmkiLCJJc0JvbGQiOnRydWUsIklzSXRhbGljIjpmYWxzZSwiSXNVbmRlcmxpbmVkIjpmYWxzZSwiUGFyZW50U3R5bGUiOm51bGx9LCJBdXRvU2l6ZSI6MiwiRm9yZWdyb3VuZCI6eyIkaWQiOiIxNzE4IiwiQ29sb3IiOnsiJGlkIjoiMTcxOSIsIkEiOjI1NSwiUiI6MCwiRyI6MCwiQiI6MH19LCJNYXhXaWR0aCI6OTAuMzMwMDAwMDAwMDAwMDEzLCJNYXhIZWlnaHQiOiJJbmZpbml0eSIsIlNtYXJ0Rm9yZWdyb3VuZElzQWN0aXZlIjpmYWxzZSwiSG9yaXpvbnRhbEFsaWdubWVudCI6MSwiVmVydGljYWxBbGlnbm1lbnQiOjAsIlNtYXJ0Rm9yZWdyb3VuZCI6bnVsbCwiQmFja2dyb3VuZEZpbGxUeXBlIjowLCJNYXJnaW4iOnsiJGlkIjoiMTcyMCIsIlRvcCI6MC4wLCJMZWZ0IjowLjAsIlJpZ2h0IjowLjAsIkJvdHRvbSI6MC4wfSwiUGFkZGluZyI6eyIkaWQiOiIxNzIxIiwiVG9wIjowLjAsIkxlZnQiOjAuMCwiUmlnaHQiOjAuMCwiQm90dG9tIjowLjB9LCJCYWNrZ3JvdW5kIjp7IiRpZCI6IjE3MjIiLCJDb2xvciI6eyIkaWQiOiIxNzIzIiwiQSI6MCwiUiI6MjU1LCJHIjoyNTUsIkIiOjI1NX19LCJJc1Zpc2libGUiOnRydWUsIldpZHRoIjowLjAsIkhlaWdodCI6MC4wLCJCb3JkZXJTdHlsZSI6eyIkaWQiOiIxNzI0IiwiTGluZUNvbG9yIjpudWxsLCJMaW5lV2VpZ2h0IjowLjAsIkxpbmVUeXBlIjowLCJQYXJlbnRTdHlsZSI6bnVsbH0sIlBhcmVudFN0eWxlIjpudWxsfSwiRGF0ZVN0eWxlIjp7IiRpZCI6IjE3MjUiLCJGb250U2V0dGluZ3MiOnsiJGlkIjoiMTcyNiIsIkZvbnRTaXplIjoxMCwiRm9udE5hbWUiOiJDYWxpYnJpIiwiSXNCb2xkIjpmYWxzZSwiSXNJdGFsaWMiOmZhbHNlLCJJc1VuZGVybGluZWQiOmZhbHNlLCJQYXJlbnRTdHlsZSI6bnVsbH0sIkF1dG9TaXplIjowLCJGb3JlZ3JvdW5kIjp7IiRpZCI6IjE3MjciLCJDb2xvciI6eyIkaWQiOiIxNzI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zI5IiwiVG9wIjowLjAsIkxlZnQiOjAuMCwiUmlnaHQiOjAuMCwiQm90dG9tIjowLjB9LCJQYWRkaW5nIjp7IiRpZCI6IjE3MzAiLCJUb3AiOjAuMCwiTGVmdCI6MC4wLCJSaWdodCI6MC4wLCJCb3R0b20iOjAuMH0sIkJhY2tncm91bmQiOnsiJGlkIjoiMTczMSIsIkNvbG9yIjp7IiRpZCI6IjE3MzIiLCJBIjowLCJSIjoyNTUsIkciOjI1NSwiQiI6MjU1fX0sIklzVmlzaWJsZSI6ZmFsc2UsIldpZHRoIjowLjAsIkhlaWdodCI6MC4wLCJCb3JkZXJTdHlsZSI6eyIkaWQiOiIxNzMzIiwiTGluZUNvbG9yIjpudWxsLCJMaW5lV2VpZ2h0IjowLjAsIkxpbmVUeXBlIjowLCJQYXJlbnRTdHlsZSI6bnVsbH0sIlBhcmVudFN0eWxlIjpudWxsfSwiRGF0ZUZvcm1hdCI6eyIkaWQiOiIxNzM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MzUiLCJGb3JtYXQiOjAsIklzVmlzaWJsZSI6ZmFsc2UsIkxhc3RLbm93blZpc2liaWxpdHlTdGF0ZSI6ZmFsc2V9LCJJc1Zpc2libGUiOmZhbHNlLCJWYXJpYW5jZVN0eWxlIjp7IiRpZCI6IjE3MzYiLCJUZXh0U3R5bGUiOnsiJGlkIjoiMTczNyIsIkZvbnRTZXR0aW5ncyI6eyIkaWQiOiIxNzM4IiwiRm9udFNpemUiOjEwLCJGb250TmFtZSI6IkNhbGlicmkiLCJJc0JvbGQiOmZhbHNlLCJJc0l0YWxpYyI6ZmFsc2UsIklzVW5kZXJsaW5lZCI6ZmFsc2UsIlBhcmVudFN0eWxlIjpudWxsfSwiQXV0b1NpemUiOjAsIkZvcmVncm91bmQiOnsiJGlkIjoiMTczOSIsIkNvbG9yIjp7IiRpZCI6IjE3NDA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c0MSIsIlRvcCI6MC4wLCJMZWZ0IjowLjAsIlJpZ2h0IjowLjAsIkJvdHRvbSI6MC4wfSwiUGFkZGluZyI6eyIkaWQiOiIxNzQyIiwiVG9wIjowLjAsIkxlZnQiOjAuMCwiUmlnaHQiOjAuMCwiQm90dG9tIjowLjB9LCJCYWNrZ3JvdW5kIjp7IiRpZCI6IjE3NDMiLCJDb2xvciI6eyIkaWQiOiIxNzQ0IiwiQSI6NTAsIlIiOjAsIkciOjAsIkIiOjB9fSwiSXNWaXNpYmxlIjp0cnVlLCJXaWR0aCI6MC4wLCJIZWlnaHQiOjAuMCwiQm9yZGVyU3R5bGUiOm51bGwsIlBhcmVudFN0eWxlIjpudWxsfSwiUGFyZW50U3R5bGUiOm51bGx9LCJQYXJlbnRTdHlsZSI6bnVsbH0sIkluZGV4IjoyNSwiUGVyY2VudGFnZUNvbXBsZXRlIjpudWxsLCJQb3NpdGlvbiI6eyJSYXRpbyI6MC4wLCJJc0N1c3RvbSI6ZmFsc2V9LCJEYXRlRm9ybWF0Ijp7IiRyZWYiOiIxNzM0In0sIldlZWtOdW1iZXJpbmciOnsiJGlkIjoiMTc0NSIsIkZvcm1hdCI6MCwiSXNWaXNpYmxlIjpmYWxzZSwiTGFzdEtub3duVmlzaWJpbGl0eVN0YXRlIjpmYWxzZX0sIkJhc2VsaW5lRGF0YSI6eyIkaWQiOiIxNzQ2IiwiRGF0ZSI6IjIwMjYtMDUtMjlUMjM6NTk6MDAifSwiUmVsYXRlZFRhc2tJZCI6IjllYTJkZjcxLWViMTMtNGRhZS05MWNjLTEwY2M4ZjNjMzBlMyIsIklkIjoiZDY4YmE5YTEtMDA2Yy00MDE5LTgwM2MtM2I2MTljM2FlOGZkIiwiSW1wb3J0SWQiOiIiLCJUaXRsZSI6IlJvdGF0b3J5IFN5cy4gUmVhZHkiLCJOb3RlIjpudWxsLCJIeXBlcmxpbmsiOnsiJGlkIjoiMTc0NyIsIkFkZHJlc3MiOiIiLCJTdWJBZGRyZXNzIjoiIn0sIklzQ2hhbmdlZCI6ZmFsc2UsIklzTmV3IjpmYWxzZX1dLCJUYXNrRGVmaW5pdGlvbiI6eyIkaWQiOiIxNzQ4IiwiR3JvdXBOYW1lIjpudWxsLCJTdGFydERhdGUiOiIyMDI2LTA1LTAxVDIzOjU5OjAwIiwiRW5kRGF0ZSI6IjIwMjYtMDctMjJUMjM6NTk6MDAiLCJQZXJjZW50YWdlQ29tcGxldGUiOm51bGwsIlN0eWxlIjp7IiRpZCI6IjE3NDkiLCJTaGFwZSI6MSwiU2hhcGVUaGlja25lc3MiOjAsIkR1cmF0aW9uRm9ybWF0IjowLCJJbmNsdWRlTm9uV29ya2luZ0RheXNJbkR1cmF0aW9uIjpmYWxzZSwiUGVyY2VudGFnZUNvbXBsZXRlU3R5bGUiOnsiJGlkIjoiMTc1MCIsIkZvbnRTZXR0aW5ncyI6eyIkaWQiOiIxNzUxIiwiRm9udFNpemUiOjEwLCJGb250TmFtZSI6IkNhbGlicmkiLCJJc0JvbGQiOmZhbHNlLCJJc0l0YWxpYyI6ZmFsc2UsIklzVW5kZXJsaW5lZCI6ZmFsc2UsIlBhcmVudFN0eWxlIjpudWxsfSwiQXV0b1NpemUiOjAsIkZvcmVncm91bmQiOnsiJGlkIjoiMTc1MiIsIkNvbG9yIjp7IiRpZCI6IjE3NT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zU0IiwiVG9wIjowLjAsIkxlZnQiOjAuMCwiUmlnaHQiOjAuMCwiQm90dG9tIjowLjB9LCJQYWRkaW5nIjp7IiRpZCI6IjE3NTUiLCJUb3AiOjAuMCwiTGVmdCI6MC4wLCJSaWdodCI6MC4wLCJCb3R0b20iOjAuMH0sIkJhY2tncm91bmQiOnsiJGlkIjoiMTc1NiIsIkNvbG9yIjp7IiRpZCI6IjE3NTciLCJBIjo4OSwiUiI6MCwiRyI6MCwiQiI6MH19LCJJc1Zpc2libGUiOnRydWUsIldpZHRoIjowLjAsIkhlaWdodCI6MC4wLCJCb3JkZXJTdHlsZSI6eyIkaWQiOiIxNzU4IiwiTGluZUNvbG9yIjpudWxsLCJMaW5lV2VpZ2h0IjowLjAsIkxpbmVUeXBlIjowLCJQYXJlbnRTdHlsZSI6bnVsbH0sIlBhcmVudFN0eWxlIjpudWxsfSwiRHVyYXRpb25TdHlsZSI6eyIkaWQiOiIxNzU5IiwiRm9udFNldHRpbmdzIjp7IiRpZCI6IjE3NjAiLCJGb250U2l6ZSI6MTAsIkZvbnROYW1lIjoiQ2FsaWJyaSIsIklzQm9sZCI6ZmFsc2UsIklzSXRhbGljIjpmYWxzZSwiSXNVbmRlcmxpbmVkIjpmYWxzZSwiUGFyZW50U3R5bGUiOm51bGx9LCJBdXRvU2l6ZSI6MCwiRm9yZWdyb3VuZCI6eyIkaWQiOiIxNzYxIiwiQ29sb3IiOnsiJGlkIjoiMTc2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3NjMiLCJUb3AiOjAuMCwiTGVmdCI6MC4wLCJSaWdodCI6MC4wLCJCb3R0b20iOjAuMH0sIlBhZGRpbmciOnsiJGlkIjoiMTc2NCIsIlRvcCI6MC4wLCJMZWZ0IjowLjAsIlJpZ2h0IjowLjAsIkJvdHRvbSI6MC4wfSwiQmFja2dyb3VuZCI6eyIkaWQiOiIxNzY1IiwiQ29sb3IiOnsiJGlkIjoiMTc2NiIsIkEiOjg5LCJSIjowLCJHIjowLCJCIjowfX0sIklzVmlzaWJsZSI6dHJ1ZSwiV2lkdGgiOjAuMCwiSGVpZ2h0IjowLjAsIkJvcmRlclN0eWxlIjp7IiRpZCI6IjE3NjciLCJMaW5lQ29sb3IiOm51bGwsIkxpbmVXZWlnaHQiOjAuMCwiTGluZVR5cGUiOjAsIlBhcmVudFN0eWxlIjpudWxsfSwiUGFyZW50U3R5bGUiOm51bGx9LCJIb3Jpem9udGFsQ29ubmVjdG9yU3R5bGUiOnsiJGlkIjoiMTc2OCIsIkxpbmVDb2xvciI6eyIkaWQiOiIxNzY5IiwiJHR5cGUiOiJOTFJFLkNvbW1vbi5Eb20uU29saWRDb2xvckJydXNoLCBOTFJFLkNvbW1vbiIsIkNvbG9yIjp7IiRpZCI6IjE3NzAiLCJBIjoyNTUsIlIiOjIwNCwiRyI6MjA0LCJCIjoyMDR9fSwiTGluZVdlaWdodCI6MS4wLCJMaW5lVHlwZSI6MCwiUGFyZW50U3R5bGUiOm51bGx9LCJWZXJ0aWNhbENvbm5lY3RvclN0eWxlIjp7IiRpZCI6IjE3NzEiLCJMaW5lQ29sb3IiOnsiJGlkIjoiMTc3MiIsIiR0eXBlIjoiTkxSRS5Db21tb24uRG9tLlNvbGlkQ29sb3JCcnVzaCwgTkxSRS5Db21tb24iLCJDb2xvciI6eyIkaWQiOiIxNzcz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2LCJWYXJpYW5jZVBvc2l0aW9uIjo2LCJTcGFjaW5nIjozLCJJc0JlbG93VGltZWJhbmQiOnRydWUsIlBlcmNlbnRhZ2VDb21wbGV0ZVNoYXBlT3BhY2l0eSI6MzUsIkJhc2VsaW5lU3R5bGUiOnsiJGlkIjoiMTc3NCIsIlNoYXBlU3R5bGUiOnsiJGlkIjoiMTc3NSIsIk1hcmdpbiI6eyIkaWQiOiIxNzc2IiwiVG9wIjowLjAsIkxlZnQiOjAuMCwiUmlnaHQiOjAuMCwiQm90dG9tIjowLjB9LCJQYWRkaW5nIjp7IiRpZCI6IjE3NzciLCJUb3AiOjAuMCwiTGVmdCI6MC4wLCJSaWdodCI6MC4wLCJCb3R0b20iOjAuMH0sIkJhY2tncm91bmQiOnsiJGlkIjoiMTc3OCIsIkNvbG9yIjp7IiRpZCI6IjE3NzkiLCJBIjoxNTMsIlIiOjAsIkciOjAsIkIiOjB9fSwiSXNWaXNpYmxlIjpmYWxzZSwiV2lkdGgiOjAuMCwiSGVpZ2h0IjowLjAsIkJvcmRlclN0eWxlIjpudWxsLCJQYXJlbnRTdHlsZSI6bnVsbH0sIk1hcmdpbiI6eyIkaWQiOiIxNzgwIiwiVG9wIjowLjAsIkxlZnQiOjAuMCwiUmlnaHQiOjAuMCwiQm90dG9tIjowLjB9LCJQYWRkaW5nIjp7IiRpZCI6IjE3ODEiLCJUb3AiOjAuMCwiTGVmdCI6MC4wLCJSaWdodCI6MC4wLCJCb3R0b20iOjAuMH0sIkJhY2tncm91bmQiOm51bGwsIklzVmlzaWJsZSI6dHJ1ZSwiV2lkdGgiOjAuMCwiSGVpZ2h0IjowLjAsIkJvcmRlclN0eWxlIjpudWxsLCJQYXJlbnRTdHlsZSI6bnVsbH0sIlNoYXBlU3R5bGUiOnsiJGlkIjoiMTc4MiIsIk1hcmdpbiI6eyIkaWQiOiIxNzgzIiwiVG9wIjowLjAsIkxlZnQiOjQuMCwiUmlnaHQiOjQuMCwiQm90dG9tIjowLjB9LCJQYWRkaW5nIjp7IiRpZCI6IjE3ODQiLCJUb3AiOjAuMCwiTGVmdCI6MC4wLCJSaWdodCI6MC4wLCJCb3R0b20iOjAuMH0sIkJhY2tncm91bmQiOnsiJGlkIjoiMTc4NSIsIkNvbG9yIjp7IiRpZCI6IjE3ODYiLCJBIjoyNTUsIlIiOjExNiwiRyI6MTczLCJCIjo3M319LCJJc1Zpc2libGUiOnRydWUsIldpZHRoIjowLjAsIkhlaWdodCI6MTAuMCwiQm9yZGVyU3R5bGUiOnsiJGlkIjoiMTc4NyIsIkxpbmVDb2xvciI6eyIkaWQiOiIxNzg4IiwiJHR5cGUiOiJOTFJFLkNvbW1vbi5Eb20uU29saWRDb2xvckJydXNoLCBOTFJFLkNvbW1vbiIsIkNvbG9yIjp7IiRpZCI6IjE3ODkiLCJBIjoyNTUsIlIiOjIzNCwiRyI6MjIsIkIiOjMwfX0sIkxpbmVXZWlnaHQiOjAuMCwiTGluZVR5cGUiOjAsIlBhcmVudFN0eWxlIjpudWxsfSwiUGFyZW50U3R5bGUiOm51bGx9LCJUaXRsZVN0eWxlIjp7IiRpZCI6IjE3OTAiLCJGb250U2V0dGluZ3MiOnsiJGlkIjoiMTc5MSIsIkZvbnRTaXplIjoxMSwiRm9udE5hbWUiOiJDYWxpYnJpIiwiSXNCb2xkIjpmYWxzZSwiSXNJdGFsaWMiOmZhbHNlLCJJc1VuZGVybGluZWQiOmZhbHNlLCJQYXJlbnRTdHlsZSI6bnVsbH0sIkF1dG9TaXplIjowLCJGb3JlZ3JvdW5kIjp7IiRpZCI6IjE3OTIiLCJDb2xvciI6eyIkaWQiOiIxNzkzIiwiQSI6MjU1LCJSIjowLCJHIjowLCJCIjowfX0sIk1heFdpZHRoIjo3MjAuMCwiTWF4SGVpZ2h0IjoiSW5maW5pdHkiLCJTbWFydEZvcmVncm91bmRJc0FjdGl2ZSI6ZmFsc2UsIkhvcml6b250YWxBbGlnbm1lbnQiOjIsIlZlcnRpY2FsQWxpZ25tZW50IjowLCJTbWFydEZvcmVncm91bmQiOm51bGwsIkJhY2tncm91bmRGaWxsVHlwZSI6MCwiTWFyZ2luIjp7IiRpZCI6IjE3OTQiLCJUb3AiOjAuMCwiTGVmdCI6MC4wLCJSaWdodCI6MC4wLCJCb3R0b20iOjAuMH0sIlBhZGRpbmciOnsiJGlkIjoiMTc5NSIsIlRvcCI6MC4wLCJMZWZ0IjowLjAsIlJpZ2h0IjowLjAsIkJvdHRvbSI6MC4wfSwiQmFja2dyb3VuZCI6eyIkaWQiOiIxNzk2IiwiQ29sb3IiOnsiJGlkIjoiMTc5NyIsIkEiOjAsIlIiOjI1NSwiRyI6MjU1LCJCIjoyNTV9fSwiSXNWaXNpYmxlIjp0cnVlLCJXaWR0aCI6MC4wLCJIZWlnaHQiOjAuMCwiQm9yZGVyU3R5bGUiOnsiJGlkIjoiMTc5OCIsIkxpbmVDb2xvciI6bnVsbCwiTGluZVdlaWdodCI6MC4wLCJMaW5lVHlwZSI6MCwiUGFyZW50U3R5bGUiOm51bGx9LCJQYXJlbnRTdHlsZSI6bnVsbH0sIkRhdGVTdHlsZSI6eyIkaWQiOiIxNzk5IiwiRm9udFNldHRpbmdzIjp7IiRpZCI6IjE4MDAiLCJGb250U2l6ZSI6MTAsIkZvbnROYW1lIjoiQ2FsaWJyaSIsIklzQm9sZCI6ZmFsc2UsIklzSXRhbGljIjpmYWxzZSwiSXNVbmRlcmxpbmVkIjpmYWxzZSwiUGFyZW50U3R5bGUiOm51bGx9LCJBdXRvU2l6ZSI6MCwiRm9yZWdyb3VuZCI6eyIkaWQiOiIxODAxIiwiQ29sb3IiOnsiJGlkIjoiMTgw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gwMyIsIlRvcCI6MC4wLCJMZWZ0IjowLjAsIlJpZ2h0IjowLjAsIkJvdHRvbSI6MC4wfSwiUGFkZGluZyI6eyIkaWQiOiIxODA0IiwiVG9wIjowLjAsIkxlZnQiOjAuMCwiUmlnaHQiOjAuMCwiQm90dG9tIjowLjB9LCJCYWNrZ3JvdW5kIjp7IiRpZCI6IjE4MDUiLCJDb2xvciI6eyIkaWQiOiIxODA2IiwiQSI6ODksIlIiOjAsIkciOjAsIkIiOjB9fSwiSXNWaXNpYmxlIjp0cnVlLCJXaWR0aCI6MC4wLCJIZWlnaHQiOjAuMCwiQm9yZGVyU3R5bGUiOnsiJGlkIjoiMTgwNyIsIkxpbmVDb2xvciI6bnVsbCwiTGluZVdlaWdodCI6MC4wLCJMaW5lVHlwZSI6MCwiUGFyZW50U3R5bGUiOm51bGx9LCJQYXJlbnRTdHlsZSI6bnVsbH0sIkRhdGVGb3JtYXQiOnsiJGlkIjoiMTgw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A5IiwiRm9ybWF0IjowLCJJc1Zpc2libGUiOmZhbHNlLCJMYXN0S25vd25WaXNpYmlsaXR5U3RhdGUiOmZhbHNlfSwiSXNWaXNpYmxlIjp0cnVlLCJWYXJpYW5jZVN0eWxlIjp7IiRpZCI6IjE4MTAiLCJUZXh0U3R5bGUiOnsiJGlkIjoiMTgxMSIsIkZvbnRTZXR0aW5ncyI6eyIkaWQiOiIxODEyIiwiRm9udFNpemUiOjEwLCJGb250TmFtZSI6IkNhbGlicmkiLCJJc0JvbGQiOmZhbHNlLCJJc0l0YWxpYyI6ZmFsc2UsIklzVW5kZXJsaW5lZCI6ZmFsc2UsIlBhcmVudFN0eWxlIjpudWxsfSwiQXV0b1NpemUiOjAsIkZvcmVncm91bmQiOnsiJGlkIjoiMTgxMyIsIkNvbG9yIjp7IiRpZCI6IjE4MT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xNSIsIlRvcCI6MC4wLCJMZWZ0IjowLjAsIlJpZ2h0IjowLjAsIkJvdHRvbSI6MC4wfSwiUGFkZGluZyI6eyIkaWQiOiIxODE2IiwiVG9wIjowLjAsIkxlZnQiOjAuMCwiUmlnaHQiOjAuMCwiQm90dG9tIjowLjB9LCJCYWNrZ3JvdW5kIjp7IiRpZCI6IjE4MTciLCJDb2xvciI6eyIkaWQiOiIxODE4IiwiQSI6NTAsIlIiOjAsIkciOjAsIkIiOjB9fSwiSXNWaXNpYmxlIjp0cnVlLCJXaWR0aCI6MC4wLCJIZWlnaHQiOjAuMCwiQm9yZGVyU3R5bGUiOm51bGwsIlBhcmVudFN0eWxlIjpudWxsfSwiUGFyZW50U3R5bGUiOm51bGx9LCJQYXJlbnRTdHlsZSI6bnVsbH0sIkluZGV4IjoyNCwiU21hcnREdXJhdGlvbkFjdGl2YXRlZCI6ZmFsc2UsIkRhdGVGb3JtYXQiOnsiJHJlZiI6IjE4MDgifSwiV2Vla051bWJlcmluZyI6eyIkaWQiOiIxODE5IiwiRm9ybWF0IjowLCJJc1Zpc2libGUiOmZhbHNlLCJMYXN0S25vd25WaXNpYmlsaXR5U3RhdGUiOmZhbHNlfSwiQmFzZWxpbmVEYXRhIjp7IiRpZCI6IjE4MjAiLCJTdGFydERhdGUiOiIyMDI2LTA1LTAxVDIzOjU5OjAwIiwiRW5kRGF0ZSI6IjIwMjYtMDctMjJUMjM6NTk6MDAifSwiSWQiOiI5ZWEyZGY3MS1lYjEzLTRkYWUtOTFjYy0xMGNjOGYzYzMwZTMiLCJJbXBvcnRJZCI6bnVsbCwiVGl0bGUiOiJEJkQgUm90YXRvcnkgU3lzdGVtIiwiTm90ZSI6bnVsbCwiSHlwZXJsaW5rIjp7IiRpZCI6IjE4MjEiLCJBZGRyZXNzIjoiIiwiU3ViQWRkcmVzcyI6IiJ9LCJJc0NoYW5nZWQiOmZhbHNlLCJJc05ldyI6ZmFsc2V9fV0sIl9taWxlc3RvbmVzIjpbXSwiSWQiOiIwMDAwMDAwMC0wMDAwLTAwMDAtMDAwMC0wMDAwMDAwMDAwMDAiLCJJc1NpbmdsZUl0ZW1Sb3ciOnRydWV9LHsiJGlkIjoiMTgyMiIsIl90YXNrcyI6W3siJGlkIjoiMTgyMyIsIl9hdHRhY2hlZE1pbGVzdG9uZXMiOltdLCJUYXNrRGVmaW5pdGlvbiI6eyIkaWQiOiIxODI0IiwiR3JvdXBOYW1lIjpudWxsLCJTdGFydERhdGUiOiIyMDI2LTA2LTAxVDIzOjU5OjAwWiIsIkVuZERhdGUiOiIyMDI2LTA3LTMxVDIzOjU5OjAwWiIsIlBlcmNlbnRhZ2VDb21wbGV0ZSI6bnVsbCwiU3R5bGUiOnsiJGlkIjoiMTgyNSIsIlNoYXBlIjoxLCJTaGFwZVRoaWNrbmVzcyI6MCwiRHVyYXRpb25Gb3JtYXQiOjAsIkluY2x1ZGVOb25Xb3JraW5nRGF5c0luRHVyYXRpb24iOmZhbHNlLCJQZXJjZW50YWdlQ29tcGxldGVTdHlsZSI6eyIkaWQiOiIxODI2IiwiRm9udFNldHRpbmdzIjp7IiRpZCI6IjE4MjciLCJGb250U2l6ZSI6MTAsIkZvbnROYW1lIjoiQ2FsaWJyaSIsIklzQm9sZCI6ZmFsc2UsIklzSXRhbGljIjpmYWxzZSwiSXNVbmRlcmxpbmVkIjpmYWxzZSwiUGFyZW50U3R5bGUiOm51bGx9LCJBdXRvU2l6ZSI6MCwiRm9yZWdyb3VuZCI6eyIkaWQiOiIxODI4IiwiQ29sb3IiOnsiJGlkIjoiMTgy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4MzAiLCJUb3AiOjAuMCwiTGVmdCI6MC4wLCJSaWdodCI6MC4wLCJCb3R0b20iOjAuMH0sIlBhZGRpbmciOnsiJGlkIjoiMTgzMSIsIlRvcCI6MC4wLCJMZWZ0IjowLjAsIlJpZ2h0IjowLjAsIkJvdHRvbSI6MC4wfSwiQmFja2dyb3VuZCI6eyIkaWQiOiIxODMyIiwiQ29sb3IiOnsiJGlkIjoiMTgzMyIsIkEiOjg5LCJSIjowLCJHIjowLCJCIjowfX0sIklzVmlzaWJsZSI6dHJ1ZSwiV2lkdGgiOjAuMCwiSGVpZ2h0IjowLjAsIkJvcmRlclN0eWxlIjp7IiRpZCI6IjE4MzQiLCJMaW5lQ29sb3IiOm51bGwsIkxpbmVXZWlnaHQiOjAuMCwiTGluZVR5cGUiOjAsIlBhcmVudFN0eWxlIjpudWxsfSwiUGFyZW50U3R5bGUiOm51bGx9LCJEdXJhdGlvblN0eWxlIjp7IiRpZCI6IjE4MzUiLCJGb250U2V0dGluZ3MiOnsiJGlkIjoiMTgzNiIsIkZvbnRTaXplIjoxMCwiRm9udE5hbWUiOiJDYWxpYnJpIiwiSXNCb2xkIjpmYWxzZSwiSXNJdGFsaWMiOmZhbHNlLCJJc1VuZGVybGluZWQiOmZhbHNlLCJQYXJlbnRTdHlsZSI6bnVsbH0sIkF1dG9TaXplIjowLCJGb3JlZ3JvdW5kIjp7IiRpZCI6IjE4MzciLCJDb2xvciI6eyIkaWQiOiIxODM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gzOSIsIlRvcCI6MC4wLCJMZWZ0IjowLjAsIlJpZ2h0IjowLjAsIkJvdHRvbSI6MC4wfSwiUGFkZGluZyI6eyIkaWQiOiIxODQwIiwiVG9wIjowLjAsIkxlZnQiOjAuMCwiUmlnaHQiOjAuMCwiQm90dG9tIjowLjB9LCJCYWNrZ3JvdW5kIjp7IiRpZCI6IjE4NDEiLCJDb2xvciI6eyIkaWQiOiIxODQyIiwiQSI6ODksIlIiOjAsIkciOjAsIkIiOjB9fSwiSXNWaXNpYmxlIjp0cnVlLCJXaWR0aCI6MC4wLCJIZWlnaHQiOjAuMCwiQm9yZGVyU3R5bGUiOnsiJGlkIjoiMTg0MyIsIkxpbmVDb2xvciI6bnVsbCwiTGluZVdlaWdodCI6MC4wLCJMaW5lVHlwZSI6MCwiUGFyZW50U3R5bGUiOm51bGx9LCJQYXJlbnRTdHlsZSI6bnVsbH0sIkhvcml6b250YWxDb25uZWN0b3JTdHlsZSI6eyIkaWQiOiIxODQ0IiwiTGluZUNvbG9yIjp7IiRpZCI6IjE4NDUiLCIkdHlwZSI6Ik5MUkUuQ29tbW9uLkRvbS5Tb2xpZENvbG9yQnJ1c2gsIE5MUkUuQ29tbW9uIiwiQ29sb3IiOnsiJGlkIjoiMTg0NiIsIkEiOjI1NSwiUiI6MjA0LCJHIjoyMDQsIkIiOjIwNH19LCJMaW5lV2VpZ2h0IjoxLjAsIkxpbmVUeXBlIjowLCJQYXJlbnRTdHlsZSI6bnVsbH0sIlZlcnRpY2FsQ29ubmVjdG9yU3R5bGUiOnsiJGlkIjoiMTg0NyIsIkxpbmVDb2xvciI6eyIkaWQiOiIxODQ4IiwiJHR5cGUiOiJOTFJFLkNvbW1vbi5Eb20uU29saWRDb2xvckJydXNoLCBOTFJFLkNvbW1vbiIsIkNvbG9yIjp7IiRpZCI6IjE4NDk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ZhcmlhbmNlUG9zaXRpb24iOjYsIlNwYWNpbmciOjMsIklzQmVsb3dUaW1lYmFuZCI6dHJ1ZSwiUGVyY2VudGFnZUNvbXBsZXRlU2hhcGVPcGFjaXR5IjozNSwiQmFzZWxpbmVTdHlsZSI6eyIkaWQiOiIxODUwIiwiU2hhcGVTdHlsZSI6eyIkaWQiOiIxODUxIiwiTWFyZ2luIjp7IiRpZCI6IjE4NTIiLCJUb3AiOjAuMCwiTGVmdCI6MC4wLCJSaWdodCI6MC4wLCJCb3R0b20iOjAuMH0sIlBhZGRpbmciOnsiJGlkIjoiMTg1MyIsIlRvcCI6MC4wLCJMZWZ0IjowLjAsIlJpZ2h0IjowLjAsIkJvdHRvbSI6MC4wfSwiQmFja2dyb3VuZCI6eyIkaWQiOiIxODU0IiwiQ29sb3IiOnsiJGlkIjoiMTg1NSIsIkEiOjE1MywiUiI6MCwiRyI6MCwiQiI6MH19LCJJc1Zpc2libGUiOmZhbHNlLCJXaWR0aCI6MC4wLCJIZWlnaHQiOjAuMCwiQm9yZGVyU3R5bGUiOm51bGwsIlBhcmVudFN0eWxlIjpudWxsfSwiTWFyZ2luIjp7IiRpZCI6IjE4NTYiLCJUb3AiOjAuMCwiTGVmdCI6MC4wLCJSaWdodCI6MC4wLCJCb3R0b20iOjAuMH0sIlBhZGRpbmciOnsiJGlkIjoiMTg1NyIsIlRvcCI6MC4wLCJMZWZ0IjowLjAsIlJpZ2h0IjowLjAsIkJvdHRvbSI6MC4wfSwiQmFja2dyb3VuZCI6bnVsbCwiSXNWaXNpYmxlIjp0cnVlLCJXaWR0aCI6MC4wLCJIZWlnaHQiOjAuMCwiQm9yZGVyU3R5bGUiOm51bGwsIlBhcmVudFN0eWxlIjpudWxsfSwiU2hhcGVTdHlsZSI6eyIkaWQiOiIxODU4IiwiTWFyZ2luIjp7IiRpZCI6IjE4NTkiLCJUb3AiOjAuMCwiTGVmdCI6NC4wLCJSaWdodCI6NC4wLCJCb3R0b20iOjAuMH0sIlBhZGRpbmciOnsiJGlkIjoiMTg2MCIsIlRvcCI6MC4wLCJMZWZ0IjowLjAsIlJpZ2h0IjowLjAsIkJvdHRvbSI6MC4wfSwiQmFja2dyb3VuZCI6eyIkaWQiOiIxODYxIiwiQ29sb3IiOnsiJGlkIjoiMTg2MiIsIkEiOjI1NSwiUiI6MjU0LCJHIjoxODYsIkIiOjEwfX0sIklzVmlzaWJsZSI6dHJ1ZSwiV2lkdGgiOjAuMCwiSGVpZ2h0IjoxMC4wLCJCb3JkZXJTdHlsZSI6eyIkaWQiOiIxODYzIiwiTGluZUNvbG9yIjp7IiRpZCI6IjE4NjQiLCIkdHlwZSI6Ik5MUkUuQ29tbW9uLkRvbS5Tb2xpZENvbG9yQnJ1c2gsIE5MUkUuQ29tbW9uIiwiQ29sb3IiOnsiJGlkIjoiMTg2NSIsIkEiOjI1NSwiUiI6MjM0LCJHIjoyMiwiQiI6MzB9fSwiTGluZVdlaWdodCI6MC4wLCJMaW5lVHlwZSI6MCwiUGFyZW50U3R5bGUiOm51bGx9LCJQYXJlbnRTdHlsZSI6bnVsbH0sIlRpdGxlU3R5bGUiOnsiJGlkIjoiMTg2NiIsIkZvbnRTZXR0aW5ncyI6eyIkaWQiOiIxODY3IiwiRm9udFNpemUiOjExLCJGb250TmFtZSI6IkNhbGlicmkiLCJJc0JvbGQiOmZhbHNlLCJJc0l0YWxpYyI6ZmFsc2UsIklzVW5kZXJsaW5lZCI6ZmFsc2UsIlBhcmVudFN0eWxlIjpudWxsfSwiQXV0b1NpemUiOjAsIkZvcmVncm91bmQiOnsiJGlkIjoiMTg2OCIsIkNvbG9yIjp7IiRpZCI6IjE4Njk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Tg3MCIsIlRvcCI6MC4wLCJMZWZ0IjowLjAsIlJpZ2h0IjowLjAsIkJvdHRvbSI6MC4wfSwiUGFkZGluZyI6eyIkaWQiOiIxODcxIiwiVG9wIjowLjAsIkxlZnQiOjAuMCwiUmlnaHQiOjAuMCwiQm90dG9tIjowLjB9LCJCYWNrZ3JvdW5kIjp7IiRpZCI6IjE4NzIiLCJDb2xvciI6eyIkaWQiOiIxODczIiwiQSI6MCwiUiI6MjU1LCJHIjoyNTUsIkIiOjI1NX19LCJJc1Zpc2libGUiOnRydWUsIldpZHRoIjowLjAsIkhlaWdodCI6MC4wLCJCb3JkZXJTdHlsZSI6eyIkaWQiOiIxODc0IiwiTGluZUNvbG9yIjpudWxsLCJMaW5lV2VpZ2h0IjowLjAsIkxpbmVUeXBlIjowLCJQYXJlbnRTdHlsZSI6bnVsbH0sIlBhcmVudFN0eWxlIjpudWxsfSwiRGF0ZVN0eWxlIjp7IiRpZCI6IjE4NzUiLCJGb250U2V0dGluZ3MiOnsiJGlkIjoiMTg3NiIsIkZvbnRTaXplIjoxMCwiRm9udE5hbWUiOiJDYWxpYnJpIiwiSXNCb2xkIjpmYWxzZSwiSXNJdGFsaWMiOmZhbHNlLCJJc1VuZGVybGluZWQiOmZhbHNlLCJQYXJlbnRTdHlsZSI6bnVsbH0sIkF1dG9TaXplIjowLCJGb3JlZ3JvdW5kIjp7IiRpZCI6IjE4NzciLCJDb2xvciI6eyIkaWQiOiIxODc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ODc5IiwiVG9wIjowLjAsIkxlZnQiOjAuMCwiUmlnaHQiOjAuMCwiQm90dG9tIjowLjB9LCJQYWRkaW5nIjp7IiRpZCI6IjE4ODAiLCJUb3AiOjAuMCwiTGVmdCI6MC4wLCJSaWdodCI6MC4wLCJCb3R0b20iOjAuMH0sIkJhY2tncm91bmQiOnsiJGlkIjoiMTg4MSIsIkNvbG9yIjp7IiRpZCI6IjE4ODIiLCJBIjo4OSwiUiI6MCwiRyI6MCwiQiI6MH19LCJJc1Zpc2libGUiOnRydWUsIldpZHRoIjowLjAsIkhlaWdodCI6MC4wLCJCb3JkZXJTdHlsZSI6eyIkaWQiOiIxODgzIiwiTGluZUNvbG9yIjpudWxsLCJMaW5lV2VpZ2h0IjowLjAsIkxpbmVUeXBlIjowLCJQYXJlbnRTdHlsZSI6bnVsbH0sIlBhcmVudFN0eWxlIjpudWxsfSwiRGF0ZUZvcm1hdCI6eyIkaWQiOiIxODg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ODUiLCJGb3JtYXQiOjAsIklzVmlzaWJsZSI6ZmFsc2UsIkxhc3RLbm93blZpc2liaWxpdHlTdGF0ZSI6ZmFsc2V9LCJJc1Zpc2libGUiOnRydWUsIlZhcmlhbmNlU3R5bGUiOnsiJGlkIjoiMTg4NiIsIlRleHRTdHlsZSI6eyIkaWQiOiIxODg3IiwiRm9udFNldHRpbmdzIjp7IiRpZCI6IjE4ODgiLCJGb250U2l6ZSI6MTAsIkZvbnROYW1lIjoiQ2FsaWJyaSIsIklzQm9sZCI6ZmFsc2UsIklzSXRhbGljIjpmYWxzZSwiSXNVbmRlcmxpbmVkIjpmYWxzZSwiUGFyZW50U3R5bGUiOm51bGx9LCJBdXRvU2l6ZSI6MCwiRm9yZWdyb3VuZCI6eyIkaWQiOiIxODg5IiwiQ29sb3IiOnsiJGlkIjoiMTg5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kxIiwiVG9wIjowLjAsIkxlZnQiOjAuMCwiUmlnaHQiOjAuMCwiQm90dG9tIjowLjB9LCJQYWRkaW5nIjp7IiRpZCI6IjE4OTIiLCJUb3AiOjAuMCwiTGVmdCI6MC4wLCJSaWdodCI6MC4wLCJCb3R0b20iOjAuMH0sIkJhY2tncm91bmQiOnsiJGlkIjoiMTg5MyIsIkNvbG9yIjp7IiRpZCI6IjE4OTQiLCJBIjo1MCwiUiI6MCwiRyI6MCwiQiI6MH19LCJJc1Zpc2libGUiOnRydWUsIldpZHRoIjowLjAsIkhlaWdodCI6MC4wLCJCb3JkZXJTdHlsZSI6bnVsbCwiUGFyZW50U3R5bGUiOm51bGx9LCJQYXJlbnRTdHlsZSI6bnVsbH0sIlBhcmVudFN0eWxlIjpudWxsfSwiSW5kZXgiOjI1LCJTbWFydER1cmF0aW9uQWN0aXZhdGVkIjpmYWxzZSwiRGF0ZUZvcm1hdCI6eyIkcmVmIjoiMTg4NCJ9LCJXZWVrTnVtYmVyaW5nIjp7IiRpZCI6IjE4OTUiLCJGb3JtYXQiOjAsIklzVmlzaWJsZSI6ZmFsc2UsIkxhc3RLbm93blZpc2liaWxpdHlTdGF0ZSI6ZmFsc2V9LCJCYXNlbGluZURhdGEiOnsiJGlkIjoiMTg5NiIsIlN0YXJ0RGF0ZSI6IjIwMjYtMDYtMDFUMjM6NTk6MDBaIiwiRW5kRGF0ZSI6IjIwMjYtMDctMzFUMjM6NTk6MDBaIn0sIklkIjoiZmQ3OGRlODgtZDUyZS00MGMyLTlkOGEtMjMyMTBiNjVlZjI3IiwiSW1wb3J0SWQiOm51bGwsIlRpdGxlIjoiRmlzaCBFeWUgRGVzaWduICIsIk5vdGUiOm51bGwsIkh5cGVybGluayI6eyIkaWQiOiIxODk3IiwiQWRkcmVzcyI6IiIsIlN1YkFkZHJlc3MiOiIifSwiSXNDaGFuZ2VkIjpmYWxzZSwiSXNOZXciOmZhbHNlfX1dLCJfbWlsZXN0b25lcyI6W10sIklkIjoiMDAwMDAwMDAtMDAwMC0wMDAwLTAwMDAtMDAwMDAwMDAwMDAwIiwiSXNTaW5nbGVJdGVtUm93Ijp0cnVlfSx7IiRpZCI6IjE4OTgiLCJfdGFza3MiOlt7IiRpZCI6IjE4OTkiLCJfYXR0YWNoZWRNaWxlc3RvbmVzIjpbXSwiVGFza0RlZmluaXRpb24iOnsiJGlkIjoiMTkwMCIsIkdyb3VwTmFtZSI6bnVsbCwiU3RhcnREYXRlIjoiMjAyNi0wOC0wMVQyMzo1OTowMCIsIkVuZERhdGUiOiIyMDI2LTA5LTE0VDIzOjU5OjAwIiwiUGVyY2VudGFnZUNvbXBsZXRlIjpudWxsLCJTdHlsZSI6eyIkaWQiOiIxOTAxIiwiU2hhcGUiOjEsIlNoYXBlVGhpY2tuZXNzIjowLCJEdXJhdGlvbkZvcm1hdCI6MCwiSW5jbHVkZU5vbldvcmtpbmdEYXlzSW5EdXJhdGlvbiI6ZmFsc2UsIlBlcmNlbnRhZ2VDb21wbGV0ZVN0eWxlIjp7IiRpZCI6IjE5MDIiLCJGb250U2V0dGluZ3MiOnsiJGlkIjoiMTkwMyIsIkZvbnRTaXplIjoxMCwiRm9udE5hbWUiOiJDYWxpYnJpIiwiSXNCb2xkIjpmYWxzZSwiSXNJdGFsaWMiOmZhbHNlLCJJc1VuZGVybGluZWQiOmZhbHNlLCJQYXJlbnRTdHlsZSI6bnVsbH0sIkF1dG9TaXplIjowLCJGb3JlZ3JvdW5kIjp7IiRpZCI6IjE5MDQiLCJDb2xvciI6eyIkaWQiOiIxOTA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kwNiIsIlRvcCI6MC4wLCJMZWZ0IjowLjAsIlJpZ2h0IjowLjAsIkJvdHRvbSI6MC4wfSwiUGFkZGluZyI6eyIkaWQiOiIxOTA3IiwiVG9wIjowLjAsIkxlZnQiOjAuMCwiUmlnaHQiOjAuMCwiQm90dG9tIjowLjB9LCJCYWNrZ3JvdW5kIjp7IiRpZCI6IjE5MDgiLCJDb2xvciI6eyIkaWQiOiIxOTA5IiwiQSI6ODksIlIiOjAsIkciOjAsIkIiOjB9fSwiSXNWaXNpYmxlIjp0cnVlLCJXaWR0aCI6MC4wLCJIZWlnaHQiOjAuMCwiQm9yZGVyU3R5bGUiOnsiJGlkIjoiMTkxMCIsIkxpbmVDb2xvciI6bnVsbCwiTGluZVdlaWdodCI6MC4wLCJMaW5lVHlwZSI6MCwiUGFyZW50U3R5bGUiOm51bGx9LCJQYXJlbnRTdHlsZSI6bnVsbH0sIkR1cmF0aW9uU3R5bGUiOnsiJGlkIjoiMTkxMSIsIkZvbnRTZXR0aW5ncyI6eyIkaWQiOiIxOTEyIiwiRm9udFNpemUiOjEwLCJGb250TmFtZSI6IkNhbGlicmkiLCJJc0JvbGQiOmZhbHNlLCJJc0l0YWxpYyI6ZmFsc2UsIklzVW5kZXJsaW5lZCI6ZmFsc2UsIlBhcmVudFN0eWxlIjpudWxsfSwiQXV0b1NpemUiOjAsIkZvcmVncm91bmQiOnsiJGlkIjoiMTkxMyIsIkNvbG9yIjp7IiRpZCI6IjE5MT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OTE1IiwiVG9wIjowLjAsIkxlZnQiOjAuMCwiUmlnaHQiOjAuMCwiQm90dG9tIjowLjB9LCJQYWRkaW5nIjp7IiRpZCI6IjE5MTYiLCJUb3AiOjAuMCwiTGVmdCI6MC4wLCJSaWdodCI6MC4wLCJCb3R0b20iOjAuMH0sIkJhY2tncm91bmQiOnsiJGlkIjoiMTkxNyIsIkNvbG9yIjp7IiRpZCI6IjE5MTgiLCJBIjo4OSwiUiI6MCwiRyI6MCwiQiI6MH19LCJJc1Zpc2libGUiOnRydWUsIldpZHRoIjowLjAsIkhlaWdodCI6MC4wLCJCb3JkZXJTdHlsZSI6eyIkaWQiOiIxOTE5IiwiTGluZUNvbG9yIjpudWxsLCJMaW5lV2VpZ2h0IjowLjAsIkxpbmVUeXBlIjowLCJQYXJlbnRTdHlsZSI6bnVsbH0sIlBhcmVudFN0eWxlIjpudWxsfSwiSG9yaXpvbnRhbENvbm5lY3RvclN0eWxlIjp7IiRpZCI6IjE5MjAiLCJMaW5lQ29sb3IiOnsiJGlkIjoiMTkyMSIsIiR0eXBlIjoiTkxSRS5Db21tb24uRG9tLlNvbGlkQ29sb3JCcnVzaCwgTkxSRS5Db21tb24iLCJDb2xvciI6eyIkaWQiOiIxOTIyIiwiQSI6MjU1LCJSIjoyMDQsIkciOjIwNCwiQiI6MjA0fX0sIkxpbmVXZWlnaHQiOjEuMCwiTGluZVR5cGUiOjAsIlBhcmVudFN0eWxlIjpudWxsfSwiVmVydGljYWxDb25uZWN0b3JTdHlsZSI6eyIkaWQiOiIxOTIzIiwiTGluZUNvbG9yIjp7IiRpZCI6IjE5MjQiLCIkdHlwZSI6Ik5MUkUuQ29tbW9uLkRvbS5Tb2xpZENvbG9yQnJ1c2gsIE5MUkUuQ29tbW9uIiwiQ29sb3IiOnsiJGlkIjoiMTkyN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VmFyaWFuY2VQb3NpdGlvbiI6NiwiU3BhY2luZyI6MywiSXNCZWxvd1RpbWViYW5kIjp0cnVlLCJQZXJjZW50YWdlQ29tcGxldGVTaGFwZU9wYWNpdHkiOjM1LCJCYXNlbGluZVN0eWxlIjp7IiRpZCI6IjE5MjYiLCJTaGFwZVN0eWxlIjp7IiRpZCI6IjE5MjciLCJNYXJnaW4iOnsiJGlkIjoiMTkyOCIsIlRvcCI6MC4wLCJMZWZ0IjowLjAsIlJpZ2h0IjowLjAsIkJvdHRvbSI6MC4wfSwiUGFkZGluZyI6eyIkaWQiOiIxOTI5IiwiVG9wIjowLjAsIkxlZnQiOjAuMCwiUmlnaHQiOjAuMCwiQm90dG9tIjowLjB9LCJCYWNrZ3JvdW5kIjp7IiRpZCI6IjE5MzAiLCJDb2xvciI6eyIkaWQiOiIxOTMxIiwiQSI6MTUzLCJSIjowLCJHIjowLCJCIjowfX0sIklzVmlzaWJsZSI6ZmFsc2UsIldpZHRoIjowLjAsIkhlaWdodCI6MC4wLCJCb3JkZXJTdHlsZSI6bnVsbCwiUGFyZW50U3R5bGUiOm51bGx9LCJNYXJnaW4iOnsiJGlkIjoiMTkzMiIsIlRvcCI6MC4wLCJMZWZ0IjowLjAsIlJpZ2h0IjowLjAsIkJvdHRvbSI6MC4wfSwiUGFkZGluZyI6eyIkaWQiOiIxOTMzIiwiVG9wIjowLjAsIkxlZnQiOjAuMCwiUmlnaHQiOjAuMCwiQm90dG9tIjowLjB9LCJCYWNrZ3JvdW5kIjpudWxsLCJJc1Zpc2libGUiOnRydWUsIldpZHRoIjowLjAsIkhlaWdodCI6MC4wLCJCb3JkZXJTdHlsZSI6bnVsbCwiUGFyZW50U3R5bGUiOm51bGx9LCJTaGFwZVN0eWxlIjp7IiRpZCI6IjE5MzQiLCJNYXJnaW4iOnsiJGlkIjoiMTkzNSIsIlRvcCI6MC4wLCJMZWZ0Ijo0LjAsIlJpZ2h0Ijo0LjAsIkJvdHRvbSI6MC4wfSwiUGFkZGluZyI6eyIkaWQiOiIxOTM2IiwiVG9wIjowLjAsIkxlZnQiOjAuMCwiUmlnaHQiOjAuMCwiQm90dG9tIjowLjB9LCJCYWNrZ3JvdW5kIjp7IiRpZCI6IjE5MzciLCJDb2xvciI6eyIkaWQiOiIxOTM4IiwiQSI6MjU1LCJSIjoyNTQsIkciOjE4NiwiQiI6MTB9fSwiSXNWaXNpYmxlIjp0cnVlLCJXaWR0aCI6MC4wLCJIZWlnaHQiOjEwLjAsIkJvcmRlclN0eWxlIjp7IiRpZCI6IjE5MzkiLCJMaW5lQ29sb3IiOnsiJGlkIjoiMTk0MCIsIiR0eXBlIjoiTkxSRS5Db21tb24uRG9tLlNvbGlkQ29sb3JCcnVzaCwgTkxSRS5Db21tb24iLCJDb2xvciI6eyIkaWQiOiIxOTQxIiwiQSI6MjU1LCJSIjoyMzQsIkciOjIyLCJCIjozMH19LCJMaW5lV2VpZ2h0IjowLjAsIkxpbmVUeXBlIjowLCJQYXJlbnRTdHlsZSI6bnVsbH0sIlBhcmVudFN0eWxlIjpudWxsfSwiVGl0bGVTdHlsZSI6eyIkaWQiOiIxOTQyIiwiRm9udFNldHRpbmdzIjp7IiRpZCI6IjE5NDMiLCJGb250U2l6ZSI6MTEsIkZvbnROYW1lIjoiQ2FsaWJyaSIsIklzQm9sZCI6ZmFsc2UsIklzSXRhbGljIjpmYWxzZSwiSXNVbmRlcmxpbmVkIjpmYWxzZSwiUGFyZW50U3R5bGUiOm51bGx9LCJBdXRvU2l6ZSI6MCwiRm9yZWdyb3VuZCI6eyIkaWQiOiIxOTQ0IiwiQ29sb3IiOnsiJGlkIjoiMTk0NS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xOTQ2IiwiVG9wIjowLjAsIkxlZnQiOjAuMCwiUmlnaHQiOjAuMCwiQm90dG9tIjowLjB9LCJQYWRkaW5nIjp7IiRpZCI6IjE5NDciLCJUb3AiOjAuMCwiTGVmdCI6MC4wLCJSaWdodCI6MC4wLCJCb3R0b20iOjAuMH0sIkJhY2tncm91bmQiOnsiJGlkIjoiMTk0OCIsIkNvbG9yIjp7IiRpZCI6IjE5NDkiLCJBIjowLCJSIjoyNTUsIkciOjI1NSwiQiI6MjU1fX0sIklzVmlzaWJsZSI6dHJ1ZSwiV2lkdGgiOjAuMCwiSGVpZ2h0IjowLjAsIkJvcmRlclN0eWxlIjp7IiRpZCI6IjE5NTAiLCJMaW5lQ29sb3IiOm51bGwsIkxpbmVXZWlnaHQiOjAuMCwiTGluZVR5cGUiOjAsIlBhcmVudFN0eWxlIjpudWxsfSwiUGFyZW50U3R5bGUiOm51bGx9LCJEYXRlU3R5bGUiOnsiJGlkIjoiMTk1MSIsIkZvbnRTZXR0aW5ncyI6eyIkaWQiOiIxOTUyIiwiRm9udFNpemUiOjEwLCJGb250TmFtZSI6IkNhbGlicmkiLCJJc0JvbGQiOmZhbHNlLCJJc0l0YWxpYyI6ZmFsc2UsIklzVW5kZXJsaW5lZCI6ZmFsc2UsIlBhcmVudFN0eWxlIjpudWxsfSwiQXV0b1NpemUiOjAsIkZvcmVncm91bmQiOnsiJGlkIjoiMTk1MyIsIkNvbG9yIjp7IiRpZCI6IjE5NTQ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5NTUiLCJUb3AiOjAuMCwiTGVmdCI6MC4wLCJSaWdodCI6MC4wLCJCb3R0b20iOjAuMH0sIlBhZGRpbmciOnsiJGlkIjoiMTk1NiIsIlRvcCI6MC4wLCJMZWZ0IjowLjAsIlJpZ2h0IjowLjAsIkJvdHRvbSI6MC4wfSwiQmFja2dyb3VuZCI6eyIkaWQiOiIxOTU3IiwiQ29sb3IiOnsiJGlkIjoiMTk1OCIsIkEiOjg5LCJSIjowLCJHIjowLCJCIjowfX0sIklzVmlzaWJsZSI6dHJ1ZSwiV2lkdGgiOjAuMCwiSGVpZ2h0IjowLjAsIkJvcmRlclN0eWxlIjp7IiRpZCI6IjE5NTkiLCJMaW5lQ29sb3IiOm51bGwsIkxpbmVXZWlnaHQiOjAuMCwiTGluZVR5cGUiOjAsIlBhcmVudFN0eWxlIjpudWxsfSwiUGFyZW50U3R5bGUiOm51bGx9LCJEYXRlRm9ybWF0Ijp7IiRpZCI6IjE5N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2MSIsIkZvcm1hdCI6MCwiSXNWaXNpYmxlIjpmYWxzZSwiTGFzdEtub3duVmlzaWJpbGl0eVN0YXRlIjpmYWxzZX0sIklzVmlzaWJsZSI6dHJ1ZSwiVmFyaWFuY2VTdHlsZSI6eyIkaWQiOiIxOTYyIiwiVGV4dFN0eWxlIjp7IiRpZCI6IjE5NjMiLCJGb250U2V0dGluZ3MiOnsiJGlkIjoiMTk2NCIsIkZvbnRTaXplIjoxMCwiRm9udE5hbWUiOiJDYWxpYnJpIiwiSXNCb2xkIjpmYWxzZSwiSXNJdGFsaWMiOmZhbHNlLCJJc1VuZGVybGluZWQiOmZhbHNlLCJQYXJlbnRTdHlsZSI6bnVsbH0sIkF1dG9TaXplIjowLCJGb3JlZ3JvdW5kIjp7IiRpZCI6IjE5NjUiLCJDb2xvciI6eyIkaWQiOiIxOTY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NjciLCJUb3AiOjAuMCwiTGVmdCI6MC4wLCJSaWdodCI6MC4wLCJCb3R0b20iOjAuMH0sIlBhZGRpbmciOnsiJGlkIjoiMTk2OCIsIlRvcCI6MC4wLCJMZWZ0IjowLjAsIlJpZ2h0IjowLjAsIkJvdHRvbSI6MC4wfSwiQmFja2dyb3VuZCI6eyIkaWQiOiIxOTY5IiwiQ29sb3IiOnsiJGlkIjoiMTk3MCIsIkEiOjUwLCJSIjowLCJHIjowLCJCIjowfX0sIklzVmlzaWJsZSI6dHJ1ZSwiV2lkdGgiOjAuMCwiSGVpZ2h0IjowLjAsIkJvcmRlclN0eWxlIjpudWxsLCJQYXJlbnRTdHlsZSI6bnVsbH0sIlBhcmVudFN0eWxlIjpudWxsfSwiUGFyZW50U3R5bGUiOm51bGx9LCJJbmRleCI6MjYsIlNtYXJ0RHVyYXRpb25BY3RpdmF0ZWQiOmZhbHNlLCJEYXRlRm9ybWF0Ijp7IiRyZWYiOiIxOTYwIn0sIldlZWtOdW1iZXJpbmciOnsiJGlkIjoiMTk3MSIsIkZvcm1hdCI6MCwiSXNWaXNpYmxlIjpmYWxzZSwiTGFzdEtub3duVmlzaWJpbGl0eVN0YXRlIjpmYWxzZX0sIkJhc2VsaW5lRGF0YSI6eyIkaWQiOiIxOTcyIiwiU3RhcnREYXRlIjoiMjAyNi0wOC0wMVQyMzo1OTowMCIsIkVuZERhdGUiOiIyMDI2LTA5LTE0VDIzOjU5OjAwIn0sIklkIjoiYjdkYmI1MDUtYjFkZi00ZTE3LWI3ZTMtNzY4ZDNiZGI4ZTc3IiwiSW1wb3J0SWQiOm51bGwsIlRpdGxlIjoiREZNIENvZGVzaWduIiwiTm90ZSI6bnVsbCwiSHlwZXJsaW5rIjp7IiRpZCI6IjE5NzMiLCJBZGRyZXNzIjoiIiwiU3ViQWRkcmVzcyI6IiJ9LCJJc0NoYW5nZWQiOmZhbHNlLCJJc05ldyI6ZmFsc2V9fV0sIl9taWxlc3RvbmVzIjpbXSwiSWQiOiIwMDAwMDAwMC0wMDAwLTAwMDAtMDAwMC0wMDAwMDAwMDAwMDAiLCJJc1NpbmdsZUl0ZW1Sb3ciOnRydWV9LHsiJGlkIjoiMTk3NCIsIl90YXNrcyI6W3siJGlkIjoiMTk3NSIsIl9hdHRhY2hlZE1pbGVzdG9uZXMiOlt7IiRpZCI6IjE5NzYiLCJEYXRlIjoiMjAyNi0xMi0xNVQyMzo1OTowMCIsIlN0eWxlIjp7IiRpZCI6IjE5NzciLCJTaGFwZSI6MSwiQ29ubmVjdG9yTWFyZ2luIjp7IiRpZCI6IjE5NzgiLCJUb3AiOjAuMCwiTGVmdCI6Mi4wLCJSaWdodCI6Mi4wLCJCb3R0b20iOjAuMH0sIkNvbm5lY3RvclN0eWxlIjp7IiRpZCI6IjE5NzkiLCJMaW5lQ29sb3IiOnsiJGlkIjoiMTk4MCIsIiR0eXBlIjoiTkxSRS5Db21tb24uRG9tLlNvbGlkQ29sb3JCcnVzaCwgTkxSRS5Db21tb24iLCJDb2xvciI6eyIkaWQiOiIxOTgxIiwiQSI6MTI3LCJSIjo2OCwiRyI6ODQsIkIiOjEwNn19LCJMaW5lV2VpZ2h0IjoxLjAsIkxpbmVUeXBlIjowLCJQYXJlbnRTdHlsZSI6bnVsbH0sIklzQmVsb3dUaW1lYmFuZCI6dHJ1ZSwiUG9zaXRpb25PblRhc2siOjMsIkhpZGVEYXRlIjpmYWxzZSwiU2hhcGVTaXplIjowLCJTcGFjaW5nIjowLjAsIlBhZGRpbmciOnsiJGlkIjoiMTk4MiIsIlRvcCI6NS4wLCJMZWZ0IjozLjAsIlJpZ2h0IjowLjAsIkJvdHRvbSI6Mi4wfSwiU2hhcGVTdHlsZSI6eyIkaWQiOiIxOTgzIiwiTWFyZ2luIjp7IiRpZCI6IjE5ODQiLCJUb3AiOjAuMCwiTGVmdCI6MC4wLCJSaWdodCI6MC4wLCJCb3R0b20iOjAuMH0sIlBhZGRpbmciOnsiJGlkIjoiMTk4NSIsIlRvcCI6MC4wLCJMZWZ0IjowLjAsIlJpZ2h0IjowLjAsIkJvdHRvbSI6MC4wfSwiQmFja2dyb3VuZCI6eyIkaWQiOiIxOTg2IiwiQ29sb3IiOnsiJGlkIjoiMTk4NyIsIkEiOjI1NSwiUiI6NjgsIkciOjg0LCJCIjoxMDZ9fSwiSXNWaXNpYmxlIjp0cnVlLCJXaWR0aCI6MTIuMCwiSGVpZ2h0IjoxNC4wLCJCb3JkZXJTdHlsZSI6eyIkaWQiOiIxOTg4IiwiTGluZUNvbG9yIjp7IiRpZCI6IjE5ODkiLCIkdHlwZSI6Ik5MUkUuQ29tbW9uLkRvbS5Tb2xpZENvbG9yQnJ1c2gsIE5MUkUuQ29tbW9uIiwiQ29sb3IiOnsiJGlkIjoiMTk5MCIsIkEiOjI1NSwiUiI6MjM0LCJHIjoyMiwiQiI6MzB9fSwiTGluZVdlaWdodCI6MC4wLCJMaW5lVHlwZSI6MCwiUGFyZW50U3R5bGUiOm51bGx9LCJQYXJlbnRTdHlsZSI6bnVsbH0sIlRpdGxlU3R5bGUiOnsiJGlkIjoiMTk5MSIsIkZvbnRTZXR0aW5ncyI6eyIkaWQiOiIxOTkyIiwiRm9udFNpemUiOjExLCJGb250TmFtZSI6IkNhbGlicmkiLCJJc0JvbGQiOnRydWUsIklzSXRhbGljIjpmYWxzZSwiSXNVbmRlcmxpbmVkIjpmYWxzZSwiUGFyZW50U3R5bGUiOm51bGx9LCJBdXRvU2l6ZSI6MCwiRm9yZWdyb3VuZCI6eyIkaWQiOiIxOTkzIiwiQ29sb3IiOnsiJGlkIjoiMTk5N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OTk1IiwiVG9wIjowLjAsIkxlZnQiOjAuMCwiUmlnaHQiOjAuMCwiQm90dG9tIjowLjB9LCJQYWRkaW5nIjp7IiRpZCI6IjE5OTYiLCJUb3AiOjAuMCwiTGVmdCI6MC4wLCJSaWdodCI6MC4wLCJCb3R0b20iOjAuMH0sIkJhY2tncm91bmQiOnsiJGlkIjoiMTk5NyIsIkNvbG9yIjp7IiRpZCI6IjE5OTgiLCJBIjowLCJSIjoyNTUsIkciOjI1NSwiQiI6MjU1fX0sIklzVmlzaWJsZSI6dHJ1ZSwiV2lkdGgiOjAuMCwiSGVpZ2h0IjowLjAsIkJvcmRlclN0eWxlIjp7IiRpZCI6IjE5OTkiLCJMaW5lQ29sb3IiOm51bGwsIkxpbmVXZWlnaHQiOjAuMCwiTGluZVR5cGUiOjAsIlBhcmVudFN0eWxlIjpudWxsfSwiUGFyZW50U3R5bGUiOm51bGx9LCJEYXRlU3R5bGUiOnsiJGlkIjoiMjAwMCIsIkZvbnRTZXR0aW5ncyI6eyIkaWQiOiIyMDAxIiwiRm9udFNpemUiOjEwLCJGb250TmFtZSI6IkNhbGlicmkiLCJJc0JvbGQiOmZhbHNlLCJJc0l0YWxpYyI6ZmFsc2UsIklzVW5kZXJsaW5lZCI6ZmFsc2UsIlBhcmVudFN0eWxlIjpudWxsfSwiQXV0b1NpemUiOjAsIkZvcmVncm91bmQiOnsiJGlkIjoiMjAwMiIsIkNvbG9yIjp7IiRpZCI6IjIwMDM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wMDQiLCJUb3AiOjAuMCwiTGVmdCI6MC4wLCJSaWdodCI6MC4wLCJCb3R0b20iOjAuMH0sIlBhZGRpbmciOnsiJGlkIjoiMjAwNSIsIlRvcCI6MC4wLCJMZWZ0IjowLjAsIlJpZ2h0IjowLjAsIkJvdHRvbSI6MC4wfSwiQmFja2dyb3VuZCI6eyIkaWQiOiIyMDA2IiwiQ29sb3IiOnsiJGlkIjoiMjAwNyIsIkEiOjAsIlIiOjI1NSwiRyI6MjU1LCJCIjoyNTV9fSwiSXNWaXNpYmxlIjpmYWxzZSwiV2lkdGgiOjAuMCwiSGVpZ2h0IjowLjAsIkJvcmRlclN0eWxlIjp7IiRpZCI6IjIwMDgiLCJMaW5lQ29sb3IiOm51bGwsIkxpbmVXZWlnaHQiOjAuMCwiTGluZVR5cGUiOjAsIlBhcmVudFN0eWxlIjpudWxsfSwiUGFyZW50U3R5bGUiOm51bGx9LCJEYXRlRm9ybWF0Ijp7IiRpZCI6IjIwM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xMCIsIkZvcm1hdCI6MCwiSXNWaXNpYmxlIjpmYWxzZSwiTGFzdEtub3duVmlzaWJpbGl0eVN0YXRlIjpmYWxzZX0sIklzVmlzaWJsZSI6dHJ1ZSwiVmFyaWFuY2VTdHlsZSI6eyIkaWQiOiIyMDExIiwiVGV4dFN0eWxlIjp7IiRpZCI6IjIwMTIiLCJGb250U2V0dGluZ3MiOnsiJGlkIjoiMjAxMyIsIkZvbnRTaXplIjoxMCwiRm9udE5hbWUiOiJDYWxpYnJpIiwiSXNCb2xkIjpmYWxzZSwiSXNJdGFsaWMiOmZhbHNlLCJJc1VuZGVybGluZWQiOmZhbHNlLCJQYXJlbnRTdHlsZSI6bnVsbH0sIkF1dG9TaXplIjowLCJGb3JlZ3JvdW5kIjp7IiRpZCI6IjIwMTQiLCJDb2xvciI6eyIkaWQiOiIyMDE1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wMTYiLCJUb3AiOjAuMCwiTGVmdCI6MC4wLCJSaWdodCI6MC4wLCJCb3R0b20iOjAuMH0sIlBhZGRpbmciOnsiJGlkIjoiMjAxNyIsIlRvcCI6MC4wLCJMZWZ0IjowLjAsIlJpZ2h0IjowLjAsIkJvdHRvbSI6MC4wfSwiQmFja2dyb3VuZCI6eyIkaWQiOiIyMDE4IiwiQ29sb3IiOnsiJGlkIjoiMjAxOSIsIkEiOjUwLCJSIjowLCJHIjowLCJCIjowfX0sIklzVmlzaWJsZSI6dHJ1ZSwiV2lkdGgiOjAuMCwiSGVpZ2h0IjowLjAsIkJvcmRlclN0eWxlIjpudWxsLCJQYXJlbnRTdHlsZSI6bnVsbH0sIlBhcmVudFN0eWxlIjpudWxsfSwiUGFyZW50U3R5bGUiOm51bGx9LCJJbmRleCI6MjksIlBlcmNlbnRhZ2VDb21wbGV0ZSI6bnVsbCwiUG9zaXRpb24iOnsiUmF0aW8iOjAuMCwiSXNDdXN0b20iOmZhbHNlfSwiRGF0ZUZvcm1hdCI6eyIkcmVmIjoiMjAwOSJ9LCJXZWVrTnVtYmVyaW5nIjp7IiRpZCI6IjIwMjAiLCJGb3JtYXQiOjAsIklzVmlzaWJsZSI6ZmFsc2UsIkxhc3RLbm93blZpc2liaWxpdHlTdGF0ZSI6ZmFsc2V9LCJCYXNlbGluZURhdGEiOnsiJGlkIjoiMjAyMSIsIkRhdGUiOiIyMDI2LTEyLTE1VDIzOjU5OjAwIn0sIlJlbGF0ZWRUYXNrSWQiOiI4OGFiZTU0Zi02NWMyLTQyZWMtYmVlOC1hYWUwMzQ5YWEwYjciLCJJZCI6ImQ5YTk1ZDA3LTM5MjAtNDYyZC04MmZjLWIzYjNmNmJmZThhNSIsIkltcG9ydElkIjoiIiwiVGl0bGUiOiJPcHRpY3MgUmVhZHkiLCJOb3RlIjpudWxsLCJIeXBlcmxpbmsiOnsiJGlkIjoiMjAyMiIsIkFkZHJlc3MiOiIiLCJTdWJBZGRyZXNzIjoiIn0sIklzQ2hhbmdlZCI6ZmFsc2UsIklzTmV3IjpmYWxzZX1dLCJUYXNrRGVmaW5pdGlvbiI6eyIkaWQiOiIyMDIzIiwiR3JvdXBOYW1lIjpudWxsLCJTdGFydERhdGUiOiIyMDI2LTA5LTE1VDIzOjU5OjAwIiwiRW5kRGF0ZSI6IjIwMjYtMTItMTVUMjM6NTk6MDAiLCJQZXJjZW50YWdlQ29tcGxldGUiOm51bGwsIlN0eWxlIjp7IiRpZCI6IjIwMjQiLCJTaGFwZSI6MSwiU2hhcGVUaGlja25lc3MiOjAsIkR1cmF0aW9uRm9ybWF0IjowLCJJbmNsdWRlTm9uV29ya2luZ0RheXNJbkR1cmF0aW9uIjpmYWxzZSwiUGVyY2VudGFnZUNvbXBsZXRlU3R5bGUiOnsiJGlkIjoiMjAyNSIsIkZvbnRTZXR0aW5ncyI6eyIkaWQiOiIyMDI2IiwiRm9udFNpemUiOjEwLCJGb250TmFtZSI6IkNhbGlicmkiLCJJc0JvbGQiOmZhbHNlLCJJc0l0YWxpYyI6ZmFsc2UsIklzVW5kZXJsaW5lZCI6ZmFsc2UsIlBhcmVudFN0eWxlIjpudWxsfSwiQXV0b1NpemUiOjAsIkZvcmVncm91bmQiOnsiJGlkIjoiMjAyNyIsIkNvbG9yIjp7IiRpZCI6IjIwMj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DI5IiwiVG9wIjowLjAsIkxlZnQiOjAuMCwiUmlnaHQiOjAuMCwiQm90dG9tIjowLjB9LCJQYWRkaW5nIjp7IiRpZCI6IjIwMzAiLCJUb3AiOjAuMCwiTGVmdCI6MC4wLCJSaWdodCI6MC4wLCJCb3R0b20iOjAuMH0sIkJhY2tncm91bmQiOnsiJGlkIjoiMjAzMSIsIkNvbG9yIjp7IiRpZCI6IjIwMzIiLCJBIjo4OSwiUiI6MCwiRyI6MCwiQiI6MH19LCJJc1Zpc2libGUiOnRydWUsIldpZHRoIjowLjAsIkhlaWdodCI6MC4wLCJCb3JkZXJTdHlsZSI6eyIkaWQiOiIyMDMzIiwiTGluZUNvbG9yIjpudWxsLCJMaW5lV2VpZ2h0IjowLjAsIkxpbmVUeXBlIjowLCJQYXJlbnRTdHlsZSI6bnVsbH0sIlBhcmVudFN0eWxlIjpudWxsfSwiRHVyYXRpb25TdHlsZSI6eyIkaWQiOiIyMDM0IiwiRm9udFNldHRpbmdzIjp7IiRpZCI6IjIwMzUiLCJGb250U2l6ZSI6MTAsIkZvbnROYW1lIjoiQ2FsaWJyaSIsIklzQm9sZCI6ZmFsc2UsIklzSXRhbGljIjpmYWxzZSwiSXNVbmRlcmxpbmVkIjpmYWxzZSwiUGFyZW50U3R5bGUiOm51bGx9LCJBdXRvU2l6ZSI6MCwiRm9yZWdyb3VuZCI6eyIkaWQiOiIyMDM2IiwiQ29sb3IiOnsiJGlkIjoiMjAzN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wMzgiLCJUb3AiOjAuMCwiTGVmdCI6MC4wLCJSaWdodCI6MC4wLCJCb3R0b20iOjAuMH0sIlBhZGRpbmciOnsiJGlkIjoiMjAzOSIsIlRvcCI6MC4wLCJMZWZ0IjowLjAsIlJpZ2h0IjowLjAsIkJvdHRvbSI6MC4wfSwiQmFja2dyb3VuZCI6eyIkaWQiOiIyMDQwIiwiQ29sb3IiOnsiJGlkIjoiMjA0MSIsIkEiOjg5LCJSIjowLCJHIjowLCJCIjowfX0sIklzVmlzaWJsZSI6dHJ1ZSwiV2lkdGgiOjAuMCwiSGVpZ2h0IjowLjAsIkJvcmRlclN0eWxlIjp7IiRpZCI6IjIwNDIiLCJMaW5lQ29sb3IiOm51bGwsIkxpbmVXZWlnaHQiOjAuMCwiTGluZVR5cGUiOjAsIlBhcmVudFN0eWxlIjpudWxsfSwiUGFyZW50U3R5bGUiOm51bGx9LCJIb3Jpem9udGFsQ29ubmVjdG9yU3R5bGUiOnsiJGlkIjoiMjA0MyIsIkxpbmVDb2xvciI6eyIkaWQiOiIyMDQ0IiwiJHR5cGUiOiJOTFJFLkNvbW1vbi5Eb20uU29saWRDb2xvckJydXNoLCBOTFJFLkNvbW1vbiIsIkNvbG9yIjp7IiRpZCI6IjIwNDUiLCJBIjoyNTUsIlIiOjIwNCwiRyI6MjA0LCJCIjoyMDR9fSwiTGluZVdlaWdodCI6MS4wLCJMaW5lVHlwZSI6MCwiUGFyZW50U3R5bGUiOm51bGx9LCJWZXJ0aWNhbENvbm5lY3RvclN0eWxlIjp7IiRpZCI6IjIwNDYiLCJMaW5lQ29sb3IiOnsiJGlkIjoiMjA0NyIsIiR0eXBlIjoiTkxSRS5Db21tb24uRG9tLlNvbGlkQ29sb3JCcnVzaCwgTkxSRS5Db21tb24iLCJDb2xvciI6eyIkaWQiOiIyMDQ4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WYXJpYW5jZVBvc2l0aW9uIjo2LCJTcGFjaW5nIjozLCJJc0JlbG93VGltZWJhbmQiOnRydWUsIlBlcmNlbnRhZ2VDb21wbGV0ZVNoYXBlT3BhY2l0eSI6MzUsIkJhc2VsaW5lU3R5bGUiOnsiJGlkIjoiMjA0OSIsIlNoYXBlU3R5bGUiOnsiJGlkIjoiMjA1MCIsIk1hcmdpbiI6eyIkaWQiOiIyMDUxIiwiVG9wIjowLjAsIkxlZnQiOjAuMCwiUmlnaHQiOjAuMCwiQm90dG9tIjowLjB9LCJQYWRkaW5nIjp7IiRpZCI6IjIwNTIiLCJUb3AiOjAuMCwiTGVmdCI6MC4wLCJSaWdodCI6MC4wLCJCb3R0b20iOjAuMH0sIkJhY2tncm91bmQiOnsiJGlkIjoiMjA1MyIsIkNvbG9yIjp7IiRpZCI6IjIwNTQiLCJBIjoxNTMsIlIiOjAsIkciOjAsIkIiOjB9fSwiSXNWaXNpYmxlIjpmYWxzZSwiV2lkdGgiOjAuMCwiSGVpZ2h0IjowLjAsIkJvcmRlclN0eWxlIjpudWxsLCJQYXJlbnRTdHlsZSI6bnVsbH0sIk1hcmdpbiI6eyIkaWQiOiIyMDU1IiwiVG9wIjowLjAsIkxlZnQiOjAuMCwiUmlnaHQiOjAuMCwiQm90dG9tIjowLjB9LCJQYWRkaW5nIjp7IiRpZCI6IjIwNTYiLCJUb3AiOjAuMCwiTGVmdCI6MC4wLCJSaWdodCI6MC4wLCJCb3R0b20iOjAuMH0sIkJhY2tncm91bmQiOm51bGwsIklzVmlzaWJsZSI6dHJ1ZSwiV2lkdGgiOjAuMCwiSGVpZ2h0IjowLjAsIkJvcmRlclN0eWxlIjpudWxsLCJQYXJlbnRTdHlsZSI6bnVsbH0sIlNoYXBlU3R5bGUiOnsiJGlkIjoiMjA1NyIsIk1hcmdpbiI6eyIkaWQiOiIyMDU4IiwiVG9wIjowLjAsIkxlZnQiOjQuMCwiUmlnaHQiOjQuMCwiQm90dG9tIjowLjB9LCJQYWRkaW5nIjp7IiRpZCI6IjIwNTkiLCJUb3AiOjAuMCwiTGVmdCI6MC4wLCJSaWdodCI6MC4wLCJCb3R0b20iOjAuMH0sIkJhY2tncm91bmQiOnsiJGlkIjoiMjA2MCIsIkNvbG9yIjp7IiRpZCI6IjIwNjEiLCJBIjoyNTUsIlIiOjI1NCwiRyI6MTg2LCJCIjoxMH19LCJJc1Zpc2libGUiOnRydWUsIldpZHRoIjowLjAsIkhlaWdodCI6MTAuMCwiQm9yZGVyU3R5bGUiOnsiJGlkIjoiMjA2MiIsIkxpbmVDb2xvciI6eyIkaWQiOiIyMDYzIiwiJHR5cGUiOiJOTFJFLkNvbW1vbi5Eb20uU29saWRDb2xvckJydXNoLCBOTFJFLkNvbW1vbiIsIkNvbG9yIjp7IiRpZCI6IjIwNjQiLCJBIjoyNTUsIlIiOjIzNCwiRyI6MjIsIkIiOjMwfX0sIkxpbmVXZWlnaHQiOjAuMCwiTGluZVR5cGUiOjAsIlBhcmVudFN0eWxlIjpudWxsfSwiUGFyZW50U3R5bGUiOm51bGx9LCJUaXRsZVN0eWxlIjp7IiRpZCI6IjIwNjUiLCJGb250U2V0dGluZ3MiOnsiJGlkIjoiMjA2NiIsIkZvbnRTaXplIjoxMSwiRm9udE5hbWUiOiJDYWxpYnJpIiwiSXNCb2xkIjpmYWxzZSwiSXNJdGFsaWMiOmZhbHNlLCJJc1VuZGVybGluZWQiOmZhbHNlLCJQYXJlbnRTdHlsZSI6bnVsbH0sIkF1dG9TaXplIjowLCJGb3JlZ3JvdW5kIjp7IiRpZCI6IjIwNjciLCJDb2xvciI6eyIkaWQiOiIyMDY4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IwNjkiLCJUb3AiOjAuMCwiTGVmdCI6MC4wLCJSaWdodCI6MC4wLCJCb3R0b20iOjAuMH0sIlBhZGRpbmciOnsiJGlkIjoiMjA3MCIsIlRvcCI6MC4wLCJMZWZ0IjowLjAsIlJpZ2h0IjowLjAsIkJvdHRvbSI6MC4wfSwiQmFja2dyb3VuZCI6eyIkaWQiOiIyMDcxIiwiQ29sb3IiOnsiJGlkIjoiMjA3MiIsIkEiOjAsIlIiOjI1NSwiRyI6MjU1LCJCIjoyNTV9fSwiSXNWaXNpYmxlIjp0cnVlLCJXaWR0aCI6MC4wLCJIZWlnaHQiOjAuMCwiQm9yZGVyU3R5bGUiOnsiJGlkIjoiMjA3MyIsIkxpbmVDb2xvciI6bnVsbCwiTGluZVdlaWdodCI6MC4wLCJMaW5lVHlwZSI6MCwiUGFyZW50U3R5bGUiOm51bGx9LCJQYXJlbnRTdHlsZSI6bnVsbH0sIkRhdGVTdHlsZSI6eyIkaWQiOiIyMDc0IiwiRm9udFNldHRpbmdzIjp7IiRpZCI6IjIwNzUiLCJGb250U2l6ZSI6MTAsIkZvbnROYW1lIjoiQ2FsaWJyaSIsIklzQm9sZCI6ZmFsc2UsIklzSXRhbGljIjpmYWxzZSwiSXNVbmRlcmxpbmVkIjpmYWxzZSwiUGFyZW50U3R5bGUiOm51bGx9LCJBdXRvU2l6ZSI6MCwiRm9yZWdyb3VuZCI6eyIkaWQiOiIyMDc2IiwiQ29sb3IiOnsiJGlkIjoiMjA3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A3OCIsIlRvcCI6MC4wLCJMZWZ0IjowLjAsIlJpZ2h0IjowLjAsIkJvdHRvbSI6MC4wfSwiUGFkZGluZyI6eyIkaWQiOiIyMDc5IiwiVG9wIjowLjAsIkxlZnQiOjAuMCwiUmlnaHQiOjAuMCwiQm90dG9tIjowLjB9LCJCYWNrZ3JvdW5kIjp7IiRpZCI6IjIwODAiLCJDb2xvciI6eyIkaWQiOiIyMDgxIiwiQSI6ODksIlIiOjAsIkciOjAsIkIiOjB9fSwiSXNWaXNpYmxlIjp0cnVlLCJXaWR0aCI6MC4wLCJIZWlnaHQiOjAuMCwiQm9yZGVyU3R5bGUiOnsiJGlkIjoiMjA4MiIsIkxpbmVDb2xvciI6bnVsbCwiTGluZVdlaWdodCI6MC4wLCJMaW5lVHlwZSI6MCwiUGFyZW50U3R5bGUiOm51bGx9LCJQYXJlbnRTdHlsZSI6bnVsbH0sIkRhdGVGb3JtYXQiOnsiJGlkIjoiMjA4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g0IiwiRm9ybWF0IjowLCJJc1Zpc2libGUiOmZhbHNlLCJMYXN0S25vd25WaXNpYmlsaXR5U3RhdGUiOmZhbHNlfSwiSXNWaXNpYmxlIjp0cnVlLCJWYXJpYW5jZVN0eWxlIjp7IiRpZCI6IjIwODUiLCJUZXh0U3R5bGUiOnsiJGlkIjoiMjA4NiIsIkZvbnRTZXR0aW5ncyI6eyIkaWQiOiIyMDg3IiwiRm9udFNpemUiOjEwLCJGb250TmFtZSI6IkNhbGlicmkiLCJJc0JvbGQiOmZhbHNlLCJJc0l0YWxpYyI6ZmFsc2UsIklzVW5kZXJsaW5lZCI6ZmFsc2UsIlBhcmVudFN0eWxlIjpudWxsfSwiQXV0b1NpemUiOjAsIkZvcmVncm91bmQiOnsiJGlkIjoiMjA4OCIsIkNvbG9yIjp7IiRpZCI6IjIwO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A5MCIsIlRvcCI6MC4wLCJMZWZ0IjowLjAsIlJpZ2h0IjowLjAsIkJvdHRvbSI6MC4wfSwiUGFkZGluZyI6eyIkaWQiOiIyMDkxIiwiVG9wIjowLjAsIkxlZnQiOjAuMCwiUmlnaHQiOjAuMCwiQm90dG9tIjowLjB9LCJCYWNrZ3JvdW5kIjp7IiRpZCI6IjIwOTIiLCJDb2xvciI6eyIkaWQiOiIyMDkzIiwiQSI6NTAsIlIiOjAsIkciOjAsIkIiOjB9fSwiSXNWaXNpYmxlIjp0cnVlLCJXaWR0aCI6MC4wLCJIZWlnaHQiOjAuMCwiQm9yZGVyU3R5bGUiOm51bGwsIlBhcmVudFN0eWxlIjpudWxsfSwiUGFyZW50U3R5bGUiOm51bGx9LCJQYXJlbnRTdHlsZSI6bnVsbH0sIkluZGV4IjoyOCwiU21hcnREdXJhdGlvbkFjdGl2YXRlZCI6ZmFsc2UsIkRhdGVGb3JtYXQiOnsiJHJlZiI6IjIwODMifSwiV2Vla051bWJlcmluZyI6eyIkaWQiOiIyMDk0IiwiRm9ybWF0IjowLCJJc1Zpc2libGUiOmZhbHNlLCJMYXN0S25vd25WaXNpYmlsaXR5U3RhdGUiOmZhbHNlfSwiQmFzZWxpbmVEYXRhIjp7IiRpZCI6IjIwOTUiLCJTdGFydERhdGUiOiIyMDI2LTA5LTE1VDIzOjU5OjAwIiwiRW5kRGF0ZSI6IjIwMjYtMTItMTVUMjM6NTk6MDAifSwiSWQiOiI4OGFiZTU0Zi02NWMyLTQyZWMtYmVlOC1hYWUwMzQ5YWEwYjciLCJJbXBvcnRJZCI6bnVsbCwiVGl0bGUiOiJGaXNoIEV5ZSBQcm9kdWN0aW9uIiwiTm90ZSI6bnVsbCwiSHlwZXJsaW5rIjp7IiRpZCI6IjIwOTYiLCJBZGRyZXNzIjoiIiwiU3ViQWRkcmVzcyI6IiJ9LCJJc0NoYW5nZWQiOmZhbHNlLCJJc05ldyI6ZmFsc2V9fV0sIl9taWxlc3RvbmVzIjpbXSwiSWQiOiIwMDAwMDAwMC0wMDAwLTAwMDAtMDAwMC0wMDAwMDAwMDAwMDAiLCJJc1NpbmdsZUl0ZW1Sb3ciOnRydWV9LHsiJGlkIjoiMjA5NyIsIl90YXNrcyI6W3siJGlkIjoiMjA5OCIsIl9hdHRhY2hlZE1pbGVzdG9uZXMiOltdLCJUYXNrRGVmaW5pdGlvbiI6eyIkaWQiOiIyMDk5IiwiR3JvdXBOYW1lIjpudWxsLCJTdGFydERhdGUiOiIyMDI2LTA4LTE1VDIzOjU5OjAwIiwiRW5kRGF0ZSI6IjIwMjYtMDktMTRUMjM6NTk6MDAiLCJQZXJjZW50YWdlQ29tcGxldGUiOm51bGwsIlN0eWxlIjp7IiRpZCI6IjIxMDAiLCJTaGFwZSI6MSwiU2hhcGVUaGlja25lc3MiOjAsIkR1cmF0aW9uRm9ybWF0IjowLCJJbmNsdWRlTm9uV29ya2luZ0RheXNJbkR1cmF0aW9uIjpmYWxzZSwiUGVyY2VudGFnZUNvbXBsZXRlU3R5bGUiOnsiJGlkIjoiMjEwMSIsIkZvbnRTZXR0aW5ncyI6eyIkaWQiOiIyMTAyIiwiRm9udFNpemUiOjEwLCJGb250TmFtZSI6IkNhbGlicmkiLCJJc0JvbGQiOmZhbHNlLCJJc0l0YWxpYyI6ZmFsc2UsIklzVW5kZXJsaW5lZCI6ZmFsc2UsIlBhcmVudFN0eWxlIjpudWxsfSwiQXV0b1NpemUiOjAsIkZvcmVncm91bmQiOnsiJGlkIjoiMjEwMyIsIkNvbG9yIjp7IiRpZCI6IjIxMD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TA1IiwiVG9wIjowLjAsIkxlZnQiOjAuMCwiUmlnaHQiOjAuMCwiQm90dG9tIjowLjB9LCJQYWRkaW5nIjp7IiRpZCI6IjIxMDYiLCJUb3AiOjAuMCwiTGVmdCI6MC4wLCJSaWdodCI6MC4wLCJCb3R0b20iOjAuMH0sIkJhY2tncm91bmQiOnsiJGlkIjoiMjEwNyIsIkNvbG9yIjp7IiRpZCI6IjIxMDgiLCJBIjo4OSwiUiI6MCwiRyI6MCwiQiI6MH19LCJJc1Zpc2libGUiOnRydWUsIldpZHRoIjowLjAsIkhlaWdodCI6MC4wLCJCb3JkZXJTdHlsZSI6eyIkaWQiOiIyMTA5IiwiTGluZUNvbG9yIjpudWxsLCJMaW5lV2VpZ2h0IjowLjAsIkxpbmVUeXBlIjowLCJQYXJlbnRTdHlsZSI6bnVsbH0sIlBhcmVudFN0eWxlIjpudWxsfSwiRHVyYXRpb25TdHlsZSI6eyIkaWQiOiIyMTEwIiwiRm9udFNldHRpbmdzIjp7IiRpZCI6IjIxMTEiLCJGb250U2l6ZSI6MTAsIkZvbnROYW1lIjoiQ2FsaWJyaSIsIklzQm9sZCI6ZmFsc2UsIklzSXRhbGljIjpmYWxzZSwiSXNVbmRlcmxpbmVkIjpmYWxzZSwiUGFyZW50U3R5bGUiOm51bGx9LCJBdXRvU2l6ZSI6MCwiRm9yZWdyb3VuZCI6eyIkaWQiOiIyMTEyIiwiQ29sb3IiOnsiJGlkIjoiMjEx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xMTQiLCJUb3AiOjAuMCwiTGVmdCI6MC4wLCJSaWdodCI6MC4wLCJCb3R0b20iOjAuMH0sIlBhZGRpbmciOnsiJGlkIjoiMjExNSIsIlRvcCI6MC4wLCJMZWZ0IjowLjAsIlJpZ2h0IjowLjAsIkJvdHRvbSI6MC4wfSwiQmFja2dyb3VuZCI6eyIkaWQiOiIyMTE2IiwiQ29sb3IiOnsiJGlkIjoiMjExNyIsIkEiOjg5LCJSIjowLCJHIjowLCJCIjowfX0sIklzVmlzaWJsZSI6dHJ1ZSwiV2lkdGgiOjAuMCwiSGVpZ2h0IjowLjAsIkJvcmRlclN0eWxlIjp7IiRpZCI6IjIxMTgiLCJMaW5lQ29sb3IiOm51bGwsIkxpbmVXZWlnaHQiOjAuMCwiTGluZVR5cGUiOjAsIlBhcmVudFN0eWxlIjpudWxsfSwiUGFyZW50U3R5bGUiOm51bGx9LCJIb3Jpem9udGFsQ29ubmVjdG9yU3R5bGUiOnsiJGlkIjoiMjExOSIsIkxpbmVDb2xvciI6eyIkaWQiOiIyMTIwIiwiJHR5cGUiOiJOTFJFLkNvbW1vbi5Eb20uU29saWRDb2xvckJydXNoLCBOTFJFLkNvbW1vbiIsIkNvbG9yIjp7IiRpZCI6IjIxMjEiLCJBIjoyNTUsIlIiOjIwNCwiRyI6MjA0LCJCIjoyMDR9fSwiTGluZVdlaWdodCI6MS4wLCJMaW5lVHlwZSI6MCwiUGFyZW50U3R5bGUiOm51bGx9LCJWZXJ0aWNhbENvbm5lY3RvclN0eWxlIjp7IiRpZCI6IjIxMjIiLCJMaW5lQ29sb3IiOnsiJGlkIjoiMjEyMyIsIiR0eXBlIjoiTkxSRS5Db21tb24uRG9tLlNvbGlkQ29sb3JCcnVzaCwgTkxSRS5Db21tb24iLCJDb2xvciI6eyIkaWQiOiIyMTI0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WYXJpYW5jZVBvc2l0aW9uIjo2LCJTcGFjaW5nIjozLCJJc0JlbG93VGltZWJhbmQiOnRydWUsIlBlcmNlbnRhZ2VDb21wbGV0ZVNoYXBlT3BhY2l0eSI6MzUsIkJhc2VsaW5lU3R5bGUiOnsiJGlkIjoiMjEyNSIsIlNoYXBlU3R5bGUiOnsiJGlkIjoiMjEyNiIsIk1hcmdpbiI6eyIkaWQiOiIyMTI3IiwiVG9wIjowLjAsIkxlZnQiOjAuMCwiUmlnaHQiOjAuMCwiQm90dG9tIjowLjB9LCJQYWRkaW5nIjp7IiRpZCI6IjIxMjgiLCJUb3AiOjAuMCwiTGVmdCI6MC4wLCJSaWdodCI6MC4wLCJCb3R0b20iOjAuMH0sIkJhY2tncm91bmQiOnsiJGlkIjoiMjEyOSIsIkNvbG9yIjp7IiRpZCI6IjIxMzAiLCJBIjoxNTMsIlIiOjAsIkciOjAsIkIiOjB9fSwiSXNWaXNpYmxlIjpmYWxzZSwiV2lkdGgiOjAuMCwiSGVpZ2h0IjowLjAsIkJvcmRlclN0eWxlIjpudWxsLCJQYXJlbnRTdHlsZSI6bnVsbH0sIk1hcmdpbiI6eyIkaWQiOiIyMTMxIiwiVG9wIjowLjAsIkxlZnQiOjAuMCwiUmlnaHQiOjAuMCwiQm90dG9tIjowLjB9LCJQYWRkaW5nIjp7IiRpZCI6IjIxMzIiLCJUb3AiOjAuMCwiTGVmdCI6MC4wLCJSaWdodCI6MC4wLCJCb3R0b20iOjAuMH0sIkJhY2tncm91bmQiOm51bGwsIklzVmlzaWJsZSI6dHJ1ZSwiV2lkdGgiOjAuMCwiSGVpZ2h0IjowLjAsIkJvcmRlclN0eWxlIjpudWxsLCJQYXJlbnRTdHlsZSI6bnVsbH0sIlNoYXBlU3R5bGUiOnsiJGlkIjoiMjEzMyIsIk1hcmdpbiI6eyIkaWQiOiIyMTM0IiwiVG9wIjowLjAsIkxlZnQiOjQuMCwiUmlnaHQiOjQuMCwiQm90dG9tIjowLjB9LCJQYWRkaW5nIjp7IiRpZCI6IjIxMzUiLCJUb3AiOjAuMCwiTGVmdCI6MC4wLCJSaWdodCI6MC4wLCJCb3R0b20iOjAuMH0sIkJhY2tncm91bmQiOnsiJGlkIjoiMjEzNiIsIkNvbG9yIjp7IiRpZCI6IjIxMzciLCJBIjoyNTUsIlIiOjgyLCJHIjoxNDcsIkIiOjIwNX19LCJJc1Zpc2libGUiOnRydWUsIldpZHRoIjowLjAsIkhlaWdodCI6MTAuMCwiQm9yZGVyU3R5bGUiOnsiJGlkIjoiMjEzOCIsIkxpbmVDb2xvciI6eyIkaWQiOiIyMTM5IiwiJHR5cGUiOiJOTFJFLkNvbW1vbi5Eb20uU29saWRDb2xvckJydXNoLCBOTFJFLkNvbW1vbiIsIkNvbG9yIjp7IiRpZCI6IjIxNDAiLCJBIjoyNTUsIlIiOjIzNCwiRyI6MjIsIkIiOjMwfX0sIkxpbmVXZWlnaHQiOjAuMCwiTGluZVR5cGUiOjAsIlBhcmVudFN0eWxlIjpudWxsfSwiUGFyZW50U3R5bGUiOm51bGx9LCJUaXRsZVN0eWxlIjp7IiRpZCI6IjIxNDEiLCJGb250U2V0dGluZ3MiOnsiJGlkIjoiMjE0MiIsIkZvbnRTaXplIjoxMSwiRm9udE5hbWUiOiJDYWxpYnJpIiwiSXNCb2xkIjpmYWxzZSwiSXNJdGFsaWMiOmZhbHNlLCJJc1VuZGVybGluZWQiOmZhbHNlLCJQYXJlbnRTdHlsZSI6bnVsbH0sIkF1dG9TaXplIjowLCJGb3JlZ3JvdW5kIjp7IiRpZCI6IjIxNDMiLCJDb2xvciI6eyIkaWQiOiIyMTQ0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IxNDUiLCJUb3AiOjAuMCwiTGVmdCI6MC4wLCJSaWdodCI6MC4wLCJCb3R0b20iOjAuMH0sIlBhZGRpbmciOnsiJGlkIjoiMjE0NiIsIlRvcCI6MC4wLCJMZWZ0IjowLjAsIlJpZ2h0IjowLjAsIkJvdHRvbSI6MC4wfSwiQmFja2dyb3VuZCI6eyIkaWQiOiIyMTQ3IiwiQ29sb3IiOnsiJGlkIjoiMjE0OCIsIkEiOjAsIlIiOjI1NSwiRyI6MjU1LCJCIjoyNTV9fSwiSXNWaXNpYmxlIjp0cnVlLCJXaWR0aCI6MC4wLCJIZWlnaHQiOjAuMCwiQm9yZGVyU3R5bGUiOnsiJGlkIjoiMjE0OSIsIkxpbmVDb2xvciI6bnVsbCwiTGluZVdlaWdodCI6MC4wLCJMaW5lVHlwZSI6MCwiUGFyZW50U3R5bGUiOm51bGx9LCJQYXJlbnRTdHlsZSI6bnVsbH0sIkRhdGVTdHlsZSI6eyIkaWQiOiIyMTUwIiwiRm9udFNldHRpbmdzIjp7IiRpZCI6IjIxNTEiLCJGb250U2l6ZSI6MTAsIkZvbnROYW1lIjoiQ2FsaWJyaSIsIklzQm9sZCI6ZmFsc2UsIklzSXRhbGljIjpmYWxzZSwiSXNVbmRlcmxpbmVkIjpmYWxzZSwiUGFyZW50U3R5bGUiOm51bGx9LCJBdXRvU2l6ZSI6MCwiRm9yZWdyb3VuZCI6eyIkaWQiOiIyMTUyIiwiQ29sb3IiOnsiJGlkIjoiMjE1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E1NCIsIlRvcCI6MC4wLCJMZWZ0IjowLjAsIlJpZ2h0IjowLjAsIkJvdHRvbSI6MC4wfSwiUGFkZGluZyI6eyIkaWQiOiIyMTU1IiwiVG9wIjowLjAsIkxlZnQiOjAuMCwiUmlnaHQiOjAuMCwiQm90dG9tIjowLjB9LCJCYWNrZ3JvdW5kIjp7IiRpZCI6IjIxNTYiLCJDb2xvciI6eyIkaWQiOiIyMTU3IiwiQSI6ODksIlIiOjAsIkciOjAsIkIiOjB9fSwiSXNWaXNpYmxlIjp0cnVlLCJXaWR0aCI6MC4wLCJIZWlnaHQiOjAuMCwiQm9yZGVyU3R5bGUiOnsiJGlkIjoiMjE1OCIsIkxpbmVDb2xvciI6bnVsbCwiTGluZVdlaWdodCI6MC4wLCJMaW5lVHlwZSI6MCwiUGFyZW50U3R5bGUiOm51bGx9LCJQYXJlbnRTdHlsZSI6bnVsbH0sIkRhdGVGb3JtYXQiOnsiJGlkIjoiMjE1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TYwIiwiRm9ybWF0IjowLCJJc1Zpc2libGUiOmZhbHNlLCJMYXN0S25vd25WaXNpYmlsaXR5U3RhdGUiOmZhbHNlfSwiSXNWaXNpYmxlIjp0cnVlLCJWYXJpYW5jZVN0eWxlIjp7IiRpZCI6IjIxNjEiLCJUZXh0U3R5bGUiOnsiJGlkIjoiMjE2MiIsIkZvbnRTZXR0aW5ncyI6eyIkaWQiOiIyMTYzIiwiRm9udFNpemUiOjEwLCJGb250TmFtZSI6IkNhbGlicmkiLCJJc0JvbGQiOmZhbHNlLCJJc0l0YWxpYyI6ZmFsc2UsIklzVW5kZXJsaW5lZCI6ZmFsc2UsIlBhcmVudFN0eWxlIjpudWxsfSwiQXV0b1NpemUiOjAsIkZvcmVncm91bmQiOnsiJGlkIjoiMjE2NCIsIkNvbG9yIjp7IiRpZCI6IjIxNj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E2NiIsIlRvcCI6MC4wLCJMZWZ0IjowLjAsIlJpZ2h0IjowLjAsIkJvdHRvbSI6MC4wfSwiUGFkZGluZyI6eyIkaWQiOiIyMTY3IiwiVG9wIjowLjAsIkxlZnQiOjAuMCwiUmlnaHQiOjAuMCwiQm90dG9tIjowLjB9LCJCYWNrZ3JvdW5kIjp7IiRpZCI6IjIxNjgiLCJDb2xvciI6eyIkaWQiOiIyMTY5IiwiQSI6NTAsIlIiOjAsIkciOjAsIkIiOjB9fSwiSXNWaXNpYmxlIjp0cnVlLCJXaWR0aCI6MC4wLCJIZWlnaHQiOjAuMCwiQm9yZGVyU3R5bGUiOm51bGwsIlBhcmVudFN0eWxlIjpudWxsfSwiUGFyZW50U3R5bGUiOm51bGx9LCJQYXJlbnRTdHlsZSI6bnVsbH0sIkluZGV4IjoyOSwiU21hcnREdXJhdGlvbkFjdGl2YXRlZCI6ZmFsc2UsIkRhdGVGb3JtYXQiOnsiJHJlZiI6IjIxNTkifSwiV2Vla051bWJlcmluZyI6eyIkaWQiOiIyMTcwIiwiRm9ybWF0IjowLCJJc1Zpc2libGUiOmZhbHNlLCJMYXN0S25vd25WaXNpYmlsaXR5U3RhdGUiOmZhbHNlfSwiQmFzZWxpbmVEYXRhIjp7IiRpZCI6IjIxNzEiLCJTdGFydERhdGUiOiIyMDI2LTA4LTE1VDIzOjU5OjAwIiwiRW5kRGF0ZSI6IjIwMjYtMDktMTRUMjM6NTk6MDAifSwiSWQiOiIwNzc5ZTkzOS1mM2FkLTQzMjgtOGE0NS0wODk2YTYyZDQzNTAiLCJJbXBvcnRJZCI6bnVsbCwiVGl0bGUiOiJMQyBTZXQgVXAiLCJOb3RlIjpudWxsLCJIeXBlcmxpbmsiOnsiJGlkIjoiMjE3MiIsIkFkZHJlc3MiOiIiLCJTdWJBZGRyZXNzIjoiIn0sIklzQ2hhbmdlZCI6ZmFsc2UsIklzTmV3IjpmYWxzZX19XSwiX21pbGVzdG9uZXMiOltdLCJJZCI6IjAwMDAwMDAwLTAwMDAtMDAwMC0wMDAwLTAwMDAwMDAwMDAwMCIsIklzU2luZ2xlSXRlbVJvdyI6dHJ1ZX0seyIkaWQiOiIyMTczIiwiX3Rhc2tzIjpbeyIkaWQiOiIyMTc0IiwiX2F0dGFjaGVkTWlsZXN0b25lcyI6W10sIlRhc2tEZWZpbml0aW9uIjp7IiRpZCI6IjIxNzUiLCJHcm91cE5hbWUiOm51bGwsIlN0YXJ0RGF0ZSI6IjIwMjYtMDktMTVUMjM6NTk6MDAiLCJFbmREYXRlIjoiMjAyNi0xMC0xNVQyMzo1OTowMCIsIlBlcmNlbnRhZ2VDb21wbGV0ZSI6bnVsbCwiU3R5bGUiOnsiJGlkIjoiMjE3NiIsIlNoYXBlIjoxLCJTaGFwZVRoaWNrbmVzcyI6MCwiRHVyYXRpb25Gb3JtYXQiOjAsIkluY2x1ZGVOb25Xb3JraW5nRGF5c0luRHVyYXRpb24iOmZhbHNlLCJQZXJjZW50YWdlQ29tcGxldGVTdHlsZSI6eyIkaWQiOiIyMTc3IiwiRm9udFNldHRpbmdzIjp7IiRpZCI6IjIxNzgiLCJGb250U2l6ZSI6MTAsIkZvbnROYW1lIjoiQ2FsaWJyaSIsIklzQm9sZCI6ZmFsc2UsIklzSXRhbGljIjpmYWxzZSwiSXNVbmRlcmxpbmVkIjpmYWxzZSwiUGFyZW50U3R5bGUiOm51bGx9LCJBdXRvU2l6ZSI6MCwiRm9yZWdyb3VuZCI6eyIkaWQiOiIyMTc5IiwiQ29sb3IiOnsiJGlkIjoiMjE4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xODEiLCJUb3AiOjAuMCwiTGVmdCI6MC4wLCJSaWdodCI6MC4wLCJCb3R0b20iOjAuMH0sIlBhZGRpbmciOnsiJGlkIjoiMjE4MiIsIlRvcCI6MC4wLCJMZWZ0IjowLjAsIlJpZ2h0IjowLjAsIkJvdHRvbSI6MC4wfSwiQmFja2dyb3VuZCI6eyIkaWQiOiIyMTgzIiwiQ29sb3IiOnsiJGlkIjoiMjE4NCIsIkEiOjg5LCJSIjowLCJHIjowLCJCIjowfX0sIklzVmlzaWJsZSI6dHJ1ZSwiV2lkdGgiOjAuMCwiSGVpZ2h0IjowLjAsIkJvcmRlclN0eWxlIjp7IiRpZCI6IjIxODUiLCJMaW5lQ29sb3IiOm51bGwsIkxpbmVXZWlnaHQiOjAuMCwiTGluZVR5cGUiOjAsIlBhcmVudFN0eWxlIjpudWxsfSwiUGFyZW50U3R5bGUiOm51bGx9LCJEdXJhdGlvblN0eWxlIjp7IiRpZCI6IjIxODYiLCJGb250U2V0dGluZ3MiOnsiJGlkIjoiMjE4NyIsIkZvbnRTaXplIjoxMCwiRm9udE5hbWUiOiJDYWxpYnJpIiwiSXNCb2xkIjpmYWxzZSwiSXNJdGFsaWMiOmZhbHNlLCJJc1VuZGVybGluZWQiOmZhbHNlLCJQYXJlbnRTdHlsZSI6bnVsbH0sIkF1dG9TaXplIjowLCJGb3JlZ3JvdW5kIjp7IiRpZCI6IjIxODgiLCJDb2xvciI6eyIkaWQiOiIyMTg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E5MCIsIlRvcCI6MC4wLCJMZWZ0IjowLjAsIlJpZ2h0IjowLjAsIkJvdHRvbSI6MC4wfSwiUGFkZGluZyI6eyIkaWQiOiIyMTkxIiwiVG9wIjowLjAsIkxlZnQiOjAuMCwiUmlnaHQiOjAuMCwiQm90dG9tIjowLjB9LCJCYWNrZ3JvdW5kIjp7IiRpZCI6IjIxOTIiLCJDb2xvciI6eyIkaWQiOiIyMTkzIiwiQSI6ODksIlIiOjAsIkciOjAsIkIiOjB9fSwiSXNWaXNpYmxlIjp0cnVlLCJXaWR0aCI6MC4wLCJIZWlnaHQiOjAuMCwiQm9yZGVyU3R5bGUiOnsiJGlkIjoiMjE5NCIsIkxpbmVDb2xvciI6bnVsbCwiTGluZVdlaWdodCI6MC4wLCJMaW5lVHlwZSI6MCwiUGFyZW50U3R5bGUiOm51bGx9LCJQYXJlbnRTdHlsZSI6bnVsbH0sIkhvcml6b250YWxDb25uZWN0b3JTdHlsZSI6eyIkaWQiOiIyMTk1IiwiTGluZUNvbG9yIjp7IiRpZCI6IjIxOTYiLCIkdHlwZSI6Ik5MUkUuQ29tbW9uLkRvbS5Tb2xpZENvbG9yQnJ1c2gsIE5MUkUuQ29tbW9uIiwiQ29sb3IiOnsiJGlkIjoiMjE5NyIsIkEiOjI1NSwiUiI6MjA0LCJHIjoyMDQsIkIiOjIwNH19LCJMaW5lV2VpZ2h0IjoxLjAsIkxpbmVUeXBlIjowLCJQYXJlbnRTdHlsZSI6bnVsbH0sIlZlcnRpY2FsQ29ubmVjdG9yU3R5bGUiOnsiJGlkIjoiMjE5OCIsIkxpbmVDb2xvciI6eyIkaWQiOiIyMTk5IiwiJHR5cGUiOiJOTFJFLkNvbW1vbi5Eb20uU29saWRDb2xvckJydXNoLCBOTFJFLkNvbW1vbiIsIkNvbG9yIjp7IiRpZCI6IjIyMDA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ZhcmlhbmNlUG9zaXRpb24iOjYsIlNwYWNpbmciOjMsIklzQmVsb3dUaW1lYmFuZCI6dHJ1ZSwiUGVyY2VudGFnZUNvbXBsZXRlU2hhcGVPcGFjaXR5IjozNSwiQmFzZWxpbmVTdHlsZSI6eyIkaWQiOiIyMjAxIiwiU2hhcGVTdHlsZSI6eyIkaWQiOiIyMjAyIiwiTWFyZ2luIjp7IiRpZCI6IjIyMDMiLCJUb3AiOjAuMCwiTGVmdCI6MC4wLCJSaWdodCI6MC4wLCJCb3R0b20iOjAuMH0sIlBhZGRpbmciOnsiJGlkIjoiMjIwNCIsIlRvcCI6MC4wLCJMZWZ0IjowLjAsIlJpZ2h0IjowLjAsIkJvdHRvbSI6MC4wfSwiQmFja2dyb3VuZCI6eyIkaWQiOiIyMjA1IiwiQ29sb3IiOnsiJGlkIjoiMjIwNiIsIkEiOjE1MywiUiI6MCwiRyI6MCwiQiI6MH19LCJJc1Zpc2libGUiOnRydWUsIldpZHRoIjowLjAsIkhlaWdodCI6MC4wLCJCb3JkZXJTdHlsZSI6bnVsbCwiUGFyZW50U3R5bGUiOm51bGx9LCJNYXJnaW4iOnsiJGlkIjoiMjIwNyIsIlRvcCI6MC4wLCJMZWZ0IjowLjAsIlJpZ2h0IjowLjAsIkJvdHRvbSI6MC4wfSwiUGFkZGluZyI6eyIkaWQiOiIyMjA4IiwiVG9wIjowLjAsIkxlZnQiOjAuMCwiUmlnaHQiOjAuMCwiQm90dG9tIjowLjB9LCJCYWNrZ3JvdW5kIjpudWxsLCJJc1Zpc2libGUiOnRydWUsIldpZHRoIjowLjAsIkhlaWdodCI6MC4wLCJCb3JkZXJTdHlsZSI6bnVsbCwiUGFyZW50U3R5bGUiOm51bGx9LCJTaGFwZVN0eWxlIjp7IiRpZCI6IjIyMDkiLCJNYXJnaW4iOnsiJGlkIjoiMjIxMCIsIlRvcCI6MC4wLCJMZWZ0Ijo0LjAsIlJpZ2h0Ijo0LjAsIkJvdHRvbSI6MC4wfSwiUGFkZGluZyI6eyIkaWQiOiIyMjExIiwiVG9wIjowLjAsIkxlZnQiOjAuMCwiUmlnaHQiOjAuMCwiQm90dG9tIjowLjB9LCJCYWNrZ3JvdW5kIjp7IiRpZCI6IjIyMTIiLCJDb2xvciI6eyIkaWQiOiIyMjEzIiwiQSI6MjU1LCJSIjo4MiwiRyI6MTQ3LCJCIjoyMDV9fSwiSXNWaXNpYmxlIjp0cnVlLCJXaWR0aCI6MC4wLCJIZWlnaHQiOjEwLjAsIkJvcmRlclN0eWxlIjp7IiRpZCI6IjIyMTQiLCJMaW5lQ29sb3IiOnsiJGlkIjoiMjIxNSIsIiR0eXBlIjoiTkxSRS5Db21tb24uRG9tLlNvbGlkQ29sb3JCcnVzaCwgTkxSRS5Db21tb24iLCJDb2xvciI6eyIkaWQiOiIyMjE2IiwiQSI6MjU1LCJSIjoyMzQsIkciOjIyLCJCIjozMH19LCJMaW5lV2VpZ2h0IjowLjAsIkxpbmVUeXBlIjowLCJQYXJlbnRTdHlsZSI6bnVsbH0sIlBhcmVudFN0eWxlIjpudWxsfSwiVGl0bGVTdHlsZSI6eyIkaWQiOiIyMjE3IiwiRm9udFNldHRpbmdzIjp7IiRpZCI6IjIyMTgiLCJGb250U2l6ZSI6MTEsIkZvbnROYW1lIjoiQ2FsaWJyaSIsIklzQm9sZCI6ZmFsc2UsIklzSXRhbGljIjpmYWxzZSwiSXNVbmRlcmxpbmVkIjpmYWxzZSwiUGFyZW50U3R5bGUiOm51bGx9LCJBdXRvU2l6ZSI6MCwiRm9yZWdyb3VuZCI6eyIkaWQiOiIyMjE5IiwiQ29sb3IiOnsiJGlkIjoiMjIy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MjIxIiwiVG9wIjowLjAsIkxlZnQiOjAuMCwiUmlnaHQiOjAuMCwiQm90dG9tIjowLjB9LCJQYWRkaW5nIjp7IiRpZCI6IjIyMjIiLCJUb3AiOjAuMCwiTGVmdCI6MC4wLCJSaWdodCI6MC4wLCJCb3R0b20iOjAuMH0sIkJhY2tncm91bmQiOnsiJGlkIjoiMjIyMyIsIkNvbG9yIjp7IiRpZCI6IjIyMjQiLCJBIjowLCJSIjoyNTUsIkciOjI1NSwiQiI6MjU1fX0sIklzVmlzaWJsZSI6dHJ1ZSwiV2lkdGgiOjAuMCwiSGVpZ2h0IjowLjAsIkJvcmRlclN0eWxlIjp7IiRpZCI6IjIyMjUiLCJMaW5lQ29sb3IiOm51bGwsIkxpbmVXZWlnaHQiOjAuMCwiTGluZVR5cGUiOjAsIlBhcmVudFN0eWxlIjpudWxsfSwiUGFyZW50U3R5bGUiOm51bGx9LCJEYXRlU3R5bGUiOnsiJGlkIjoiMjIyNiIsIkZvbnRTZXR0aW5ncyI6eyIkaWQiOiIyMjI3IiwiRm9udFNpemUiOjEwLCJGb250TmFtZSI6IkNhbGlicmkiLCJJc0JvbGQiOmZhbHNlLCJJc0l0YWxpYyI6ZmFsc2UsIklzVW5kZXJsaW5lZCI6ZmFsc2UsIlBhcmVudFN0eWxlIjpudWxsfSwiQXV0b1NpemUiOjAsIkZvcmVncm91bmQiOnsiJGlkIjoiMjIyOCIsIkNvbG9yIjp7IiRpZCI6IjIyMj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yMzAiLCJUb3AiOjAuMCwiTGVmdCI6MC4wLCJSaWdodCI6MC4wLCJCb3R0b20iOjAuMH0sIlBhZGRpbmciOnsiJGlkIjoiMjIzMSIsIlRvcCI6MC4wLCJMZWZ0IjowLjAsIlJpZ2h0IjowLjAsIkJvdHRvbSI6MC4wfSwiQmFja2dyb3VuZCI6eyIkaWQiOiIyMjMyIiwiQ29sb3IiOnsiJGlkIjoiMjIzMyIsIkEiOjg5LCJSIjowLCJHIjowLCJCIjowfX0sIklzVmlzaWJsZSI6dHJ1ZSwiV2lkdGgiOjAuMCwiSGVpZ2h0IjowLjAsIkJvcmRlclN0eWxlIjp7IiRpZCI6IjIyMzQiLCJMaW5lQ29sb3IiOm51bGwsIkxpbmVXZWlnaHQiOjAuMCwiTGluZVR5cGUiOjAsIlBhcmVudFN0eWxlIjpudWxsfSwiUGFyZW50U3R5bGUiOm51bGx9LCJEYXRlRm9ybWF0Ijp7IiRpZCI6IjIyMz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zNiIsIkZvcm1hdCI6MCwiSXNWaXNpYmxlIjpmYWxzZSwiTGFzdEtub3duVmlzaWJpbGl0eVN0YXRlIjpmYWxzZX0sIklzVmlzaWJsZSI6dHJ1ZSwiVmFyaWFuY2VTdHlsZSI6eyIkaWQiOiIyMjM3IiwiVGV4dFN0eWxlIjp7IiRpZCI6IjIyMzgiLCJGb250U2V0dGluZ3MiOnsiJGlkIjoiMjIzOSIsIkZvbnRTaXplIjoxMCwiRm9udE5hbWUiOiJDYWxpYnJpIiwiSXNCb2xkIjpmYWxzZSwiSXNJdGFsaWMiOmZhbHNlLCJJc1VuZGVybGluZWQiOmZhbHNlLCJQYXJlbnRTdHlsZSI6bnVsbH0sIkF1dG9TaXplIjowLCJGb3JlZ3JvdW5kIjp7IiRpZCI6IjIyNDAiLCJDb2xvciI6eyIkaWQiOiIyMjQ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yNDIiLCJUb3AiOjAuMCwiTGVmdCI6MC4wLCJSaWdodCI6MC4wLCJCb3R0b20iOjAuMH0sIlBhZGRpbmciOnsiJGlkIjoiMjI0MyIsIlRvcCI6MC4wLCJMZWZ0IjowLjAsIlJpZ2h0IjowLjAsIkJvdHRvbSI6MC4wfSwiQmFja2dyb3VuZCI6eyIkaWQiOiIyMjQ0IiwiQ29sb3IiOnsiJGlkIjoiMjI0NSIsIkEiOjUwLCJSIjowLCJHIjowLCJCIjowfX0sIklzVmlzaWJsZSI6dHJ1ZSwiV2lkdGgiOjAuMCwiSGVpZ2h0IjowLjAsIkJvcmRlclN0eWxlIjpudWxsLCJQYXJlbnRTdHlsZSI6bnVsbH0sIlBhcmVudFN0eWxlIjpudWxsfSwiUGFyZW50U3R5bGUiOm51bGx9LCJJbmRleCI6MzAsIlNtYXJ0RHVyYXRpb25BY3RpdmF0ZWQiOmZhbHNlLCJEYXRlRm9ybWF0Ijp7IiRyZWYiOiIyMjM1In0sIldlZWtOdW1iZXJpbmciOnsiJGlkIjoiMjI0NiIsIkZvcm1hdCI6MCwiSXNWaXNpYmxlIjpmYWxzZSwiTGFzdEtub3duVmlzaWJpbGl0eVN0YXRlIjpmYWxzZX0sIkJhc2VsaW5lRGF0YSI6eyIkaWQiOiIyMjQ3IiwiU3RhcnREYXRlIjoiMjAyNi0wOS0xNVQyMzo1OTowMCIsIkVuZERhdGUiOiIyMDI2LTEwLTE1VDIzOjU5OjAwIn0sIklkIjoiYWMwMmZlMjktMGMxYS00ZWE1LTk2N2EtZWFhM2RkN2ZhNzYyIiwiSW1wb3J0SWQiOm51bGwsIlRpdGxlIjoiTEMgTGFiIFRlc3QiLCJOb3RlIjpudWxsLCJIeXBlcmxpbmsiOnsiJGlkIjoiMjI0OCIsIkFkZHJlc3MiOiIiLCJTdWJBZGRyZXNzIjoiIn0sIklzQ2hhbmdlZCI6ZmFsc2UsIklzTmV3IjpmYWxzZX19XSwiX21pbGVzdG9uZXMiOltdLCJJZCI6IjAwMDAwMDAwLTAwMDAtMDAwMC0wMDAwLTAwMDAwMDAwMDAwMCIsIklzU2luZ2xlSXRlbVJvdyI6dHJ1ZX0seyIkaWQiOiIyMjQ5IiwiX3Rhc2tzIjpbeyIkaWQiOiIyMjUwIiwiX2F0dGFjaGVkTWlsZXN0b25lcyI6W10sIlRhc2tEZWZpbml0aW9uIjp7IiRpZCI6IjIyNTEiLCJHcm91cE5hbWUiOm51bGwsIlN0YXJ0RGF0ZSI6IjIwMjYtMTAtMTZUMjM6NTk6MDAiLCJFbmREYXRlIjoiMjAyNi0xMS0wNVQyMzo1OTowMCIsIlBlcmNlbnRhZ2VDb21wbGV0ZSI6bnVsbCwiU3R5bGUiOnsiJGlkIjoiMjI1MiIsIlNoYXBlIjoxLCJTaGFwZVRoaWNrbmVzcyI6MCwiRHVyYXRpb25Gb3JtYXQiOjAsIkluY2x1ZGVOb25Xb3JraW5nRGF5c0luRHVyYXRpb24iOmZhbHNlLCJQZXJjZW50YWdlQ29tcGxldGVTdHlsZSI6eyIkaWQiOiIyMjUzIiwiRm9udFNldHRpbmdzIjp7IiRpZCI6IjIyNTQiLCJGb250U2l6ZSI6MTAsIkZvbnROYW1lIjoiQ2FsaWJyaSIsIklzQm9sZCI6ZmFsc2UsIklzSXRhbGljIjpmYWxzZSwiSXNVbmRlcmxpbmVkIjpmYWxzZSwiUGFyZW50U3R5bGUiOm51bGx9LCJBdXRvU2l6ZSI6MCwiRm9yZWdyb3VuZCI6eyIkaWQiOiIyMjU1IiwiQ29sb3IiOnsiJGlkIjoiMjI1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yNTciLCJUb3AiOjAuMCwiTGVmdCI6MC4wLCJSaWdodCI6MC4wLCJCb3R0b20iOjAuMH0sIlBhZGRpbmciOnsiJGlkIjoiMjI1OCIsIlRvcCI6MC4wLCJMZWZ0IjowLjAsIlJpZ2h0IjowLjAsIkJvdHRvbSI6MC4wfSwiQmFja2dyb3VuZCI6eyIkaWQiOiIyMjU5IiwiQ29sb3IiOnsiJGlkIjoiMjI2MCIsIkEiOjg5LCJSIjowLCJHIjowLCJCIjowfX0sIklzVmlzaWJsZSI6dHJ1ZSwiV2lkdGgiOjAuMCwiSGVpZ2h0IjowLjAsIkJvcmRlclN0eWxlIjp7IiRpZCI6IjIyNjEiLCJMaW5lQ29sb3IiOm51bGwsIkxpbmVXZWlnaHQiOjAuMCwiTGluZVR5cGUiOjAsIlBhcmVudFN0eWxlIjpudWxsfSwiUGFyZW50U3R5bGUiOm51bGx9LCJEdXJhdGlvblN0eWxlIjp7IiRpZCI6IjIyNjIiLCJGb250U2V0dGluZ3MiOnsiJGlkIjoiMjI2MyIsIkZvbnRTaXplIjoxMCwiRm9udE5hbWUiOiJDYWxpYnJpIiwiSXNCb2xkIjpmYWxzZSwiSXNJdGFsaWMiOmZhbHNlLCJJc1VuZGVybGluZWQiOmZhbHNlLCJQYXJlbnRTdHlsZSI6bnVsbH0sIkF1dG9TaXplIjowLCJGb3JlZ3JvdW5kIjp7IiRpZCI6IjIyNjQiLCJDb2xvciI6eyIkaWQiOiIyMjY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I2NiIsIlRvcCI6MC4wLCJMZWZ0IjowLjAsIlJpZ2h0IjowLjAsIkJvdHRvbSI6MC4wfSwiUGFkZGluZyI6eyIkaWQiOiIyMjY3IiwiVG9wIjowLjAsIkxlZnQiOjAuMCwiUmlnaHQiOjAuMCwiQm90dG9tIjowLjB9LCJCYWNrZ3JvdW5kIjp7IiRpZCI6IjIyNjgiLCJDb2xvciI6eyIkaWQiOiIyMjY5IiwiQSI6ODksIlIiOjAsIkciOjAsIkIiOjB9fSwiSXNWaXNpYmxlIjp0cnVlLCJXaWR0aCI6MC4wLCJIZWlnaHQiOjAuMCwiQm9yZGVyU3R5bGUiOnsiJGlkIjoiMjI3MCIsIkxpbmVDb2xvciI6bnVsbCwiTGluZVdlaWdodCI6MC4wLCJMaW5lVHlwZSI6MCwiUGFyZW50U3R5bGUiOm51bGx9LCJQYXJlbnRTdHlsZSI6bnVsbH0sIkhvcml6b250YWxDb25uZWN0b3JTdHlsZSI6eyIkaWQiOiIyMjcxIiwiTGluZUNvbG9yIjp7IiRpZCI6IjIyNzIiLCIkdHlwZSI6Ik5MUkUuQ29tbW9uLkRvbS5Tb2xpZENvbG9yQnJ1c2gsIE5MUkUuQ29tbW9uIiwiQ29sb3IiOnsiJGlkIjoiMjI3MyIsIkEiOjI1NSwiUiI6MjA0LCJHIjoyMDQsIkIiOjIwNH19LCJMaW5lV2VpZ2h0IjoxLjAsIkxpbmVUeXBlIjowLCJQYXJlbnRTdHlsZSI6bnVsbH0sIlZlcnRpY2FsQ29ubmVjdG9yU3R5bGUiOnsiJGlkIjoiMjI3NCIsIkxpbmVDb2xvciI6eyIkaWQiOiIyMjc1IiwiJHR5cGUiOiJOTFJFLkNvbW1vbi5Eb20uU29saWRDb2xvckJydXNoLCBOTFJFLkNvbW1vbiIsIkNvbG9yIjp7IiRpZCI6IjIyNzY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YsIlZhcmlhbmNlUG9zaXRpb24iOjYsIlNwYWNpbmciOjMsIklzQmVsb3dUaW1lYmFuZCI6dHJ1ZSwiUGVyY2VudGFnZUNvbXBsZXRlU2hhcGVPcGFjaXR5IjozNSwiQmFzZWxpbmVTdHlsZSI6eyIkaWQiOiIyMjc3IiwiU2hhcGVTdHlsZSI6eyIkaWQiOiIyMjc4IiwiTWFyZ2luIjp7IiRpZCI6IjIyNzkiLCJUb3AiOjAuMCwiTGVmdCI6MC4wLCJSaWdodCI6MC4wLCJCb3R0b20iOjAuMH0sIlBhZGRpbmciOnsiJGlkIjoiMjI4MCIsIlRvcCI6MC4wLCJMZWZ0IjowLjAsIlJpZ2h0IjowLjAsIkJvdHRvbSI6MC4wfSwiQmFja2dyb3VuZCI6eyIkaWQiOiIyMjgxIiwiQ29sb3IiOnsiJGlkIjoiMjI4MiIsIkEiOjE1MywiUiI6MCwiRyI6MCwiQiI6MH19LCJJc1Zpc2libGUiOnRydWUsIldpZHRoIjowLjAsIkhlaWdodCI6MC4wLCJCb3JkZXJTdHlsZSI6bnVsbCwiUGFyZW50U3R5bGUiOm51bGx9LCJNYXJnaW4iOnsiJGlkIjoiMjI4MyIsIlRvcCI6MC4wLCJMZWZ0IjowLjAsIlJpZ2h0IjowLjAsIkJvdHRvbSI6MC4wfSwiUGFkZGluZyI6eyIkaWQiOiIyMjg0IiwiVG9wIjowLjAsIkxlZnQiOjAuMCwiUmlnaHQiOjAuMCwiQm90dG9tIjowLjB9LCJCYWNrZ3JvdW5kIjpudWxsLCJJc1Zpc2libGUiOnRydWUsIldpZHRoIjowLjAsIkhlaWdodCI6MC4wLCJCb3JkZXJTdHlsZSI6bnVsbCwiUGFyZW50U3R5bGUiOm51bGx9LCJTaGFwZVN0eWxlIjp7IiRpZCI6IjIyODUiLCJNYXJnaW4iOnsiJGlkIjoiMjI4NiIsIlRvcCI6MC4wLCJMZWZ0Ijo0LjAsIlJpZ2h0Ijo0LjAsIkJvdHRvbSI6MC4wfSwiUGFkZGluZyI6eyIkaWQiOiIyMjg3IiwiVG9wIjowLjAsIkxlZnQiOjAuMCwiUmlnaHQiOjAuMCwiQm90dG9tIjowLjB9LCJCYWNrZ3JvdW5kIjp7IiRpZCI6IjIyODgiLCJDb2xvciI6eyIkaWQiOiIyMjg5IiwiQSI6MjU1LCJSIjo4MiwiRyI6MTQ3LCJCIjoyMDV9fSwiSXNWaXNpYmxlIjp0cnVlLCJXaWR0aCI6MC4wLCJIZWlnaHQiOjEwLjAsIkJvcmRlclN0eWxlIjp7IiRpZCI6IjIyOTAiLCJMaW5lQ29sb3IiOnsiJGlkIjoiMjI5MSIsIiR0eXBlIjoiTkxSRS5Db21tb24uRG9tLlNvbGlkQ29sb3JCcnVzaCwgTkxSRS5Db21tb24iLCJDb2xvciI6eyIkaWQiOiIyMjkyIiwiQSI6MjU1LCJSIjoyMzQsIkciOjIyLCJCIjozMH19LCJMaW5lV2VpZ2h0IjowLjAsIkxpbmVUeXBlIjowLCJQYXJlbnRTdHlsZSI6bnVsbH0sIlBhcmVudFN0eWxlIjpudWxsfSwiVGl0bGVTdHlsZSI6eyIkaWQiOiIyMjkzIiwiRm9udFNldHRpbmdzIjp7IiRpZCI6IjIyOTQiLCJGb250U2l6ZSI6MTEsIkZvbnROYW1lIjoiQ2FsaWJyaSIsIklzQm9sZCI6ZmFsc2UsIklzSXRhbGljIjpmYWxzZSwiSXNVbmRlcmxpbmVkIjpmYWxzZSwiUGFyZW50U3R5bGUiOm51bGx9LCJBdXRvU2l6ZSI6MiwiRm9yZWdyb3VuZCI6eyIkaWQiOiIyMjk1IiwiQ29sb3IiOnsiJGlkIjoiMjI5NiIsIkEiOjI1NSwiUiI6MCwiRyI6MCwiQiI6MH19LCJNYXhXaWR0aCI6NjQuNDQ0NTE4MjkzNDY3NiwiTWF4SGVpZ2h0IjoiSW5maW5pdHkiLCJTbWFydEZvcmVncm91bmRJc0FjdGl2ZSI6ZmFsc2UsIkhvcml6b250YWxBbGlnbm1lbnQiOjAsIlZlcnRpY2FsQWxpZ25tZW50IjowLCJTbWFydEZvcmVncm91bmQiOm51bGwsIkJhY2tncm91bmRGaWxsVHlwZSI6MCwiTWFyZ2luIjp7IiRpZCI6IjIyOTciLCJUb3AiOjAuMCwiTGVmdCI6MC4wLCJSaWdodCI6MC4wLCJCb3R0b20iOjAuMH0sIlBhZGRpbmciOnsiJGlkIjoiMjI5OCIsIlRvcCI6MC4wLCJMZWZ0IjowLjAsIlJpZ2h0IjowLjAsIkJvdHRvbSI6MC4wfSwiQmFja2dyb3VuZCI6eyIkaWQiOiIyMjk5IiwiQ29sb3IiOnsiJGlkIjoiMjMwMCIsIkEiOjAsIlIiOjI1NSwiRyI6MjU1LCJCIjoyNTV9fSwiSXNWaXNpYmxlIjp0cnVlLCJXaWR0aCI6MC4wLCJIZWlnaHQiOjAuMCwiQm9yZGVyU3R5bGUiOnsiJGlkIjoiMjMwMSIsIkxpbmVDb2xvciI6bnVsbCwiTGluZVdlaWdodCI6MC4wLCJMaW5lVHlwZSI6MCwiUGFyZW50U3R5bGUiOm51bGx9LCJQYXJlbnRTdHlsZSI6bnVsbH0sIkRhdGVTdHlsZSI6eyIkaWQiOiIyMzAyIiwiRm9udFNldHRpbmdzIjp7IiRpZCI6IjIzMDMiLCJGb250U2l6ZSI6MTAsIkZvbnROYW1lIjoiQ2FsaWJyaSIsIklzQm9sZCI6ZmFsc2UsIklzSXRhbGljIjpmYWxzZSwiSXNVbmRlcmxpbmVkIjpmYWxzZSwiUGFyZW50U3R5bGUiOm51bGx9LCJBdXRvU2l6ZSI6MCwiRm9yZWdyb3VuZCI6eyIkaWQiOiIyMzA0IiwiQ29sb3IiOnsiJGlkIjoiMjMw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MwNiIsIlRvcCI6MC4wLCJMZWZ0IjowLjAsIlJpZ2h0IjowLjAsIkJvdHRvbSI6MC4wfSwiUGFkZGluZyI6eyIkaWQiOiIyMzA3IiwiVG9wIjowLjAsIkxlZnQiOjAuMCwiUmlnaHQiOjAuMCwiQm90dG9tIjowLjB9LCJCYWNrZ3JvdW5kIjp7IiRpZCI6IjIzMDgiLCJDb2xvciI6eyIkaWQiOiIyMzA5IiwiQSI6ODksIlIiOjAsIkciOjAsIkIiOjB9fSwiSXNWaXNpYmxlIjp0cnVlLCJXaWR0aCI6MC4wLCJIZWlnaHQiOjAuMCwiQm9yZGVyU3R5bGUiOnsiJGlkIjoiMjMxMCIsIkxpbmVDb2xvciI6bnVsbCwiTGluZVdlaWdodCI6MC4wLCJMaW5lVHlwZSI6MCwiUGFyZW50U3R5bGUiOm51bGx9LCJQYXJlbnRTdHlsZSI6bnVsbH0sIkRhdGVGb3JtYXQiOnsiJGlkIjoiMjMx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EyIiwiRm9ybWF0IjowLCJJc1Zpc2libGUiOmZhbHNlLCJMYXN0S25vd25WaXNpYmlsaXR5U3RhdGUiOmZhbHNlfSwiSXNWaXNpYmxlIjp0cnVlLCJWYXJpYW5jZVN0eWxlIjp7IiRpZCI6IjIzMTMiLCJUZXh0U3R5bGUiOnsiJGlkIjoiMjMxNCIsIkZvbnRTZXR0aW5ncyI6eyIkaWQiOiIyMzE1IiwiRm9udFNpemUiOjEwLCJGb250TmFtZSI6IkNhbGlicmkiLCJJc0JvbGQiOmZhbHNlLCJJc0l0YWxpYyI6ZmFsc2UsIklzVW5kZXJsaW5lZCI6ZmFsc2UsIlBhcmVudFN0eWxlIjpudWxsfSwiQXV0b1NpemUiOjAsIkZvcmVncm91bmQiOnsiJGlkIjoiMjMxNiIsIkNvbG9yIjp7IiRpZCI6IjIzM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MxOCIsIlRvcCI6MC4wLCJMZWZ0IjowLjAsIlJpZ2h0IjowLjAsIkJvdHRvbSI6MC4wfSwiUGFkZGluZyI6eyIkaWQiOiIyMzE5IiwiVG9wIjowLjAsIkxlZnQiOjAuMCwiUmlnaHQiOjAuMCwiQm90dG9tIjowLjB9LCJCYWNrZ3JvdW5kIjp7IiRpZCI6IjIzMjAiLCJDb2xvciI6eyIkaWQiOiIyMzIxIiwiQSI6NTAsIlIiOjAsIkciOjAsIkIiOjB9fSwiSXNWaXNpYmxlIjp0cnVlLCJXaWR0aCI6MC4wLCJIZWlnaHQiOjAuMCwiQm9yZGVyU3R5bGUiOm51bGwsIlBhcmVudFN0eWxlIjpudWxsfSwiUGFyZW50U3R5bGUiOm51bGx9LCJQYXJlbnRTdHlsZSI6bnVsbH0sIkluZGV4IjozMSwiU21hcnREdXJhdGlvbkFjdGl2YXRlZCI6ZmFsc2UsIkRhdGVGb3JtYXQiOnsiJHJlZiI6IjIzMTEifSwiV2Vla051bWJlcmluZyI6eyIkaWQiOiIyMzIyIiwiRm9ybWF0IjowLCJJc1Zpc2libGUiOmZhbHNlLCJMYXN0S25vd25WaXNpYmlsaXR5U3RhdGUiOmZhbHNlfSwiQmFzZWxpbmVEYXRhIjp7IiRpZCI6IjIzMjMiLCJTdGFydERhdGUiOiIyMDI2LTEwLTE2VDIzOjU5OjAwIiwiRW5kRGF0ZSI6IjIwMjYtMTEtMDVUMjM6NTk6MDAifSwiSWQiOiI4N2VlY2IwNC1hZjg1LTRjNmEtYWYzOC0wNTgxMDc0ZDhmN2MiLCJJbXBvcnRJZCI6bnVsbCwiVGl0bGUiOiJMQyBJbnRlZ3JhdGlvbiIsIk5vdGUiOm51bGwsIkh5cGVybGluayI6eyIkaWQiOiIyMzI0IiwiQWRkcmVzcyI6IiIsIlN1YkFkZHJlc3MiOiIifSwiSXNDaGFuZ2VkIjpmYWxzZSwiSXNOZXciOmZhbHNlfX1dLCJfbWlsZXN0b25lcyI6W10sIklkIjoiMDAwMDAwMDAtMDAwMC0wMDAwLTAwMDAtMDAwMDAwMDAwMDAwIiwiSXNTaW5nbGVJdGVtUm93Ijp0cnVlfSx7IiRpZCI6IjIzMjUiLCJfdGFza3MiOlt7IiRpZCI6IjIzMjYiLCJfYXR0YWNoZWRNaWxlc3RvbmVzIjpbXSwiVGFza0RlZmluaXRpb24iOnsiJGlkIjoiMjMyNyIsIkdyb3VwTmFtZSI6bnVsbCwiU3RhcnREYXRlIjoiMjAyNi0xMS0wNVQyMzo1OTowMCIsIkVuZERhdGUiOiIyMDI2LTExLTI5VDIzOjU5OjAwIiwiUGVyY2VudGFnZUNvbXBsZXRlIjpudWxsLCJTdHlsZSI6eyIkaWQiOiIyMzI4IiwiU2hhcGUiOjEsIlNoYXBlVGhpY2tuZXNzIjowLCJEdXJhdGlvbkZvcm1hdCI6MCwiSW5jbHVkZU5vbldvcmtpbmdEYXlzSW5EdXJhdGlvbiI6ZmFsc2UsIlBlcmNlbnRhZ2VDb21wbGV0ZVN0eWxlIjp7IiRpZCI6IjIzMjkiLCJGb250U2V0dGluZ3MiOnsiJGlkIjoiMjMzMCIsIkZvbnRTaXplIjoxMCwiRm9udE5hbWUiOiJDYWxpYnJpIiwiSXNCb2xkIjpmYWxzZSwiSXNJdGFsaWMiOmZhbHNlLCJJc1VuZGVybGluZWQiOmZhbHNlLCJQYXJlbnRTdHlsZSI6bnVsbH0sIkF1dG9TaXplIjowLCJGb3JlZ3JvdW5kIjp7IiRpZCI6IjIzMzEiLCJDb2xvciI6eyIkaWQiOiIyMzMy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MzMyIsIlRvcCI6MC4wLCJMZWZ0IjowLjAsIlJpZ2h0IjowLjAsIkJvdHRvbSI6MC4wfSwiUGFkZGluZyI6eyIkaWQiOiIyMzM0IiwiVG9wIjowLjAsIkxlZnQiOjAuMCwiUmlnaHQiOjAuMCwiQm90dG9tIjowLjB9LCJCYWNrZ3JvdW5kIjp7IiRpZCI6IjIzMzUiLCJDb2xvciI6eyIkaWQiOiIyMzM2IiwiQSI6ODksIlIiOjAsIkciOjAsIkIiOjB9fSwiSXNWaXNpYmxlIjp0cnVlLCJXaWR0aCI6MC4wLCJIZWlnaHQiOjAuMCwiQm9yZGVyU3R5bGUiOnsiJGlkIjoiMjMzNyIsIkxpbmVDb2xvciI6bnVsbCwiTGluZVdlaWdodCI6MC4wLCJMaW5lVHlwZSI6MCwiUGFyZW50U3R5bGUiOm51bGx9LCJQYXJlbnRTdHlsZSI6bnVsbH0sIkR1cmF0aW9uU3R5bGUiOnsiJGlkIjoiMjMzOCIsIkZvbnRTZXR0aW5ncyI6eyIkaWQiOiIyMzM5IiwiRm9udFNpemUiOjEwLCJGb250TmFtZSI6IkNhbGlicmkiLCJJc0JvbGQiOmZhbHNlLCJJc0l0YWxpYyI6ZmFsc2UsIklzVW5kZXJsaW5lZCI6ZmFsc2UsIlBhcmVudFN0eWxlIjpudWxsfSwiQXV0b1NpemUiOjAsIkZvcmVncm91bmQiOnsiJGlkIjoiMjM0MCIsIkNvbG9yIjp7IiRpZCI6IjIzN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zQyIiwiVG9wIjowLjAsIkxlZnQiOjAuMCwiUmlnaHQiOjAuMCwiQm90dG9tIjowLjB9LCJQYWRkaW5nIjp7IiRpZCI6IjIzNDMiLCJUb3AiOjAuMCwiTGVmdCI6MC4wLCJSaWdodCI6MC4wLCJCb3R0b20iOjAuMH0sIkJhY2tncm91bmQiOnsiJGlkIjoiMjM0NCIsIkNvbG9yIjp7IiRpZCI6IjIzNDUiLCJBIjo4OSwiUiI6MCwiRyI6MCwiQiI6MH19LCJJc1Zpc2libGUiOnRydWUsIldpZHRoIjowLjAsIkhlaWdodCI6MC4wLCJCb3JkZXJTdHlsZSI6eyIkaWQiOiIyMzQ2IiwiTGluZUNvbG9yIjpudWxsLCJMaW5lV2VpZ2h0IjowLjAsIkxpbmVUeXBlIjowLCJQYXJlbnRTdHlsZSI6bnVsbH0sIlBhcmVudFN0eWxlIjpudWxsfSwiSG9yaXpvbnRhbENvbm5lY3RvclN0eWxlIjp7IiRpZCI6IjIzNDciLCJMaW5lQ29sb3IiOnsiJGlkIjoiMjM0OCIsIiR0eXBlIjoiTkxSRS5Db21tb24uRG9tLlNvbGlkQ29sb3JCcnVzaCwgTkxSRS5Db21tb24iLCJDb2xvciI6eyIkaWQiOiIyMzQ5IiwiQSI6MjU1LCJSIjoyMDQsIkciOjIwNCwiQiI6MjA0fX0sIkxpbmVXZWlnaHQiOjEuMCwiTGluZVR5cGUiOjAsIlBhcmVudFN0eWxlIjpudWxsfSwiVmVydGljYWxDb25uZWN0b3JTdHlsZSI6eyIkaWQiOiIyMzUwIiwiTGluZUNvbG9yIjp7IiRpZCI6IjIzNTEiLCIkdHlwZSI6Ik5MUkUuQ29tbW9uLkRvbS5Tb2xpZENvbG9yQnJ1c2gsIE5MUkUuQ29tbW9uIiwiQ29sb3IiOnsiJGlkIjoiMjM1Mi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VmFyaWFuY2VQb3NpdGlvbiI6NiwiU3BhY2luZyI6MywiSXNCZWxvd1RpbWViYW5kIjp0cnVlLCJQZXJjZW50YWdlQ29tcGxldGVTaGFwZU9wYWNpdHkiOjM1LCJCYXNlbGluZVN0eWxlIjp7IiRpZCI6IjIzNTMiLCJTaGFwZVN0eWxlIjp7IiRpZCI6IjIzNTQiLCJNYXJnaW4iOnsiJGlkIjoiMjM1NSIsIlRvcCI6MC4wLCJMZWZ0IjowLjAsIlJpZ2h0IjowLjAsIkJvdHRvbSI6MC4wfSwiUGFkZGluZyI6eyIkaWQiOiIyMzU2IiwiVG9wIjowLjAsIkxlZnQiOjAuMCwiUmlnaHQiOjAuMCwiQm90dG9tIjowLjB9LCJCYWNrZ3JvdW5kIjp7IiRpZCI6IjIzNTciLCJDb2xvciI6eyIkaWQiOiIyMzU4IiwiQSI6MTUzLCJSIjowLCJHIjowLCJCIjowfX0sIklzVmlzaWJsZSI6dHJ1ZSwiV2lkdGgiOjAuMCwiSGVpZ2h0IjowLjAsIkJvcmRlclN0eWxlIjpudWxsLCJQYXJlbnRTdHlsZSI6bnVsbH0sIk1hcmdpbiI6eyIkaWQiOiIyMzU5IiwiVG9wIjowLjAsIkxlZnQiOjAuMCwiUmlnaHQiOjAuMCwiQm90dG9tIjowLjB9LCJQYWRkaW5nIjp7IiRpZCI6IjIzNjAiLCJUb3AiOjAuMCwiTGVmdCI6MC4wLCJSaWdodCI6MC4wLCJCb3R0b20iOjAuMH0sIkJhY2tncm91bmQiOm51bGwsIklzVmlzaWJsZSI6dHJ1ZSwiV2lkdGgiOjAuMCwiSGVpZ2h0IjowLjAsIkJvcmRlclN0eWxlIjpudWxsLCJQYXJlbnRTdHlsZSI6bnVsbH0sIlNoYXBlU3R5bGUiOnsiJGlkIjoiMjM2MSIsIk1hcmdpbiI6eyIkaWQiOiIyMzYyIiwiVG9wIjowLjAsIkxlZnQiOjQuMCwiUmlnaHQiOjQuMCwiQm90dG9tIjowLjB9LCJQYWRkaW5nIjp7IiRpZCI6IjIzNjMiLCJUb3AiOjAuMCwiTGVmdCI6MC4wLCJSaWdodCI6MC4wLCJCb3R0b20iOjAuMH0sIkJhY2tncm91bmQiOnsiJGlkIjoiMjM2NCIsIkNvbG9yIjp7IiRpZCI6IjIzNjUiLCJBIjoyNTUsIlIiOjgyLCJHIjoxNDcsIkIiOjIwNX19LCJJc1Zpc2libGUiOnRydWUsIldpZHRoIjowLjAsIkhlaWdodCI6MTAuMCwiQm9yZGVyU3R5bGUiOnsiJGlkIjoiMjM2NiIsIkxpbmVDb2xvciI6eyIkaWQiOiIyMzY3IiwiJHR5cGUiOiJOTFJFLkNvbW1vbi5Eb20uU29saWRDb2xvckJydXNoLCBOTFJFLkNvbW1vbiIsIkNvbG9yIjp7IiRpZCI6IjIzNjgiLCJBIjoyNTUsIlIiOjIzNCwiRyI6MjIsIkIiOjMwfX0sIkxpbmVXZWlnaHQiOjAuMCwiTGluZVR5cGUiOjAsIlBhcmVudFN0eWxlIjpudWxsfSwiUGFyZW50U3R5bGUiOm51bGx9LCJUaXRsZVN0eWxlIjp7IiRpZCI6IjIzNjkiLCJGb250U2V0dGluZ3MiOnsiJGlkIjoiMjM3MCIsIkZvbnRTaXplIjoxMSwiRm9udE5hbWUiOiJDYWxpYnJpIiwiSXNCb2xkIjpmYWxzZSwiSXNJdGFsaWMiOmZhbHNlLCJJc1VuZGVybGluZWQiOmZhbHNlLCJQYXJlbnRTdHlsZSI6bnVsbH0sIkF1dG9TaXplIjowLCJGb3JlZ3JvdW5kIjp7IiRpZCI6IjIzNzEiLCJDb2xvciI6eyIkaWQiOiIyMzcy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zNzMiLCJUb3AiOjAuMCwiTGVmdCI6MC4wLCJSaWdodCI6MC4wLCJCb3R0b20iOjAuMH0sIlBhZGRpbmciOnsiJGlkIjoiMjM3NCIsIlRvcCI6MC4wLCJMZWZ0IjowLjAsIlJpZ2h0IjowLjAsIkJvdHRvbSI6MC4wfSwiQmFja2dyb3VuZCI6eyIkaWQiOiIyMzc1IiwiQ29sb3IiOnsiJGlkIjoiMjM3NiIsIkEiOjAsIlIiOjI1NSwiRyI6MjU1LCJCIjoyNTV9fSwiSXNWaXNpYmxlIjp0cnVlLCJXaWR0aCI6MC4wLCJIZWlnaHQiOjAuMCwiQm9yZGVyU3R5bGUiOnsiJGlkIjoiMjM3NyIsIkxpbmVDb2xvciI6bnVsbCwiTGluZVdlaWdodCI6MC4wLCJMaW5lVHlwZSI6MCwiUGFyZW50U3R5bGUiOm51bGx9LCJQYXJlbnRTdHlsZSI6bnVsbH0sIkRhdGVTdHlsZSI6eyIkaWQiOiIyMzc4IiwiRm9udFNldHRpbmdzIjp7IiRpZCI6IjIzNzkiLCJGb250U2l6ZSI6MTAsIkZvbnROYW1lIjoiQ2FsaWJyaSIsIklzQm9sZCI6ZmFsc2UsIklzSXRhbGljIjpmYWxzZSwiSXNVbmRlcmxpbmVkIjpmYWxzZSwiUGFyZW50U3R5bGUiOm51bGx9LCJBdXRvU2l6ZSI6MCwiRm9yZWdyb3VuZCI6eyIkaWQiOiIyMzgwIiwiQ29sb3IiOnsiJGlkIjoiMjM4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M4MiIsIlRvcCI6MC4wLCJMZWZ0IjowLjAsIlJpZ2h0IjowLjAsIkJvdHRvbSI6MC4wfSwiUGFkZGluZyI6eyIkaWQiOiIyMzgzIiwiVG9wIjowLjAsIkxlZnQiOjAuMCwiUmlnaHQiOjAuMCwiQm90dG9tIjowLjB9LCJCYWNrZ3JvdW5kIjp7IiRpZCI6IjIzODQiLCJDb2xvciI6eyIkaWQiOiIyMzg1IiwiQSI6ODksIlIiOjAsIkciOjAsIkIiOjB9fSwiSXNWaXNpYmxlIjp0cnVlLCJXaWR0aCI6MC4wLCJIZWlnaHQiOjAuMCwiQm9yZGVyU3R5bGUiOnsiJGlkIjoiMjM4NiIsIkxpbmVDb2xvciI6bnVsbCwiTGluZVdlaWdodCI6MC4wLCJMaW5lVHlwZSI6MCwiUGFyZW50U3R5bGUiOm51bGx9LCJQYXJlbnRTdHlsZSI6bnVsbH0sIkRhdGVGb3JtYXQiOnsiJGlkIjoiMjM4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g4IiwiRm9ybWF0IjowLCJJc1Zpc2libGUiOmZhbHNlLCJMYXN0S25vd25WaXNpYmlsaXR5U3RhdGUiOmZhbHNlfSwiSXNWaXNpYmxlIjp0cnVlLCJWYXJpYW5jZVN0eWxlIjp7IiRpZCI6IjIzODkiLCJUZXh0U3R5bGUiOnsiJGlkIjoiMjM5MCIsIkZvbnRTZXR0aW5ncyI6eyIkaWQiOiIyMzkxIiwiRm9udFNpemUiOjEwLCJGb250TmFtZSI6IkNhbGlicmkiLCJJc0JvbGQiOmZhbHNlLCJJc0l0YWxpYyI6ZmFsc2UsIklzVW5kZXJsaW5lZCI6ZmFsc2UsIlBhcmVudFN0eWxlIjpudWxsfSwiQXV0b1NpemUiOjAsIkZvcmVncm91bmQiOnsiJGlkIjoiMjM5MiIsIkNvbG9yIjp7IiRpZCI6IjIzO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M5NCIsIlRvcCI6MC4wLCJMZWZ0IjowLjAsIlJpZ2h0IjowLjAsIkJvdHRvbSI6MC4wfSwiUGFkZGluZyI6eyIkaWQiOiIyMzk1IiwiVG9wIjowLjAsIkxlZnQiOjAuMCwiUmlnaHQiOjAuMCwiQm90dG9tIjowLjB9LCJCYWNrZ3JvdW5kIjp7IiRpZCI6IjIzOTYiLCJDb2xvciI6eyIkaWQiOiIyMzk3IiwiQSI6NTAsIlIiOjAsIkciOjAsIkIiOjB9fSwiSXNWaXNpYmxlIjp0cnVlLCJXaWR0aCI6MC4wLCJIZWlnaHQiOjAuMCwiQm9yZGVyU3R5bGUiOm51bGwsIlBhcmVudFN0eWxlIjpudWxsfSwiUGFyZW50U3R5bGUiOm51bGx9LCJQYXJlbnRTdHlsZSI6bnVsbH0sIkluZGV4IjozMiwiU21hcnREdXJhdGlvbkFjdGl2YXRlZCI6ZmFsc2UsIkRhdGVGb3JtYXQiOnsiJHJlZiI6IjIzODcifSwiV2Vla051bWJlcmluZyI6eyIkaWQiOiIyMzk4IiwiRm9ybWF0IjowLCJJc1Zpc2libGUiOmZhbHNlLCJMYXN0S25vd25WaXNpYmlsaXR5U3RhdGUiOmZhbHNlfSwiQmFzZWxpbmVEYXRhIjp7IiRpZCI6IjIzOTkiLCJTdGFydERhdGUiOiIyMDI2LTExLTA1VDIzOjU5OjAwIiwiRW5kRGF0ZSI6IjIwMjYtMTEtMjlUMjM6NTk6MDAifSwiSWQiOiIxYjA5ZWQzYS02MDU1LTQwOWMtOTA4Ny04NjRiOTNkOTY2NDEiLCJJbXBvcnRJZCI6bnVsbCwiVGl0bGUiOiJMQyBGaWVsZCBUZXN0IiwiTm90ZSI6bnVsbCwiSHlwZXJsaW5rIjp7IiRpZCI6IjI0MDAiLCJBZGRyZXNzIjoiIiwiU3ViQWRkcmVzcyI6IiJ9LCJJc0NoYW5nZWQiOmZhbHNlLCJJc05ldyI6ZmFsc2V9fV0sIl9taWxlc3RvbmVzIjpbXSwiSWQiOiIwMDAwMDAwMC0wMDAwLTAwMDAtMDAwMC0wMDAwMDAwMDAwMDAiLCJJc1NpbmdsZUl0ZW1Sb3ciOnRydWV9XSwiSW5kZXgiOjMsIklkIjoiZmIzOGFlYTEtZjFmMC00OThlLTllZWUtM2I5NmQ4ZWI3NDZkIiwiSGVhZGVyVGV4dCI6Ik9wdGljc1xyXG4oTmljb2xhKSIsIklzRGVmYXVsdCI6ZmFsc2UsIlN0eWxlIjp7IiRpZCI6IjI0MDEiLCJIZWFkZXJTdHlsZSI6eyIkaWQiOiIyNDAyIiwiVGV4dFN0eWxlIjp7IiRpZCI6IjI0MDMiLCJGb250U2V0dGluZ3MiOnsiJGlkIjoiMjQwNCIsIkZvbnRTaXplIjoxMiwiRm9udE5hbWUiOiJDYWxpYnJpIiwiSXNCb2xkIjpmYWxzZSwiSXNJdGFsaWMiOmZhbHNlLCJJc1VuZGVybGluZWQiOmZhbHNlLCJQYXJlbnRTdHlsZSI6bnVsbH0sIkF1dG9TaXplIjowLCJGb3JlZ3JvdW5kIjp7IiRpZCI6IjI0MDUiLCJDb2xvciI6eyIkaWQiOiIyNDA2IiwiQSI6MjU1LCJSIjowLCJHIjowLCJCIjowfX0sIk1heFdpZHRoIjowLjAsIk1heEhlaWdodCI6MC4wLCJTbWFydEZvcmVncm91bmRJc0FjdGl2ZSI6ZmFsc2UsIkhvcml6b250YWxBbGlnbm1lbnQiOjAsIlZlcnRpY2FsQWxpZ25tZW50IjowLCJTbWFydEZvcmVncm91bmQiOm51bGwsIkJhY2tncm91bmRGaWxsVHlwZSI6MCwiTWFyZ2luIjp7IiRpZCI6IjI0MDciLCJUb3AiOjAuMCwiTGVmdCI6MC4wLCJSaWdodCI6MC4wLCJCb3R0b20iOjAuMH0sIlBhZGRpbmciOnsiJGlkIjoiMjQwOCIsIlRvcCI6MC4wLCJMZWZ0IjowLjAsIlJpZ2h0IjowLjAsIkJvdHRvbSI6MC4wfSwiQmFja2dyb3VuZCI6bnVsbCwiSXNWaXNpYmxlIjpmYWxzZSwiV2lkdGgiOjAuMCwiSGVpZ2h0IjowLjAsIkJvcmRlclN0eWxlIjpudWxsLCJQYXJlbnRTdHlsZSI6bnVsbH0sIlJlY3RhbmdsZVN0eWxlIjp7IiRpZCI6IjI0MDkiLCJNYXJnaW4iOnsiJGlkIjoiMjQxMCIsIlRvcCI6MC4wLCJMZWZ0IjowLjAsIlJpZ2h0IjowLjAsIkJvdHRvbSI6MC4wfSwiUGFkZGluZyI6eyIkaWQiOiIyNDExIiwiVG9wIjowLjAsIkxlZnQiOjAuMCwiUmlnaHQiOjAuMCwiQm90dG9tIjowLjB9LCJCYWNrZ3JvdW5kIjp7IiRpZCI6IjI0MTIiLCJDb2xvciI6eyIkaWQiOiIyNDEzIiwiQSI6NjMsIlIiOjkxLCJHIjoxNTUsIkIiOjIxM319LCJJc1Zpc2libGUiOmZhbHNlLCJXaWR0aCI6MC4wLCJIZWlnaHQiOjAuMCwiQm9yZGVyU3R5bGUiOnsiJGlkIjoiMjQxNCIsIkxpbmVDb2xvciI6eyIkaWQiOiIyNDE1IiwiJHR5cGUiOiJOTFJFLkNvbW1vbi5Eb20uU29saWRDb2xvckJydXNoLCBOTFJFLkNvbW1vbiIsIkNvbG9yIjp7IiRpZCI6IjI0MTYiLCJBIjoyNTUsIlIiOjI1NSwiRyI6MCwiQiI6MH19LCJMaW5lV2VpZ2h0IjowLjAsIkxpbmVUeXBlIjowLCJQYXJlbnRTdHlsZSI6bnVsbH0sIlBhcmVudFN0eWxlIjpudWxsfSwiTWFyZ2luIjp7IiRpZCI6IjI0MTciLCJUb3AiOjAuMCwiTGVmdCI6MC4wLCJSaWdodCI6MC4wLCJCb3R0b20iOjAuMH0sIlBhZGRpbmciOnsiJGlkIjoiMjQxOCIsIlRvcCI6MC4wLCJMZWZ0IjowLjAsIlJpZ2h0IjowLjAsIkJvdHRvbSI6MC4wfSwiQmFja2dyb3VuZCI6bnVsbCwiSXNWaXNpYmxlIjp0cnVlLCJXaWR0aCI6MC4wLCJIZWlnaHQiOjAuMCwiQm9yZGVyU3R5bGUiOm51bGwsIlBhcmVudFN0eWxlIjpudWxsfSwiQmFja2dyb3VuZFN0eWxlIjp7IiRpZCI6IjI0MTkiLCJNYXJnaW4iOnsiJGlkIjoiMjQyMCIsIlRvcCI6MC4wLCJMZWZ0IjowLjAsIlJpZ2h0IjowLjAsIkJvdHRvbSI6MC4wfSwiUGFkZGluZyI6eyIkaWQiOiIyNDIxIiwiVG9wIjowLjAsIkxlZnQiOjAuMCwiUmlnaHQiOjAuMCwiQm90dG9tIjowLjB9LCJCYWNrZ3JvdW5kIjp7IiRpZCI6IjI0MjIiLCJDb2xvciI6eyIkaWQiOiIyNDIzIiwiQSI6MzgsIlIiOjkxLCJHIjoxNTUsIkIiOjIxM319LCJJc1Zpc2libGUiOnRydWUsIldpZHRoIjowLjAsIkhlaWdodCI6MC4wLCJCb3JkZXJTdHlsZSI6eyIkaWQiOiIyNDI0IiwiTGluZUNvbG9yIjp7IiRpZCI6IjI0MjUiLCIkdHlwZSI6Ik5MUkUuQ29tbW9uLkRvbS5Tb2xpZENvbG9yQnJ1c2gsIE5MUkUuQ29tbW9uIiwiQ29sb3IiOnsiJGlkIjoiMjQyNiIsIkEiOjI1NSwiUiI6MjM0LCJHIjoyMiwiQiI6MzB9fSwiTGluZVdlaWdodCI6MC4wLCJMaW5lVHlwZSI6MCwiUGFyZW50U3R5bGUiOm51bGx9LCJQYXJlbnRTdHlsZSI6bnVsbH0sIk1hcmdpbiI6eyIkaWQiOiIyNDI3IiwiVG9wIjowLjAsIkxlZnQiOjAuMCwiUmlnaHQiOjAuMCwiQm90dG9tIjowLjB9LCJQYWRkaW5nIjp7IiRpZCI6IjI0MjgiLCJUb3AiOjAuMCwiTGVmdCI6MC4wLCJSaWdodCI6MC4wLCJCb3R0b20iOjAuMH0sIklzVmlzaWJsZSI6dHJ1ZSwiV2lkdGgiOjAuMCwiSGVpZ2h0IjowLjAsIkJvcmRlclN0eWxlIjp7IiRpZCI6IjI0MjkiLCJMaW5lQ29sb3IiOm51bGwsIkxpbmVXZWlnaHQiOjAuMCwiTGluZVR5cGUiOjAsIlBhcmVudFN0eWxlIjpudWxsfSwiUGFyZW50U3R5bGUiOm51bGx9fSx7IiRpZCI6IjI0MzAiLCJfcm93cyI6W3siJGlkIjoiMjQzMSIsIl90YXNrcyI6W10sIl9taWxlc3RvbmVzIjpbeyIkaWQiOiIyNDMyIiwiSWQiOiJmY2YyYjUyNi01MmVmLTRiNGItODc1YS1iNWViNGQ4MDYzMGIiLCJJbmRleCI6MzMsIkdyb3VwSWQiOm51bGwsIlRpdGxlIjoiVHJpcG9kIEhvbGRlciBEZXNpZ24gUmVhZHkiLCJEYXRlVGltZSI6IjIwMjYtMDctMjNUMDA6MDA6MDAiLCJQZXJjZW50YWdlQ29tcGxldGUiOm51bGwsIk5vdGUiOm51bGwsIlN0eWxlIjp7IiRpZCI6IjI0MzMiLCJUaXRsZVBvc2l0aW9uIjoiUmlnaHQiLCJEYXRlUG9zaXRpb24iOiJMZWZ0IiwiVmFyaWFuY2VQb3NpdGlvbiI6IkxlZnQiLCJTaGFwZVR5cGUiOjEsIlNoYXBlU2l6ZSI6MCwiU3BhY2luZyI6NSwiU2hhcGVTdHlsZSI6eyIkaWQiOiIyNDM0IiwiTWFyZ2luIjp7IiRpZCI6IjI0MzUiLCJUb3AiOjAuMCwiTGVmdCI6MC4wLCJSaWdodCI6MC4wLCJCb3R0b20iOjAuMH0sIlBhZGRpbmciOnsiJGlkIjoiMjQzNiIsIlRvcCI6MC4wLCJMZWZ0IjowLjAsIlJpZ2h0IjowLjAsIkJvdHRvbSI6MC4wfSwiQmFja2dyb3VuZCI6eyIkaWQiOiIyNDM3IiwiQ29sb3IiOnsiJGlkIjoiMjQzOCIsIkEiOjI1NSwiUiI6NjgsIkciOjg0LCJCIjoxMDZ9fSwiSXNWaXNpYmxlIjp0cnVlLCJXaWR0aCI6MTIuMCwiSGVpZ2h0IjoxNC4wLCJCb3JkZXJTdHlsZSI6eyIkaWQiOiIyNDM5IiwiTGluZUNvbG9yIjp7IiRpZCI6IjI0NDAiLCIkdHlwZSI6Ik5MUkUuQ29tbW9uLkRvbS5Tb2xpZENvbG9yQnJ1c2gsIE5MUkUuQ29tbW9uIiwiQ29sb3IiOnsiJGlkIjoiMjQ0MSIsIkEiOjI1NSwiUiI6MjM0LCJHIjoyMiwiQiI6MzB9fSwiTGluZVdlaWdodCI6MC4wLCJMaW5lVHlwZSI6MCwiUGFyZW50U3R5bGUiOm51bGx9LCJQYXJlbnRTdHlsZSI6bnVsbH0sIlRpdGxlU3R5bGUiOnsiJGlkIjoiMjQ0MiIsIkZvbnRTZXR0aW5ncyI6eyIkaWQiOiIyNDQzIiwiRm9udFNpemUiOjExLCJGb250TmFtZSI6IkNhbGlicmkiLCJJc0JvbGQiOnRydWUsIklzSXRhbGljIjpmYWxzZSwiSXNVbmRlcmxpbmVkIjpmYWxzZSwiUGFyZW50U3R5bGUiOm51bGx9LCJBdXRvU2l6ZSI6MCwiRm9yZWdyb3VuZCI6eyIkaWQiOiIyNDQ0IiwiQ29sb3IiOnsiJGlkIjoiMjQ0N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NDQ2IiwiVG9wIjowLjAsIkxlZnQiOjAuMCwiUmlnaHQiOjAuMCwiQm90dG9tIjowLjB9LCJQYWRkaW5nIjp7IiRpZCI6IjI0NDciLCJUb3AiOjAuMCwiTGVmdCI6MC4wLCJSaWdodCI6MC4wLCJCb3R0b20iOjAuMH0sIkJhY2tncm91bmQiOnsiJGlkIjoiMjQ0OCIsIkNvbG9yIjp7IiRpZCI6IjI0NDkiLCJBIjowLCJSIjoyNTUsIkciOjI1NSwiQiI6MjU1fX0sIklzVmlzaWJsZSI6dHJ1ZSwiV2lkdGgiOjAuMCwiSGVpZ2h0IjowLjAsIkJvcmRlclN0eWxlIjp7IiRpZCI6IjI0NTAiLCJMaW5lQ29sb3IiOm51bGwsIkxpbmVXZWlnaHQiOjAuMCwiTGluZVR5cGUiOjAsIlBhcmVudFN0eWxlIjpudWxsfSwiUGFyZW50U3R5bGUiOm51bGx9LCJEYXRlU3R5bGUiOnsiJGlkIjoiMjQ1MSIsIkZvbnRTZXR0aW5ncyI6eyIkaWQiOiIyNDUyIiwiRm9udFNpemUiOjEwLCJGb250TmFtZSI6IkNhbGlicmkiLCJJc0JvbGQiOmZhbHNlLCJJc0l0YWxpYyI6ZmFsc2UsIklzVW5kZXJsaW5lZCI6ZmFsc2UsIlBhcmVudFN0eWxlIjpudWxsfSwiQXV0b1NpemUiOjAsIkZvcmVncm91bmQiOnsiJGlkIjoiMjQ1MyIsIkNvbG9yIjp7IiRpZCI6IjI0NT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0NTUiLCJUb3AiOjAuMCwiTGVmdCI6MC4wLCJSaWdodCI6MC4wLCJCb3R0b20iOjAuMH0sIlBhZGRpbmciOnsiJGlkIjoiMjQ1NiIsIlRvcCI6MC4wLCJMZWZ0IjowLjAsIlJpZ2h0IjowLjAsIkJvdHRvbSI6MC4wfSwiQmFja2dyb3VuZCI6eyIkaWQiOiIyNDU3IiwiQ29sb3IiOnsiJGlkIjoiMjQ1OCIsIkEiOjAsIlIiOjI1NSwiRyI6MjU1LCJCIjoyNTV9fSwiSXNWaXNpYmxlIjpmYWxzZSwiV2lkdGgiOjAuMCwiSGVpZ2h0IjowLjAsIkJvcmRlclN0eWxlIjp7IiRpZCI6IjI0NTkiLCJMaW5lQ29sb3IiOm51bGwsIkxpbmVXZWlnaHQiOjAuMCwiTGluZVR5cGUiOjAsIlBhcmVudFN0eWxlIjpudWxsfSwiUGFyZW50U3R5bGUiOm51bGx9LCJEYXRlRm9ybWF0Ijp7IiRpZCI6IjI0N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2MSIsIkZvcm1hdCI6MCwiSXNWaXNpYmxlIjpmYWxzZSwiTGFzdEtub3duVmlzaWJpbGl0eVN0YXRlIjpmYWxzZX0sIklzVmlzaWJsZSI6dHJ1ZSwiVmFyaWFuY2VTdHlsZSI6eyIkaWQiOiIyNDYyIiwiVGV4dFN0eWxlIjp7IiRpZCI6IjI0NjMiLCJGb250U2V0dGluZ3MiOnsiJGlkIjoiMjQ2NCIsIkZvbnRTaXplIjoxMCwiRm9udE5hbWUiOiJDYWxpYnJpIiwiSXNCb2xkIjpmYWxzZSwiSXNJdGFsaWMiOmZhbHNlLCJJc1VuZGVybGluZWQiOmZhbHNlLCJQYXJlbnRTdHlsZSI6bnVsbH0sIkF1dG9TaXplIjowLCJGb3JlZ3JvdW5kIjp7IiRpZCI6IjI0NjUiLCJDb2xvciI6eyIkaWQiOiIyNDY2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0NjciLCJUb3AiOjAuMCwiTGVmdCI6MC4wLCJSaWdodCI6MC4wLCJCb3R0b20iOjAuMH0sIlBhZGRpbmciOnsiJGlkIjoiMjQ2OCIsIlRvcCI6MC4wLCJMZWZ0IjowLjAsIlJpZ2h0IjowLjAsIkJvdHRvbSI6MC4wfSwiQmFja2dyb3VuZCI6eyIkaWQiOiIyNDY5IiwiQ29sb3IiOnsiJGlkIjoiMjQ3MCIsIkEiOjUwLCJSIjowLCJHIjowLCJCIjowfX0sIklzVmlzaWJsZSI6dHJ1ZSwiV2lkdGgiOjAuMCwiSGVpZ2h0IjowLjAsIkJvcmRlclN0eWxlIjpudWxsLCJQYXJlbnRTdHlsZSI6bnVsbH0sIlBhcmVudFN0eWxlIjpudWxsfSwiUGFyZW50U3R5bGUiOm51bGx9LCJIeXBlcmxpbmsiOm51bGwsIkJhc2VsaW5lRGF0YSI6eyIkaWQiOiIyNDcxIiwiRGF0ZSI6IjIwMjYtMDctMjNUMDA6MDA6MDAifSwiSW1wb3J0SWQiOiIifV0sIklkIjoiMDAwMDAwMDAtMDAwMC0wMDAwLTAwMDAtMDAwMDAwMDAwMDAwIiwiSXNTaW5nbGVJdGVtUm93Ijp0cnVlfSx7IiRpZCI6IjI0NzIiLCJfdGFza3MiOltdLCJfbWlsZXN0b25lcyI6W3siJGlkIjoiMjQ3MyIsIklkIjoiNzY3MjkxYmEtNWMyNC00NDc5LWFlYjYtMjA3YWI0YWUxZjgxIiwiSW5kZXgiOjM0LCJHcm91cElkIjpudWxsLCJUaXRsZSI6IkRvZyBIb2xkZXIgRGVzaWduIFJlYWR5IiwiRGF0ZVRpbWUiOiIyMDI2LTA2LTMwVDIzOjU5OjAwIiwiUGVyY2VudGFnZUNvbXBsZXRlIjpudWxsLCJOb3RlIjpudWxsLCJTdHlsZSI6eyIkaWQiOiIyNDc0IiwiVGl0bGVQb3NpdGlvbiI6IlJpZ2h0IiwiRGF0ZVBvc2l0aW9uIjoiTGVmdCIsIlZhcmlhbmNlUG9zaXRpb24iOiJMZWZ0IiwiU2hhcGVUeXBlIjoxLCJTaGFwZVNpemUiOjAsIlNwYWNpbmciOjUsIlNoYXBlU3R5bGUiOnsiJGlkIjoiMjQ3NSIsIk1hcmdpbiI6eyIkaWQiOiIyNDc2IiwiVG9wIjowLjAsIkxlZnQiOjAuMCwiUmlnaHQiOjAuMCwiQm90dG9tIjowLjB9LCJQYWRkaW5nIjp7IiRpZCI6IjI0NzciLCJUb3AiOjAuMCwiTGVmdCI6MC4wLCJSaWdodCI6MC4wLCJCb3R0b20iOjAuMH0sIkJhY2tncm91bmQiOnsiJGlkIjoiMjQ3OCIsIkNvbG9yIjp7IiRpZCI6IjI0NzkiLCJBIjoyNTUsIlIiOjY4LCJHIjo4NCwiQiI6MTA2fX0sIklzVmlzaWJsZSI6dHJ1ZSwiV2lkdGgiOjEyLjAsIkhlaWdodCI6MTQuMCwiQm9yZGVyU3R5bGUiOnsiJGlkIjoiMjQ4MCIsIkxpbmVDb2xvciI6eyIkaWQiOiIyNDgxIiwiJHR5cGUiOiJOTFJFLkNvbW1vbi5Eb20uU29saWRDb2xvckJydXNoLCBOTFJFLkNvbW1vbiIsIkNvbG9yIjp7IiRpZCI6IjI0ODIiLCJBIjoyNTUsIlIiOjIzNCwiRyI6MjIsIkIiOjMwfX0sIkxpbmVXZWlnaHQiOjAuMCwiTGluZVR5cGUiOjAsIlBhcmVudFN0eWxlIjpudWxsfSwiUGFyZW50U3R5bGUiOm51bGx9LCJUaXRsZVN0eWxlIjp7IiRpZCI6IjI0ODMiLCJGb250U2V0dGluZ3MiOnsiJGlkIjoiMjQ4NCIsIkZvbnRTaXplIjoxMSwiRm9udE5hbWUiOiJDYWxpYnJpIiwiSXNCb2xkIjp0cnVlLCJJc0l0YWxpYyI6ZmFsc2UsIklzVW5kZXJsaW5lZCI6ZmFsc2UsIlBhcmVudFN0eWxlIjpudWxsfSwiQXV0b1NpemUiOjAsIkZvcmVncm91bmQiOnsiJGlkIjoiMjQ4NSIsIkNvbG9yIjp7IiRpZCI6IjI0ODY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Q4NyIsIlRvcCI6MC4wLCJMZWZ0IjowLjAsIlJpZ2h0IjowLjAsIkJvdHRvbSI6MC4wfSwiUGFkZGluZyI6eyIkaWQiOiIyNDg4IiwiVG9wIjowLjAsIkxlZnQiOjAuMCwiUmlnaHQiOjAuMCwiQm90dG9tIjowLjB9LCJCYWNrZ3JvdW5kIjp7IiRpZCI6IjI0ODkiLCJDb2xvciI6eyIkaWQiOiIyNDkwIiwiQSI6MCwiUiI6MjU1LCJHIjoyNTUsIkIiOjI1NX19LCJJc1Zpc2libGUiOnRydWUsIldpZHRoIjowLjAsIkhlaWdodCI6MC4wLCJCb3JkZXJTdHlsZSI6eyIkaWQiOiIyNDkxIiwiTGluZUNvbG9yIjpudWxsLCJMaW5lV2VpZ2h0IjowLjAsIkxpbmVUeXBlIjowLCJQYXJlbnRTdHlsZSI6bnVsbH0sIlBhcmVudFN0eWxlIjpudWxsfSwiRGF0ZVN0eWxlIjp7IiRpZCI6IjI0OTIiLCJGb250U2V0dGluZ3MiOnsiJGlkIjoiMjQ5MyIsIkZvbnRTaXplIjoxMCwiRm9udE5hbWUiOiJDYWxpYnJpIiwiSXNCb2xkIjpmYWxzZSwiSXNJdGFsaWMiOmZhbHNlLCJJc1VuZGVybGluZWQiOmZhbHNlLCJQYXJlbnRTdHlsZSI6bnVsbH0sIkF1dG9TaXplIjowLCJGb3JlZ3JvdW5kIjp7IiRpZCI6IjI0OTQiLCJDb2xvciI6eyIkaWQiOiIyNDk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Dk2IiwiVG9wIjowLjAsIkxlZnQiOjAuMCwiUmlnaHQiOjAuMCwiQm90dG9tIjowLjB9LCJQYWRkaW5nIjp7IiRpZCI6IjI0OTciLCJUb3AiOjAuMCwiTGVmdCI6MC4wLCJSaWdodCI6MC4wLCJCb3R0b20iOjAuMH0sIkJhY2tncm91bmQiOnsiJGlkIjoiMjQ5OCIsIkNvbG9yIjp7IiRpZCI6IjI0OTkiLCJBIjowLCJSIjoyNTUsIkciOjI1NSwiQiI6MjU1fX0sIklzVmlzaWJsZSI6ZmFsc2UsIldpZHRoIjowLjAsIkhlaWdodCI6MC4wLCJCb3JkZXJTdHlsZSI6eyIkaWQiOiIyNTAwIiwiTGluZUNvbG9yIjpudWxsLCJMaW5lV2VpZ2h0IjowLjAsIkxpbmVUeXBlIjowLCJQYXJlbnRTdHlsZSI6bnVsbH0sIlBhcmVudFN0eWxlIjpudWxsfSwiRGF0ZUZvcm1hdCI6eyIkaWQiOiIyNTA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1MDIiLCJGb3JtYXQiOjAsIklzVmlzaWJsZSI6ZmFsc2UsIkxhc3RLbm93blZpc2liaWxpdHlTdGF0ZSI6ZmFsc2V9LCJJc1Zpc2libGUiOnRydWUsIlZhcmlhbmNlU3R5bGUiOnsiJGlkIjoiMjUwMyIsIlRleHRTdHlsZSI6eyIkaWQiOiIyNTA0IiwiRm9udFNldHRpbmdzIjp7IiRpZCI6IjI1MDUiLCJGb250U2l6ZSI6MTAsIkZvbnROYW1lIjoiQ2FsaWJyaSIsIklzQm9sZCI6ZmFsc2UsIklzSXRhbGljIjpmYWxzZSwiSXNVbmRlcmxpbmVkIjpmYWxzZSwiUGFyZW50U3R5bGUiOm51bGx9LCJBdXRvU2l6ZSI6MCwiRm9yZWdyb3VuZCI6eyIkaWQiOiIyNTA2IiwiQ29sb3IiOnsiJGlkIjoiMjUwNy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yNTA4IiwiVG9wIjowLjAsIkxlZnQiOjAuMCwiUmlnaHQiOjAuMCwiQm90dG9tIjowLjB9LCJQYWRkaW5nIjp7IiRpZCI6IjI1MDkiLCJUb3AiOjAuMCwiTGVmdCI6MC4wLCJSaWdodCI6MC4wLCJCb3R0b20iOjAuMH0sIkJhY2tncm91bmQiOnsiJGlkIjoiMjUxMCIsIkNvbG9yIjp7IiRpZCI6IjI1MTEiLCJBIjo1MCwiUiI6MCwiRyI6MCwiQiI6MH19LCJJc1Zpc2libGUiOnRydWUsIldpZHRoIjowLjAsIkhlaWdodCI6MC4wLCJCb3JkZXJTdHlsZSI6bnVsbCwiUGFyZW50U3R5bGUiOm51bGx9LCJQYXJlbnRTdHlsZSI6bnVsbH0sIlBhcmVudFN0eWxlIjpudWxsfSwiSHlwZXJsaW5rIjpudWxsLCJCYXNlbGluZURhdGEiOnsiJGlkIjoiMjUxMiIsIkRhdGUiOiIyMDI2LTA2LTMwVDIzOjU5OjAwIn0sIkltcG9ydElkIjoiIn1dLCJJZCI6IjAwMDAwMDAwLTAwMDAtMDAwMC0wMDAwLTAwMDAwMDAwMDAwMCIsIklzU2luZ2xlSXRlbVJvdyI6dHJ1ZX0seyIkaWQiOiIyNTEzIiwiX3Rhc2tzIjpbXSwiX21pbGVzdG9uZXMiOlt7IiRpZCI6IjI1MTQiLCJJZCI6IjZjMzJlNTA3LWVjNzItNDJhNS05MmQ4LWRmMjVjNzQzNjMyMCIsIkluZGV4IjozNSwiR3JvdXBJZCI6bnVsbCwiVGl0bGUiOiJSVEsgSG9sZGVyIERlc2lnbiBSZWFkeSAobWVjYW5pemFkbykiLCJEYXRlVGltZSI6IjIwMjYtMDgtMzFUMjM6NTk6MDAiLCJQZXJjZW50YWdlQ29tcGxldGUiOm51bGwsIk5vdGUiOm51bGwsIlN0eWxlIjp7IiRpZCI6IjI1MTUiLCJUaXRsZVBvc2l0aW9uIjoiUmlnaHQiLCJEYXRlUG9zaXRpb24iOiJMZWZ0IiwiVmFyaWFuY2VQb3NpdGlvbiI6IkxlZnQiLCJTaGFwZVR5cGUiOjEsIlNoYXBlU2l6ZSI6MCwiU3BhY2luZyI6NSwiU2hhcGVTdHlsZSI6eyIkaWQiOiIyNTE2IiwiTWFyZ2luIjp7IiRpZCI6IjI1MTciLCJUb3AiOjAuMCwiTGVmdCI6MC4wLCJSaWdodCI6MC4wLCJCb3R0b20iOjAuMH0sIlBhZGRpbmciOnsiJGlkIjoiMjUxOCIsIlRvcCI6MC4wLCJMZWZ0IjowLjAsIlJpZ2h0IjowLjAsIkJvdHRvbSI6MC4wfSwiQmFja2dyb3VuZCI6eyIkaWQiOiIyNTE5IiwiQ29sb3IiOnsiJGlkIjoiMjUyMCIsIkEiOjI1NSwiUiI6NjgsIkciOjg0LCJCIjoxMDZ9fSwiSXNWaXNpYmxlIjp0cnVlLCJXaWR0aCI6MTIuMCwiSGVpZ2h0IjoxNC4wLCJCb3JkZXJTdHlsZSI6eyIkaWQiOiIyNTIxIiwiTGluZUNvbG9yIjp7IiRpZCI6IjI1MjIiLCIkdHlwZSI6Ik5MUkUuQ29tbW9uLkRvbS5Tb2xpZENvbG9yQnJ1c2gsIE5MUkUuQ29tbW9uIiwiQ29sb3IiOnsiJGlkIjoiMjUyMyIsIkEiOjI1NSwiUiI6MjM0LCJHIjoyMiwiQiI6MzB9fSwiTGluZVdlaWdodCI6MC4wLCJMaW5lVHlwZSI6MCwiUGFyZW50U3R5bGUiOm51bGx9LCJQYXJlbnRTdHlsZSI6bnVsbH0sIlRpdGxlU3R5bGUiOnsiJGlkIjoiMjUyNCIsIkZvbnRTZXR0aW5ncyI6eyIkaWQiOiIyNTI1IiwiRm9udFNpemUiOjExLCJGb250TmFtZSI6IkNhbGlicmkiLCJJc0JvbGQiOnRydWUsIklzSXRhbGljIjpmYWxzZSwiSXNVbmRlcmxpbmVkIjpmYWxzZSwiUGFyZW50U3R5bGUiOm51bGx9LCJBdXRvU2l6ZSI6MCwiRm9yZWdyb3VuZCI6eyIkaWQiOiIyNTI2IiwiQ29sb3IiOnsiJGlkIjoiMjUyN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NTI4IiwiVG9wIjowLjAsIkxlZnQiOjAuMCwiUmlnaHQiOjAuMCwiQm90dG9tIjowLjB9LCJQYWRkaW5nIjp7IiRpZCI6IjI1MjkiLCJUb3AiOjAuMCwiTGVmdCI6MC4wLCJSaWdodCI6MC4wLCJCb3R0b20iOjAuMH0sIkJhY2tncm91bmQiOnsiJGlkIjoiMjUzMCIsIkNvbG9yIjp7IiRpZCI6IjI1MzEiLCJBIjowLCJSIjoyNTUsIkciOjI1NSwiQiI6MjU1fX0sIklzVmlzaWJsZSI6dHJ1ZSwiV2lkdGgiOjAuMCwiSGVpZ2h0IjowLjAsIkJvcmRlclN0eWxlIjp7IiRpZCI6IjI1MzIiLCJMaW5lQ29sb3IiOm51bGwsIkxpbmVXZWlnaHQiOjAuMCwiTGluZVR5cGUiOjAsIlBhcmVudFN0eWxlIjpudWxsfSwiUGFyZW50U3R5bGUiOm51bGx9LCJEYXRlU3R5bGUiOnsiJGlkIjoiMjUzMyIsIkZvbnRTZXR0aW5ncyI6eyIkaWQiOiIyNTM0IiwiRm9udFNpemUiOjEwLCJGb250TmFtZSI6IkNhbGlicmkiLCJJc0JvbGQiOmZhbHNlLCJJc0l0YWxpYyI6ZmFsc2UsIklzVW5kZXJsaW5lZCI6ZmFsc2UsIlBhcmVudFN0eWxlIjpudWxsfSwiQXV0b1NpemUiOjAsIkZvcmVncm91bmQiOnsiJGlkIjoiMjUzNSIsIkNvbG9yIjp7IiRpZCI6IjI1MzY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1MzciLCJUb3AiOjAuMCwiTGVmdCI6MC4wLCJSaWdodCI6MC4wLCJCb3R0b20iOjAuMH0sIlBhZGRpbmciOnsiJGlkIjoiMjUzOCIsIlRvcCI6MC4wLCJMZWZ0IjowLjAsIlJpZ2h0IjowLjAsIkJvdHRvbSI6MC4wfSwiQmFja2dyb3VuZCI6eyIkaWQiOiIyNTM5IiwiQ29sb3IiOnsiJGlkIjoiMjU0MCIsIkEiOjAsIlIiOjI1NSwiRyI6MjU1LCJCIjoyNTV9fSwiSXNWaXNpYmxlIjpmYWxzZSwiV2lkdGgiOjAuMCwiSGVpZ2h0IjowLjAsIkJvcmRlclN0eWxlIjp7IiRpZCI6IjI1NDEiLCJMaW5lQ29sb3IiOm51bGwsIkxpbmVXZWlnaHQiOjAuMCwiTGluZVR5cGUiOjAsIlBhcmVudFN0eWxlIjpudWxsfSwiUGFyZW50U3R5bGUiOm51bGx9LCJEYXRlRm9ybWF0Ijp7IiRpZCI6IjI1ND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0MyIsIkZvcm1hdCI6MCwiSXNWaXNpYmxlIjpmYWxzZSwiTGFzdEtub3duVmlzaWJpbGl0eVN0YXRlIjpmYWxzZX0sIklzVmlzaWJsZSI6dHJ1ZSwiVmFyaWFuY2VTdHlsZSI6eyIkaWQiOiIyNTQ0IiwiVGV4dFN0eWxlIjp7IiRpZCI6IjI1NDUiLCJGb250U2V0dGluZ3MiOnsiJGlkIjoiMjU0NiIsIkZvbnRTaXplIjoxMCwiRm9udE5hbWUiOiJDYWxpYnJpIiwiSXNCb2xkIjpmYWxzZSwiSXNJdGFsaWMiOmZhbHNlLCJJc1VuZGVybGluZWQiOmZhbHNlLCJQYXJlbnRTdHlsZSI6bnVsbH0sIkF1dG9TaXplIjowLCJGb3JlZ3JvdW5kIjp7IiRpZCI6IjI1NDciLCJDb2xvciI6eyIkaWQiOiIyNTQ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1NDkiLCJUb3AiOjAuMCwiTGVmdCI6MC4wLCJSaWdodCI6MC4wLCJCb3R0b20iOjAuMH0sIlBhZGRpbmciOnsiJGlkIjoiMjU1MCIsIlRvcCI6MC4wLCJMZWZ0IjowLjAsIlJpZ2h0IjowLjAsIkJvdHRvbSI6MC4wfSwiQmFja2dyb3VuZCI6eyIkaWQiOiIyNTUxIiwiQ29sb3IiOnsiJGlkIjoiMjU1MiIsIkEiOjUwLCJSIjowLCJHIjowLCJCIjowfX0sIklzVmlzaWJsZSI6dHJ1ZSwiV2lkdGgiOjAuMCwiSGVpZ2h0IjowLjAsIkJvcmRlclN0eWxlIjpudWxsLCJQYXJlbnRTdHlsZSI6bnVsbH0sIlBhcmVudFN0eWxlIjpudWxsfSwiUGFyZW50U3R5bGUiOm51bGx9LCJIeXBlcmxpbmsiOm51bGwsIkJhc2VsaW5lRGF0YSI6eyIkaWQiOiIyNTUzIiwiRGF0ZSI6IjIwMjYtMDgtMzFUMjM6NTk6MDAifSwiSW1wb3J0SWQiOiIifV0sIklkIjoiMDAwMDAwMDAtMDAwMC0wMDAwLTAwMDAtMDAwMDAwMDAwMDAwIiwiSXNTaW5nbGVJdGVtUm93Ijp0cnVlfSx7IiRpZCI6IjI1NTQiLCJfdGFza3MiOltdLCJfbWlsZXN0b25lcyI6W3siJGlkIjoiMjU1NSIsIklkIjoiNTFmZDVlOTktMWZhMS00YzBlLTg1YzktZTVlOWQ1YzE0MjY2IiwiSW5kZXgiOjM2LCJHcm91cElkIjpudWxsLCJUaXRsZSI6IlBlcnJldGUgSG9sZGVyIERlc2lnbiBSZWFkeSIsIkRhdGVUaW1lIjoiMjAyNi0wOC0wM1QyMzo1OTowMCIsIlBlcmNlbnRhZ2VDb21wbGV0ZSI6bnVsbCwiTm90ZSI6bnVsbCwiU3R5bGUiOnsiJGlkIjoiMjU1NiIsIlRpdGxlUG9zaXRpb24iOiJSaWdodCIsIkRhdGVQb3NpdGlvbiI6IkxlZnQiLCJWYXJpYW5jZVBvc2l0aW9uIjoiTGVmdCIsIlNoYXBlVHlwZSI6MSwiU2hhcGVTaXplIjowLCJTcGFjaW5nIjo1LCJTaGFwZVN0eWxlIjp7IiRpZCI6IjI1NTciLCJNYXJnaW4iOnsiJGlkIjoiMjU1OCIsIlRvcCI6MC4wLCJMZWZ0IjowLjAsIlJpZ2h0IjowLjAsIkJvdHRvbSI6MC4wfSwiUGFkZGluZyI6eyIkaWQiOiIyNTU5IiwiVG9wIjowLjAsIkxlZnQiOjAuMCwiUmlnaHQiOjAuMCwiQm90dG9tIjowLjB9LCJCYWNrZ3JvdW5kIjp7IiRpZCI6IjI1NjAiLCJDb2xvciI6eyIkaWQiOiIyNTYxIiwiQSI6MjU1LCJSIjo2OCwiRyI6ODQsIkIiOjEwNn19LCJJc1Zpc2libGUiOnRydWUsIldpZHRoIjoxMi4wLCJIZWlnaHQiOjE0LjAsIkJvcmRlclN0eWxlIjp7IiRpZCI6IjI1NjIiLCJMaW5lQ29sb3IiOnsiJGlkIjoiMjU2MyIsIiR0eXBlIjoiTkxSRS5Db21tb24uRG9tLlNvbGlkQ29sb3JCcnVzaCwgTkxSRS5Db21tb24iLCJDb2xvciI6eyIkaWQiOiIyNTY0IiwiQSI6MjU1LCJSIjoyMzQsIkciOjIyLCJCIjozMH19LCJMaW5lV2VpZ2h0IjowLjAsIkxpbmVUeXBlIjowLCJQYXJlbnRTdHlsZSI6bnVsbH0sIlBhcmVudFN0eWxlIjpudWxsfSwiVGl0bGVTdHlsZSI6eyIkaWQiOiIyNTY1IiwiRm9udFNldHRpbmdzIjp7IiRpZCI6IjI1NjYiLCJGb250U2l6ZSI6MTEsIkZvbnROYW1lIjoiQ2FsaWJyaSIsIklzQm9sZCI6dHJ1ZSwiSXNJdGFsaWMiOmZhbHNlLCJJc1VuZGVybGluZWQiOmZhbHNlLCJQYXJlbnRTdHlsZSI6bnVsbH0sIkF1dG9TaXplIjowLCJGb3JlZ3JvdW5kIjp7IiRpZCI6IjI1NjciLCJDb2xvciI6eyIkaWQiOiIyNTY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1NjkiLCJUb3AiOjAuMCwiTGVmdCI6MC4wLCJSaWdodCI6MC4wLCJCb3R0b20iOjAuMH0sIlBhZGRpbmciOnsiJGlkIjoiMjU3MCIsIlRvcCI6MC4wLCJMZWZ0IjowLjAsIlJpZ2h0IjowLjAsIkJvdHRvbSI6MC4wfSwiQmFja2dyb3VuZCI6eyIkaWQiOiIyNTcxIiwiQ29sb3IiOnsiJGlkIjoiMjU3MiIsIkEiOjAsIlIiOjI1NSwiRyI6MjU1LCJCIjoyNTV9fSwiSXNWaXNpYmxlIjp0cnVlLCJXaWR0aCI6MC4wLCJIZWlnaHQiOjAuMCwiQm9yZGVyU3R5bGUiOnsiJGlkIjoiMjU3MyIsIkxpbmVDb2xvciI6bnVsbCwiTGluZVdlaWdodCI6MC4wLCJMaW5lVHlwZSI6MCwiUGFyZW50U3R5bGUiOm51bGx9LCJQYXJlbnRTdHlsZSI6bnVsbH0sIkRhdGVTdHlsZSI6eyIkaWQiOiIyNTc0IiwiRm9udFNldHRpbmdzIjp7IiRpZCI6IjI1NzUiLCJGb250U2l6ZSI6MTAsIkZvbnROYW1lIjoiQ2FsaWJyaSIsIklzQm9sZCI6ZmFsc2UsIklzSXRhbGljIjpmYWxzZSwiSXNVbmRlcmxpbmVkIjpmYWxzZSwiUGFyZW50U3R5bGUiOm51bGx9LCJBdXRvU2l6ZSI6MCwiRm9yZWdyb3VuZCI6eyIkaWQiOiIyNTc2IiwiQ29sb3IiOnsiJGlkIjoiMjU3N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U3OCIsIlRvcCI6MC4wLCJMZWZ0IjowLjAsIlJpZ2h0IjowLjAsIkJvdHRvbSI6MC4wfSwiUGFkZGluZyI6eyIkaWQiOiIyNTc5IiwiVG9wIjowLjAsIkxlZnQiOjAuMCwiUmlnaHQiOjAuMCwiQm90dG9tIjowLjB9LCJCYWNrZ3JvdW5kIjp7IiRpZCI6IjI1ODAiLCJDb2xvciI6eyIkaWQiOiIyNTgxIiwiQSI6MCwiUiI6MjU1LCJHIjoyNTUsIkIiOjI1NX19LCJJc1Zpc2libGUiOmZhbHNlLCJXaWR0aCI6MC4wLCJIZWlnaHQiOjAuMCwiQm9yZGVyU3R5bGUiOnsiJGlkIjoiMjU4MiIsIkxpbmVDb2xvciI6bnVsbCwiTGluZVdlaWdodCI6MC4wLCJMaW5lVHlwZSI6MCwiUGFyZW50U3R5bGUiOm51bGx9LCJQYXJlbnRTdHlsZSI6bnVsbH0sIkRhdGVGb3JtYXQiOnsiJGlkIjoiMjU4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Tg0IiwiRm9ybWF0IjowLCJJc1Zpc2libGUiOmZhbHNlLCJMYXN0S25vd25WaXNpYmlsaXR5U3RhdGUiOmZhbHNlfSwiSXNWaXNpYmxlIjpmYWxzZSwiVmFyaWFuY2VTdHlsZSI6eyIkaWQiOiIyNTg1IiwiVGV4dFN0eWxlIjp7IiRpZCI6IjI1ODYiLCJGb250U2V0dGluZ3MiOnsiJGlkIjoiMjU4NyIsIkZvbnRTaXplIjoxMCwiRm9udE5hbWUiOiJDYWxpYnJpIiwiSXNCb2xkIjpmYWxzZSwiSXNJdGFsaWMiOmZhbHNlLCJJc1VuZGVybGluZWQiOmZhbHNlLCJQYXJlbnRTdHlsZSI6bnVsbH0sIkF1dG9TaXplIjowLCJGb3JlZ3JvdW5kIjp7IiRpZCI6IjI1ODgiLCJDb2xvciI6eyIkaWQiOiIyNTg5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1OTAiLCJUb3AiOjAuMCwiTGVmdCI6MC4wLCJSaWdodCI6MC4wLCJCb3R0b20iOjAuMH0sIlBhZGRpbmciOnsiJGlkIjoiMjU5MSIsIlRvcCI6MC4wLCJMZWZ0IjowLjAsIlJpZ2h0IjowLjAsIkJvdHRvbSI6MC4wfSwiQmFja2dyb3VuZCI6eyIkaWQiOiIyNTkyIiwiQ29sb3IiOnsiJGlkIjoiMjU5MyIsIkEiOjUwLCJSIjowLCJHIjowLCJCIjowfX0sIklzVmlzaWJsZSI6dHJ1ZSwiV2lkdGgiOjAuMCwiSGVpZ2h0IjowLjAsIkJvcmRlclN0eWxlIjpudWxsLCJQYXJlbnRTdHlsZSI6bnVsbH0sIlBhcmVudFN0eWxlIjpudWxsfSwiUGFyZW50U3R5bGUiOm51bGx9LCJIeXBlcmxpbmsiOm51bGwsIkJhc2VsaW5lRGF0YSI6eyIkaWQiOiIyNTk0IiwiRGF0ZSI6IjIwMjYtMDgtMDNUMjM6NTk6MDAifSwiSW1wb3J0SWQiOiIifV0sIklkIjoiMDAwMDAwMDAtMDAwMC0wMDAwLTAwMDAtMDAwMDAwMDAwMDAwIiwiSXNTaW5nbGVJdGVtUm93Ijp0cnVlfSx7IiRpZCI6IjI1OTUiLCJfdGFza3MiOltdLCJfbWlsZXN0b25lcyI6W3siJGlkIjoiMjU5NiIsIklkIjoiNGNlNDUwYWItNzAxNS00MTY1LWI5YzQtMTM0MGNkZTYwNzNkIiwiSW5kZXgiOjM3LCJHcm91cElkIjpudWxsLCJUaXRsZSI6Ikpvc2VsaXRvIChtZWNhbml6YWRvKSIsIkRhdGVUaW1lIjoiMjAyNi0xMC0zMVQyMzo1OTowMCIsIlBlcmNlbnRhZ2VDb21wbGV0ZSI6bnVsbCwiTm90ZSI6bnVsbCwiU3R5bGUiOnsiJGlkIjoiMjU5NyIsIlRpdGxlUG9zaXRpb24iOiJSaWdodCIsIkRhdGVQb3NpdGlvbiI6IkxlZnQiLCJWYXJpYW5jZVBvc2l0aW9uIjoiTGVmdCIsIlNoYXBlVHlwZSI6MSwiU2hhcGVTaXplIjowLCJTcGFjaW5nIjo1LCJTaGFwZVN0eWxlIjp7IiRpZCI6IjI1OTgiLCJNYXJnaW4iOnsiJGlkIjoiMjU5OSIsIlRvcCI6MC4wLCJMZWZ0IjowLjAsIlJpZ2h0IjowLjAsIkJvdHRvbSI6MC4wfSwiUGFkZGluZyI6eyIkaWQiOiIyNjAwIiwiVG9wIjowLjAsIkxlZnQiOjAuMCwiUmlnaHQiOjAuMCwiQm90dG9tIjowLjB9LCJCYWNrZ3JvdW5kIjp7IiRpZCI6IjI2MDEiLCJDb2xvciI6eyIkaWQiOiIyNjAyIiwiQSI6MjU1LCJSIjo2OCwiRyI6ODQsIkIiOjEwNn19LCJJc1Zpc2libGUiOnRydWUsIldpZHRoIjoxMi4wLCJIZWlnaHQiOjE0LjAsIkJvcmRlclN0eWxlIjp7IiRpZCI6IjI2MDMiLCJMaW5lQ29sb3IiOnsiJGlkIjoiMjYwNCIsIiR0eXBlIjoiTkxSRS5Db21tb24uRG9tLlNvbGlkQ29sb3JCcnVzaCwgTkxSRS5Db21tb24iLCJDb2xvciI6eyIkaWQiOiIyNjA1IiwiQSI6MjU1LCJSIjoyMzQsIkciOjIyLCJCIjozMH19LCJMaW5lV2VpZ2h0IjowLjAsIkxpbmVUeXBlIjowLCJQYXJlbnRTdHlsZSI6bnVsbH0sIlBhcmVudFN0eWxlIjpudWxsfSwiVGl0bGVTdHlsZSI6eyIkaWQiOiIyNjA2IiwiRm9udFNldHRpbmdzIjp7IiRpZCI6IjI2MDciLCJGb250U2l6ZSI6MTEsIkZvbnROYW1lIjoiQ2FsaWJyaSIsIklzQm9sZCI6dHJ1ZSwiSXNJdGFsaWMiOmZhbHNlLCJJc1VuZGVybGluZWQiOmZhbHNlLCJQYXJlbnRTdHlsZSI6bnVsbH0sIkF1dG9TaXplIjowLCJGb3JlZ3JvdW5kIjp7IiRpZCI6IjI2MDgiLCJDb2xvciI6eyIkaWQiOiIyNjA5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2MTAiLCJUb3AiOjAuMCwiTGVmdCI6MC4wLCJSaWdodCI6MC4wLCJCb3R0b20iOjAuMH0sIlBhZGRpbmciOnsiJGlkIjoiMjYxMSIsIlRvcCI6MC4wLCJMZWZ0IjowLjAsIlJpZ2h0IjowLjAsIkJvdHRvbSI6MC4wfSwiQmFja2dyb3VuZCI6eyIkaWQiOiIyNjEyIiwiQ29sb3IiOnsiJGlkIjoiMjYxMyIsIkEiOjAsIlIiOjI1NSwiRyI6MjU1LCJCIjoyNTV9fSwiSXNWaXNpYmxlIjp0cnVlLCJXaWR0aCI6MC4wLCJIZWlnaHQiOjAuMCwiQm9yZGVyU3R5bGUiOnsiJGlkIjoiMjYxNCIsIkxpbmVDb2xvciI6bnVsbCwiTGluZVdlaWdodCI6MC4wLCJMaW5lVHlwZSI6MCwiUGFyZW50U3R5bGUiOm51bGx9LCJQYXJlbnRTdHlsZSI6bnVsbH0sIkRhdGVTdHlsZSI6eyIkaWQiOiIyNjE1IiwiRm9udFNldHRpbmdzIjp7IiRpZCI6IjI2MTYiLCJGb250U2l6ZSI6MTAsIkZvbnROYW1lIjoiQ2FsaWJyaSIsIklzQm9sZCI6ZmFsc2UsIklzSXRhbGljIjpmYWxzZSwiSXNVbmRlcmxpbmVkIjpmYWxzZSwiUGFyZW50U3R5bGUiOm51bGx9LCJBdXRvU2l6ZSI6MCwiRm9yZWdyb3VuZCI6eyIkaWQiOiIyNjE3IiwiQ29sb3IiOnsiJGlkIjoiMjYx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YxOSIsIlRvcCI6MC4wLCJMZWZ0IjowLjAsIlJpZ2h0IjowLjAsIkJvdHRvbSI6MC4wfSwiUGFkZGluZyI6eyIkaWQiOiIyNjIwIiwiVG9wIjowLjAsIkxlZnQiOjAuMCwiUmlnaHQiOjAuMCwiQm90dG9tIjowLjB9LCJCYWNrZ3JvdW5kIjp7IiRpZCI6IjI2MjEiLCJDb2xvciI6eyIkaWQiOiIyNjIyIiwiQSI6MCwiUiI6MjU1LCJHIjoyNTUsIkIiOjI1NX19LCJJc1Zpc2libGUiOmZhbHNlLCJXaWR0aCI6MC4wLCJIZWlnaHQiOjAuMCwiQm9yZGVyU3R5bGUiOnsiJGlkIjoiMjYyMyIsIkxpbmVDb2xvciI6bnVsbCwiTGluZVdlaWdodCI6MC4wLCJMaW5lVHlwZSI6MCwiUGFyZW50U3R5bGUiOm51bGx9LCJQYXJlbnRTdHlsZSI6bnVsbH0sIkRhdGVGb3JtYXQiOnsiJGlkIjoiMjYy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I1IiwiRm9ybWF0IjowLCJJc1Zpc2libGUiOmZhbHNlLCJMYXN0S25vd25WaXNpYmlsaXR5U3RhdGUiOmZhbHNlfSwiSXNWaXNpYmxlIjp0cnVlLCJWYXJpYW5jZVN0eWxlIjp7IiRpZCI6IjI2MjYiLCJUZXh0U3R5bGUiOnsiJGlkIjoiMjYyNyIsIkZvbnRTZXR0aW5ncyI6eyIkaWQiOiIyNjI4IiwiRm9udFNpemUiOjEwLCJGb250TmFtZSI6IkNhbGlicmkiLCJJc0JvbGQiOmZhbHNlLCJJc0l0YWxpYyI6ZmFsc2UsIklzVW5kZXJsaW5lZCI6ZmFsc2UsIlBhcmVudFN0eWxlIjpudWxsfSwiQXV0b1NpemUiOjAsIkZvcmVncm91bmQiOnsiJGlkIjoiMjYyOSIsIkNvbG9yIjp7IiRpZCI6IjI2MzA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jYzMSIsIlRvcCI6MC4wLCJMZWZ0IjowLjAsIlJpZ2h0IjowLjAsIkJvdHRvbSI6MC4wfSwiUGFkZGluZyI6eyIkaWQiOiIyNjMyIiwiVG9wIjowLjAsIkxlZnQiOjAuMCwiUmlnaHQiOjAuMCwiQm90dG9tIjowLjB9LCJCYWNrZ3JvdW5kIjp7IiRpZCI6IjI2MzMiLCJDb2xvciI6eyIkaWQiOiIyNjM0IiwiQSI6NTAsIlIiOjAsIkciOjAsIkIiOjB9fSwiSXNWaXNpYmxlIjp0cnVlLCJXaWR0aCI6MC4wLCJIZWlnaHQiOjAuMCwiQm9yZGVyU3R5bGUiOm51bGwsIlBhcmVudFN0eWxlIjpudWxsfSwiUGFyZW50U3R5bGUiOm51bGx9LCJQYXJlbnRTdHlsZSI6bnVsbH0sIkh5cGVybGluayI6bnVsbCwiQmFzZWxpbmVEYXRhIjp7IiRpZCI6IjI2MzUiLCJEYXRlIjoiMjAyNi0xMC0zMVQyMzo1OTowMCJ9LCJJbXBvcnRJZCI6IiJ9XSwiSWQiOiIwMDAwMDAwMC0wMDAwLTAwMDAtMDAwMC0wMDAwMDAwMDAwMDAiLCJJc1NpbmdsZUl0ZW1Sb3ciOnRydWV9XSwiSW5kZXgiOjQsIklkIjoiMWI4M2Y3NmItMTVhZi00Y2IzLThkODUtZDJlNDNhZjQzZGIyIiwiSGVhZGVyVGV4dCI6Ik1lY2hhbmljYWwgRGV2ZWxvcG1lbnRcclxuKFNhbHZhKSIsIklzRGVmYXVsdCI6ZmFsc2UsIlN0eWxlIjp7IiRpZCI6IjI2MzYiLCJIZWFkZXJTdHlsZSI6eyIkaWQiOiIyNjM3IiwiVGV4dFN0eWxlIjp7IiRpZCI6IjI2MzgiLCJGb250U2V0dGluZ3MiOnsiJGlkIjoiMjYzOSIsIkZvbnRTaXplIjoxMiwiRm9udE5hbWUiOiJDYWxpYnJpIiwiSXNCb2xkIjpmYWxzZSwiSXNJdGFsaWMiOmZhbHNlLCJJc1VuZGVybGluZWQiOmZhbHNlLCJQYXJlbnRTdHlsZSI6bnVsbH0sIkF1dG9TaXplIjowLCJGb3JlZ3JvdW5kIjp7IiRpZCI6IjI2NDAiLCJDb2xvciI6eyIkaWQiOiIyNjQxIiwiQSI6MjU1LCJSIjowLCJHIjowLCJCIjowfX0sIk1heFdpZHRoIjowLjAsIk1heEhlaWdodCI6MC4wLCJTbWFydEZvcmVncm91bmRJc0FjdGl2ZSI6ZmFsc2UsIkhvcml6b250YWxBbGlnbm1lbnQiOjAsIlZlcnRpY2FsQWxpZ25tZW50IjowLCJTbWFydEZvcmVncm91bmQiOm51bGwsIkJhY2tncm91bmRGaWxsVHlwZSI6MCwiTWFyZ2luIjp7IiRpZCI6IjI2NDIiLCJUb3AiOjAuMCwiTGVmdCI6MC4wLCJSaWdodCI6MC4wLCJCb3R0b20iOjAuMH0sIlBhZGRpbmciOnsiJGlkIjoiMjY0MyIsIlRvcCI6MC4wLCJMZWZ0IjowLjAsIlJpZ2h0IjowLjAsIkJvdHRvbSI6MC4wfSwiQmFja2dyb3VuZCI6bnVsbCwiSXNWaXNpYmxlIjpmYWxzZSwiV2lkdGgiOjAuMCwiSGVpZ2h0IjowLjAsIkJvcmRlclN0eWxlIjpudWxsLCJQYXJlbnRTdHlsZSI6bnVsbH0sIlJlY3RhbmdsZVN0eWxlIjp7IiRpZCI6IjI2NDQiLCJNYXJnaW4iOnsiJGlkIjoiMjY0NSIsIlRvcCI6MC4wLCJMZWZ0IjowLjAsIlJpZ2h0IjowLjAsIkJvdHRvbSI6MC4wfSwiUGFkZGluZyI6eyIkaWQiOiIyNjQ2IiwiVG9wIjowLjAsIkxlZnQiOjAuMCwiUmlnaHQiOjAuMCwiQm90dG9tIjowLjB9LCJCYWNrZ3JvdW5kIjp7IiRpZCI6IjI2NDciLCJDb2xvciI6eyIkaWQiOiIyNjQ4IiwiQSI6NjMsIlIiOjkxLCJHIjoxNTUsIkIiOjIxM319LCJJc1Zpc2libGUiOmZhbHNlLCJXaWR0aCI6MC4wLCJIZWlnaHQiOjAuMCwiQm9yZGVyU3R5bGUiOnsiJGlkIjoiMjY0OSIsIkxpbmVDb2xvciI6eyIkaWQiOiIyNjUwIiwiJHR5cGUiOiJOTFJFLkNvbW1vbi5Eb20uU29saWRDb2xvckJydXNoLCBOTFJFLkNvbW1vbiIsIkNvbG9yIjp7IiRpZCI6IjI2NTEiLCJBIjoyNTUsIlIiOjI1NSwiRyI6MCwiQiI6MH19LCJMaW5lV2VpZ2h0IjowLjAsIkxpbmVUeXBlIjowLCJQYXJlbnRTdHlsZSI6bnVsbH0sIlBhcmVudFN0eWxlIjpudWxsfSwiTWFyZ2luIjp7IiRpZCI6IjI2NTIiLCJUb3AiOjAuMCwiTGVmdCI6MC4wLCJSaWdodCI6MC4wLCJCb3R0b20iOjAuMH0sIlBhZGRpbmciOnsiJGlkIjoiMjY1MyIsIlRvcCI6MC4wLCJMZWZ0IjowLjAsIlJpZ2h0IjowLjAsIkJvdHRvbSI6MC4wfSwiQmFja2dyb3VuZCI6bnVsbCwiSXNWaXNpYmxlIjp0cnVlLCJXaWR0aCI6MC4wLCJIZWlnaHQiOjAuMCwiQm9yZGVyU3R5bGUiOm51bGwsIlBhcmVudFN0eWxlIjpudWxsfSwiQmFja2dyb3VuZFN0eWxlIjp7IiRpZCI6IjI2NTQiLCJNYXJnaW4iOnsiJGlkIjoiMjY1NSIsIlRvcCI6MC4wLCJMZWZ0IjowLjAsIlJpZ2h0IjowLjAsIkJvdHRvbSI6MC4wfSwiUGFkZGluZyI6eyIkaWQiOiIyNjU2IiwiVG9wIjowLjAsIkxlZnQiOjAuMCwiUmlnaHQiOjAuMCwiQm90dG9tIjowLjB9LCJCYWNrZ3JvdW5kIjp7IiRpZCI6IjI2NTciLCJDb2xvciI6eyIkaWQiOiIyNjU4IiwiQSI6MzgsIlIiOjkxLCJHIjoxNTUsIkIiOjIxM319LCJJc1Zpc2libGUiOnRydWUsIldpZHRoIjowLjAsIkhlaWdodCI6MC4wLCJCb3JkZXJTdHlsZSI6eyIkaWQiOiIyNjU5IiwiTGluZUNvbG9yIjp7IiRpZCI6IjI2NjAiLCIkdHlwZSI6Ik5MUkUuQ29tbW9uLkRvbS5Tb2xpZENvbG9yQnJ1c2gsIE5MUkUuQ29tbW9uIiwiQ29sb3IiOnsiJGlkIjoiMjY2MSIsIkEiOjI1NSwiUiI6MjM0LCJHIjoyMiwiQiI6MzB9fSwiTGluZVdlaWdodCI6MC4wLCJMaW5lVHlwZSI6MCwiUGFyZW50U3R5bGUiOm51bGx9LCJQYXJlbnRTdHlsZSI6bnVsbH0sIk1hcmdpbiI6eyIkaWQiOiIyNjYyIiwiVG9wIjowLjAsIkxlZnQiOjAuMCwiUmlnaHQiOjAuMCwiQm90dG9tIjowLjB9LCJQYWRkaW5nIjp7IiRpZCI6IjI2NjMiLCJUb3AiOjAuMCwiTGVmdCI6MC4wLCJSaWdodCI6MC4wLCJCb3R0b20iOjAuMH0sIklzVmlzaWJsZSI6dHJ1ZSwiV2lkdGgiOjAuMCwiSGVpZ2h0IjowLjAsIkJvcmRlclN0eWxlIjp7IiRpZCI6IjI2NjQiLCJMaW5lQ29sb3IiOm51bGwsIkxpbmVXZWlnaHQiOjAuMCwiTGluZVR5cGUiOjAsIlBhcmVudFN0eWxlIjpudWxsfSwiUGFyZW50U3R5bGUiOm51bGx9fSx7IiRpZCI6IjI2NjUiLCJfcm93cyI6W3siJGlkIjoiMjY2NiIsIl90YXNrcyI6W3siJGlkIjoiMjY2NyIsIl9hdHRhY2hlZE1pbGVzdG9uZXMiOlt7IiRpZCI6IjI2NjgiLCJEYXRlIjoiMjAyNi0wNi0zMFQyMzo1OTowMCIsIlN0eWxlIjp7IiRpZCI6IjI2NjkiLCJTaGFwZSI6MSwiQ29ubmVjdG9yTWFyZ2luIjp7IiRpZCI6IjI2NzAiLCJUb3AiOjAuMCwiTGVmdCI6Mi4wLCJSaWdodCI6Mi4wLCJCb3R0b20iOjAuMH0sIkNvbm5lY3RvclN0eWxlIjp7IiRpZCI6IjI2NzEiLCJMaW5lQ29sb3IiOnsiJGlkIjoiMjY3MiIsIiR0eXBlIjoiTkxSRS5Db21tb24uRG9tLlNvbGlkQ29sb3JCcnVzaCwgTkxSRS5Db21tb24iLCJDb2xvciI6eyIkaWQiOiIyNjczIiwiQSI6MTI3LCJSIjo2OCwiRyI6ODQsIkIiOjEwNn19LCJMaW5lV2VpZ2h0IjoxLjAsIkxpbmVUeXBlIjowLCJQYXJlbnRTdHlsZSI6bnVsbH0sIklzQmVsb3dUaW1lYmFuZCI6dHJ1ZSwiUG9zaXRpb25PblRhc2siOjMsIkhpZGVEYXRlIjpmYWxzZSwiU2hhcGVTaXplIjowLCJTcGFjaW5nIjowLjAsIlBhZGRpbmciOnsiJGlkIjoiMjY3NCIsIlRvcCI6NS4wLCJMZWZ0IjozLjAsIlJpZ2h0IjowLjAsIkJvdHRvbSI6Mi4wfSwiU2hhcGVTdHlsZSI6eyIkaWQiOiIyNjc1IiwiTWFyZ2luIjp7IiRpZCI6IjI2NzYiLCJUb3AiOjAuMCwiTGVmdCI6MC4wLCJSaWdodCI6MC4wLCJCb3R0b20iOjAuMH0sIlBhZGRpbmciOnsiJGlkIjoiMjY3NyIsIlRvcCI6MC4wLCJMZWZ0IjowLjAsIlJpZ2h0IjowLjAsIkJvdHRvbSI6MC4wfSwiQmFja2dyb3VuZCI6eyIkaWQiOiIyNjc4IiwiQ29sb3IiOnsiJGlkIjoiMjY3OSIsIkEiOjI1NSwiUiI6NjgsIkciOjg0LCJCIjoxMDZ9fSwiSXNWaXNpYmxlIjp0cnVlLCJXaWR0aCI6MTIuMCwiSGVpZ2h0IjoxNC4wLCJCb3JkZXJTdHlsZSI6eyIkaWQiOiIyNjgwIiwiTGluZUNvbG9yIjp7IiRpZCI6IjI2ODEiLCIkdHlwZSI6Ik5MUkUuQ29tbW9uLkRvbS5Tb2xpZENvbG9yQnJ1c2gsIE5MUkUuQ29tbW9uIiwiQ29sb3IiOnsiJGlkIjoiMjY4MiIsIkEiOjI1NSwiUiI6MjM0LCJHIjoyMiwiQiI6MzB9fSwiTGluZVdlaWdodCI6MC4wLCJMaW5lVHlwZSI6MCwiUGFyZW50U3R5bGUiOm51bGx9LCJQYXJlbnRTdHlsZSI6bnVsbH0sIlRpdGxlU3R5bGUiOnsiJGlkIjoiMjY4MyIsIkZvbnRTZXR0aW5ncyI6eyIkaWQiOiIyNjg0IiwiRm9udFNpemUiOjExLCJGb250TmFtZSI6IkNhbGlicmkiLCJJc0JvbGQiOnRydWUsIklzSXRhbGljIjpmYWxzZSwiSXNVbmRlcmxpbmVkIjpmYWxzZSwiUGFyZW50U3R5bGUiOm51bGx9LCJBdXRvU2l6ZSI6MCwiRm9yZWdyb3VuZCI6eyIkaWQiOiIyNjg1IiwiQ29sb3IiOnsiJGlkIjoiMjY4Ni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Njg3IiwiVG9wIjowLjAsIkxlZnQiOjAuMCwiUmlnaHQiOjAuMCwiQm90dG9tIjowLjB9LCJQYWRkaW5nIjp7IiRpZCI6IjI2ODgiLCJUb3AiOjAuMCwiTGVmdCI6MC4wLCJSaWdodCI6MC4wLCJCb3R0b20iOjAuMH0sIkJhY2tncm91bmQiOnsiJGlkIjoiMjY4OSIsIkNvbG9yIjp7IiRpZCI6IjI2OTAiLCJBIjowLCJSIjoyNTUsIkciOjI1NSwiQiI6MjU1fX0sIklzVmlzaWJsZSI6dHJ1ZSwiV2lkdGgiOjAuMCwiSGVpZ2h0IjowLjAsIkJvcmRlclN0eWxlIjp7IiRpZCI6IjI2OTEiLCJMaW5lQ29sb3IiOm51bGwsIkxpbmVXZWlnaHQiOjAuMCwiTGluZVR5cGUiOjAsIlBhcmVudFN0eWxlIjpudWxsfSwiUGFyZW50U3R5bGUiOm51bGx9LCJEYXRlU3R5bGUiOnsiJGlkIjoiMjY5MiIsIkZvbnRTZXR0aW5ncyI6eyIkaWQiOiIyNjkzIiwiRm9udFNpemUiOjEwLCJGb250TmFtZSI6IkNhbGlicmkiLCJJc0JvbGQiOmZhbHNlLCJJc0l0YWxpYyI6ZmFsc2UsIklzVW5kZXJsaW5lZCI6ZmFsc2UsIlBhcmVudFN0eWxlIjpudWxsfSwiQXV0b1NpemUiOjAsIkZvcmVncm91bmQiOnsiJGlkIjoiMjY5NCIsIkNvbG9yIjp7IiRpZCI6IjI2OTU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2OTYiLCJUb3AiOjAuMCwiTGVmdCI6MC4wLCJSaWdodCI6MC4wLCJCb3R0b20iOjAuMH0sIlBhZGRpbmciOnsiJGlkIjoiMjY5NyIsIlRvcCI6MC4wLCJMZWZ0IjowLjAsIlJpZ2h0IjowLjAsIkJvdHRvbSI6MC4wfSwiQmFja2dyb3VuZCI6eyIkaWQiOiIyNjk4IiwiQ29sb3IiOnsiJGlkIjoiMjY5OSIsIkEiOjAsIlIiOjI1NSwiRyI6MjU1LCJCIjoyNTV9fSwiSXNWaXNpYmxlIjpmYWxzZSwiV2lkdGgiOjAuMCwiSGVpZ2h0IjowLjAsIkJvcmRlclN0eWxlIjp7IiRpZCI6IjI3MDAiLCJMaW5lQ29sb3IiOm51bGwsIkxpbmVXZWlnaHQiOjAuMCwiTGluZVR5cGUiOjAsIlBhcmVudFN0eWxlIjpudWxsfSwiUGFyZW50U3R5bGUiOm51bGx9LCJEYXRlRm9ybWF0Ijp7IiRpZCI6IjI3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wMiIsIkZvcm1hdCI6MCwiSXNWaXNpYmxlIjpmYWxzZSwiTGFzdEtub3duVmlzaWJpbGl0eVN0YXRlIjpmYWxzZX0sIklzVmlzaWJsZSI6dHJ1ZSwiVmFyaWFuY2VTdHlsZSI6eyIkaWQiOiIyNzAzIiwiVGV4dFN0eWxlIjp7IiRpZCI6IjI3MDQiLCJGb250U2V0dGluZ3MiOnsiJGlkIjoiMjcwNSIsIkZvbnRTaXplIjoxMCwiRm9udE5hbWUiOiJDYWxpYnJpIiwiSXNCb2xkIjpmYWxzZSwiSXNJdGFsaWMiOmZhbHNlLCJJc1VuZGVybGluZWQiOmZhbHNlLCJQYXJlbnRTdHlsZSI6bnVsbH0sIkF1dG9TaXplIjowLCJGb3JlZ3JvdW5kIjp7IiRpZCI6IjI3MDYiLCJDb2xvciI6eyIkaWQiOiIyNzA3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3MDgiLCJUb3AiOjAuMCwiTGVmdCI6MC4wLCJSaWdodCI6MC4wLCJCb3R0b20iOjAuMH0sIlBhZGRpbmciOnsiJGlkIjoiMjcwOSIsIlRvcCI6MC4wLCJMZWZ0IjowLjAsIlJpZ2h0IjowLjAsIkJvdHRvbSI6MC4wfSwiQmFja2dyb3VuZCI6eyIkaWQiOiIyNzEwIiwiQ29sb3IiOnsiJGlkIjoiMjcxMSIsIkEiOjUwLCJSIjowLCJHIjowLCJCIjowfX0sIklzVmlzaWJsZSI6dHJ1ZSwiV2lkdGgiOjAuMCwiSGVpZ2h0IjowLjAsIkJvcmRlclN0eWxlIjpudWxsLCJQYXJlbnRTdHlsZSI6bnVsbH0sIlBhcmVudFN0eWxlIjpudWxsfSwiUGFyZW50U3R5bGUiOm51bGx9LCJJbmRleCI6NSwiUGVyY2VudGFnZUNvbXBsZXRlIjpudWxsLCJQb3NpdGlvbiI6eyJSYXRpbyI6MC4wLCJJc0N1c3RvbSI6ZmFsc2V9LCJEYXRlRm9ybWF0Ijp7IiRyZWYiOiIyNzAxIn0sIldlZWtOdW1iZXJpbmciOnsiJGlkIjoiMjcxMiIsIkZvcm1hdCI6MCwiSXNWaXNpYmxlIjpmYWxzZSwiTGFzdEtub3duVmlzaWJpbGl0eVN0YXRlIjpmYWxzZX0sIkJhc2VsaW5lRGF0YSI6eyIkaWQiOiIyNzEzIiwiRGF0ZSI6IjIwMjYtMDYtMzBUMjM6NTk6MDAifSwiUmVsYXRlZFRhc2tJZCI6ImE4NDE2YjQ4LWI5NzAtNGQ5NS05ZGUxLWEyMzYxMmJlZjk1OSIsIklkIjoiMWFhNTZkMTctNWZjNS00MjdkLTlmZWQtYWQ2MjE4NDRmNjYzIiwiSW1wb3J0SWQiOiIiLCJUaXRsZSI6IlRyeSBldmVudCBmcmFtZSBhcHByb2FjaCIsIk5vdGUiOm51bGwsIkh5cGVybGluayI6eyIkaWQiOiIyNzE0IiwiQWRkcmVzcyI6IiIsIlN1YkFkZHJlc3MiOiIifSwiSXNDaGFuZ2VkIjpmYWxzZSwiSXNOZXciOmZhbHNlfV0sIlRhc2tEZWZpbml0aW9uIjp7IiRpZCI6IjI3MTUiLCJHcm91cE5hbWUiOm51bGwsIlN0YXJ0RGF0ZSI6IjIwMjYtMDUtMDZUMjM6NTk6MDBaIiwiRW5kRGF0ZSI6IjIwMjYtMDYtMzBUMjM6NTk6MDBaIiwiUGVyY2VudGFnZUNvbXBsZXRlIjpudWxsLCJTdHlsZSI6eyIkaWQiOiIyNzE2IiwiU2hhcGUiOjEsIlNoYXBlVGhpY2tuZXNzIjowLCJEdXJhdGlvbkZvcm1hdCI6MCwiSW5jbHVkZU5vbldvcmtpbmdEYXlzSW5EdXJhdGlvbiI6ZmFsc2UsIlBlcmNlbnRhZ2VDb21wbGV0ZVN0eWxlIjp7IiRpZCI6IjI3MTciLCJGb250U2V0dGluZ3MiOnsiJGlkIjoiMjcxOCIsIkZvbnRTaXplIjoxMCwiRm9udE5hbWUiOiJDYWxpYnJpIiwiSXNCb2xkIjpmYWxzZSwiSXNJdGFsaWMiOmZhbHNlLCJJc1VuZGVybGluZWQiOmZhbHNlLCJQYXJlbnRTdHlsZSI6bnVsbH0sIkF1dG9TaXplIjowLCJGb3JlZ3JvdW5kIjp7IiRpZCI6IjI3MTkiLCJDb2xvciI6eyIkaWQiOiIyNzI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cyMSIsIlRvcCI6MC4wLCJMZWZ0IjowLjAsIlJpZ2h0IjowLjAsIkJvdHRvbSI6MC4wfSwiUGFkZGluZyI6eyIkaWQiOiIyNzIyIiwiVG9wIjowLjAsIkxlZnQiOjAuMCwiUmlnaHQiOjAuMCwiQm90dG9tIjowLjB9LCJCYWNrZ3JvdW5kIjp7IiRpZCI6IjI3MjMiLCJDb2xvciI6eyIkaWQiOiIyNzI0IiwiQSI6ODksIlIiOjAsIkciOjAsIkIiOjB9fSwiSXNWaXNpYmxlIjp0cnVlLCJXaWR0aCI6MC4wLCJIZWlnaHQiOjAuMCwiQm9yZGVyU3R5bGUiOnsiJGlkIjoiMjcyNSIsIkxpbmVDb2xvciI6bnVsbCwiTGluZVdlaWdodCI6MC4wLCJMaW5lVHlwZSI6MCwiUGFyZW50U3R5bGUiOm51bGx9LCJQYXJlbnRTdHlsZSI6bnVsbH0sIkR1cmF0aW9uU3R5bGUiOnsiJGlkIjoiMjcyNiIsIkZvbnRTZXR0aW5ncyI6eyIkaWQiOiIyNzI3IiwiRm9udFNpemUiOjEwLCJGb250TmFtZSI6IkNhbGlicmkiLCJJc0JvbGQiOmZhbHNlLCJJc0l0YWxpYyI6ZmFsc2UsIklzVW5kZXJsaW5lZCI6ZmFsc2UsIlBhcmVudFN0eWxlIjpudWxsfSwiQXV0b1NpemUiOjAsIkZvcmVncm91bmQiOnsiJGlkIjoiMjcyOCIsIkNvbG9yIjp7IiRpZCI6IjI3Mj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zMwIiwiVG9wIjowLjAsIkxlZnQiOjAuMCwiUmlnaHQiOjAuMCwiQm90dG9tIjowLjB9LCJQYWRkaW5nIjp7IiRpZCI6IjI3MzEiLCJUb3AiOjAuMCwiTGVmdCI6MC4wLCJSaWdodCI6MC4wLCJCb3R0b20iOjAuMH0sIkJhY2tncm91bmQiOnsiJGlkIjoiMjczMiIsIkNvbG9yIjp7IiRpZCI6IjI3MzMiLCJBIjo4OSwiUiI6MCwiRyI6MCwiQiI6MH19LCJJc1Zpc2libGUiOnRydWUsIldpZHRoIjowLjAsIkhlaWdodCI6MC4wLCJCb3JkZXJTdHlsZSI6eyIkaWQiOiIyNzM0IiwiTGluZUNvbG9yIjpudWxsLCJMaW5lV2VpZ2h0IjowLjAsIkxpbmVUeXBlIjowLCJQYXJlbnRTdHlsZSI6bnVsbH0sIlBhcmVudFN0eWxlIjpudWxsfSwiSG9yaXpvbnRhbENvbm5lY3RvclN0eWxlIjp7IiRpZCI6IjI3MzUiLCJMaW5lQ29sb3IiOnsiJGlkIjoiMjczNiIsIiR0eXBlIjoiTkxSRS5Db21tb24uRG9tLlNvbGlkQ29sb3JCcnVzaCwgTkxSRS5Db21tb24iLCJDb2xvciI6eyIkaWQiOiIyNzM3IiwiQSI6MjU1LCJSIjoyMDQsIkciOjIwNCwiQiI6MjA0fX0sIkxpbmVXZWlnaHQiOjEuMCwiTGluZVR5cGUiOjAsIlBhcmVudFN0eWxlIjpudWxsfSwiVmVydGljYWxDb25uZWN0b3JTdHlsZSI6eyIkaWQiOiIyNzM4IiwiTGluZUNvbG9yIjp7IiRpZCI6IjI3MzkiLCIkdHlwZSI6Ik5MUkUuQ29tbW9uLkRvbS5Tb2xpZENvbG9yQnJ1c2gsIE5MUkUuQ29tbW9uIiwiQ29sb3IiOnsiJGlkIjoiMjc0MC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VmFyaWFuY2VQb3NpdGlvbiI6NiwiU3BhY2luZyI6MywiSXNCZWxvd1RpbWViYW5kIjp0cnVlLCJQZXJjZW50YWdlQ29tcGxldGVTaGFwZU9wYWNpdHkiOjM1LCJCYXNlbGluZVN0eWxlIjp7IiRpZCI6IjI3NDEiLCJTaGFwZVN0eWxlIjp7IiRpZCI6IjI3NDIiLCJNYXJnaW4iOnsiJGlkIjoiMjc0MyIsIlRvcCI6MC4wLCJMZWZ0IjowLjAsIlJpZ2h0IjowLjAsIkJvdHRvbSI6MC4wfSwiUGFkZGluZyI6eyIkaWQiOiIyNzQ0IiwiVG9wIjowLjAsIkxlZnQiOjAuMCwiUmlnaHQiOjAuMCwiQm90dG9tIjowLjB9LCJCYWNrZ3JvdW5kIjp7IiRpZCI6IjI3NDUiLCJDb2xvciI6eyIkaWQiOiIyNzQ2IiwiQSI6MTUzLCJSIjowLCJHIjowLCJCIjowfX0sIklzVmlzaWJsZSI6dHJ1ZSwiV2lkdGgiOjAuMCwiSGVpZ2h0IjowLjAsIkJvcmRlclN0eWxlIjpudWxsLCJQYXJlbnRTdHlsZSI6bnVsbH0sIk1hcmdpbiI6eyIkaWQiOiIyNzQ3IiwiVG9wIjowLjAsIkxlZnQiOjAuMCwiUmlnaHQiOjAuMCwiQm90dG9tIjowLjB9LCJQYWRkaW5nIjp7IiRpZCI6IjI3NDgiLCJUb3AiOjAuMCwiTGVmdCI6MC4wLCJSaWdodCI6MC4wLCJCb3R0b20iOjAuMH0sIkJhY2tncm91bmQiOm51bGwsIklzVmlzaWJsZSI6dHJ1ZSwiV2lkdGgiOjAuMCwiSGVpZ2h0IjowLjAsIkJvcmRlclN0eWxlIjpudWxsLCJQYXJlbnRTdHlsZSI6bnVsbH0sIlNoYXBlU3R5bGUiOnsiJGlkIjoiMjc0OSIsIk1hcmdpbiI6eyIkaWQiOiIyNzUwIiwiVG9wIjowLjAsIkxlZnQiOjQuMCwiUmlnaHQiOjQuMCwiQm90dG9tIjowLjB9LCJQYWRkaW5nIjp7IiRpZCI6IjI3NTEiLCJUb3AiOjAuMCwiTGVmdCI6MC4wLCJSaWdodCI6MC4wLCJCb3R0b20iOjAuMH0sIkJhY2tncm91bmQiOnsiJGlkIjoiMjc1MiIsIkNvbG9yIjp7IiRpZCI6IjI3NTMiLCJBIjoyNTUsIlIiOjE3OCwiRyI6MTQsIkIiOjE4fX0sIklzVmlzaWJsZSI6dHJ1ZSwiV2lkdGgiOjAuMCwiSGVpZ2h0IjoxMC4wLCJCb3JkZXJTdHlsZSI6eyIkaWQiOiIyNzU0IiwiTGluZUNvbG9yIjp7IiRpZCI6IjI3NTUiLCIkdHlwZSI6Ik5MUkUuQ29tbW9uLkRvbS5Tb2xpZENvbG9yQnJ1c2gsIE5MUkUuQ29tbW9uIiwiQ29sb3IiOnsiJGlkIjoiMjc1NiIsIkEiOjI1NSwiUiI6MjM0LCJHIjoyMiwiQiI6MzB9fSwiTGluZVdlaWdodCI6MC4wLCJMaW5lVHlwZSI6MCwiUGFyZW50U3R5bGUiOm51bGx9LCJQYXJlbnRTdHlsZSI6bnVsbH0sIlRpdGxlU3R5bGUiOnsiJGlkIjoiMjc1NyIsIkZvbnRTZXR0aW5ncyI6eyIkaWQiOiIyNzU4IiwiRm9udFNpemUiOjExLCJGb250TmFtZSI6IkNhbGlicmkiLCJJc0JvbGQiOmZhbHNlLCJJc0l0YWxpYyI6ZmFsc2UsIklzVW5kZXJsaW5lZCI6ZmFsc2UsIlBhcmVudFN0eWxlIjpudWxsfSwiQXV0b1NpemUiOjAsIkZvcmVncm91bmQiOnsiJGlkIjoiMjc1OSIsIkNvbG9yIjp7IiRpZCI6IjI3NjA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jc2MSIsIlRvcCI6MC4wLCJMZWZ0IjowLjAsIlJpZ2h0IjowLjAsIkJvdHRvbSI6MC4wfSwiUGFkZGluZyI6eyIkaWQiOiIyNzYyIiwiVG9wIjowLjAsIkxlZnQiOjAuMCwiUmlnaHQiOjAuMCwiQm90dG9tIjowLjB9LCJCYWNrZ3JvdW5kIjp7IiRpZCI6IjI3NjMiLCJDb2xvciI6eyIkaWQiOiIyNzY0IiwiQSI6MCwiUiI6MjU1LCJHIjoyNTUsIkIiOjI1NX19LCJJc1Zpc2libGUiOnRydWUsIldpZHRoIjowLjAsIkhlaWdodCI6MC4wLCJCb3JkZXJTdHlsZSI6eyIkaWQiOiIyNzY1IiwiTGluZUNvbG9yIjpudWxsLCJMaW5lV2VpZ2h0IjowLjAsIkxpbmVUeXBlIjowLCJQYXJlbnRTdHlsZSI6bnVsbH0sIlBhcmVudFN0eWxlIjpudWxsfSwiRGF0ZVN0eWxlIjp7IiRpZCI6IjI3NjYiLCJGb250U2V0dGluZ3MiOnsiJGlkIjoiMjc2NyIsIkZvbnRTaXplIjoxMCwiRm9udE5hbWUiOiJDYWxpYnJpIiwiSXNCb2xkIjpmYWxzZSwiSXNJdGFsaWMiOmZhbHNlLCJJc1VuZGVybGluZWQiOmZhbHNlLCJQYXJlbnRTdHlsZSI6bnVsbH0sIkF1dG9TaXplIjowLCJGb3JlZ3JvdW5kIjp7IiRpZCI6IjI3NjgiLCJDb2xvciI6eyIkaWQiOiIyNzY5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NzcwIiwiVG9wIjowLjAsIkxlZnQiOjAuMCwiUmlnaHQiOjAuMCwiQm90dG9tIjowLjB9LCJQYWRkaW5nIjp7IiRpZCI6IjI3NzEiLCJUb3AiOjAuMCwiTGVmdCI6MC4wLCJSaWdodCI6MC4wLCJCb3R0b20iOjAuMH0sIkJhY2tncm91bmQiOnsiJGlkIjoiMjc3MiIsIkNvbG9yIjp7IiRpZCI6IjI3NzMiLCJBIjo4OSwiUiI6MCwiRyI6MCwiQiI6MH19LCJJc1Zpc2libGUiOnRydWUsIldpZHRoIjowLjAsIkhlaWdodCI6MC4wLCJCb3JkZXJTdHlsZSI6eyIkaWQiOiIyNzc0IiwiTGluZUNvbG9yIjpudWxsLCJMaW5lV2VpZ2h0IjowLjAsIkxpbmVUeXBlIjowLCJQYXJlbnRTdHlsZSI6bnVsbH0sIlBhcmVudFN0eWxlIjpudWxsfSwiRGF0ZUZvcm1hdCI6eyIkaWQiOiIyNzc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3NzYiLCJGb3JtYXQiOjAsIklzVmlzaWJsZSI6ZmFsc2UsIkxhc3RLbm93blZpc2liaWxpdHlTdGF0ZSI6ZmFsc2V9LCJJc1Zpc2libGUiOnRydWUsIlZhcmlhbmNlU3R5bGUiOnsiJGlkIjoiMjc3NyIsIlRleHRTdHlsZSI6eyIkaWQiOiIyNzc4IiwiRm9udFNldHRpbmdzIjp7IiRpZCI6IjI3NzkiLCJGb250U2l6ZSI6MTAsIkZvbnROYW1lIjoiQ2FsaWJyaSIsIklzQm9sZCI6ZmFsc2UsIklzSXRhbGljIjpmYWxzZSwiSXNVbmRlcmxpbmVkIjpmYWxzZSwiUGFyZW50U3R5bGUiOm51bGx9LCJBdXRvU2l6ZSI6MCwiRm9yZWdyb3VuZCI6eyIkaWQiOiIyNzgwIiwiQ29sb3IiOnsiJGlkIjoiMjc4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zgyIiwiVG9wIjowLjAsIkxlZnQiOjAuMCwiUmlnaHQiOjAuMCwiQm90dG9tIjowLjB9LCJQYWRkaW5nIjp7IiRpZCI6IjI3ODMiLCJUb3AiOjAuMCwiTGVmdCI6MC4wLCJSaWdodCI6MC4wLCJCb3R0b20iOjAuMH0sIkJhY2tncm91bmQiOnsiJGlkIjoiMjc4NCIsIkNvbG9yIjp7IiRpZCI6IjI3ODUiLCJBIjo1MCwiUiI6MCwiRyI6MCwiQiI6MH19LCJJc1Zpc2libGUiOnRydWUsIldpZHRoIjowLjAsIkhlaWdodCI6MC4wLCJCb3JkZXJTdHlsZSI6bnVsbCwiUGFyZW50U3R5bGUiOm51bGx9LCJQYXJlbnRTdHlsZSI6bnVsbH0sIlBhcmVudFN0eWxlIjpudWxsfSwiSW5kZXgiOjQsIlNtYXJ0RHVyYXRpb25BY3RpdmF0ZWQiOmZhbHNlLCJEYXRlRm9ybWF0Ijp7IiRyZWYiOiIyNzc1In0sIldlZWtOdW1iZXJpbmciOnsiJGlkIjoiMjc4NiIsIkZvcm1hdCI6MCwiSXNWaXNpYmxlIjpmYWxzZSwiTGFzdEtub3duVmlzaWJpbGl0eVN0YXRlIjpmYWxzZX0sIkJhc2VsaW5lRGF0YSI6eyIkaWQiOiIyNzg3IiwiU3RhcnREYXRlIjoiMjAyNi0wNS0wNlQyMzo1OTowMCIsIkVuZERhdGUiOiIyMDI2LTA2LTMwVDIzOjU5OjAwIn0sIklkIjoiYTg0MTZiNDgtYjk3MC00ZDk1LTlkZTEtYTIzNjEyYmVmOTU5IiwiSW1wb3J0SWQiOm51bGwsIlRpdGxlIjoiRXZlbnQgRnJhbWVzIEFwcHJvYWNoIiwiTm90ZSI6bnVsbCwiSHlwZXJsaW5rIjp7IiRpZCI6IjI3ODgiLCJBZGRyZXNzIjoiIiwiU3ViQWRkcmVzcyI6IiJ9LCJJc0NoYW5nZWQiOmZhbHNlLCJJc05ldyI6ZmFsc2V9fV0sIl9taWxlc3RvbmVzIjpbXSwiSWQiOiIwMDAwMDAwMC0wMDAwLTAwMDAtMDAwMC0wMDAwMDAwMDAwMDAiLCJJc1NpbmdsZUl0ZW1Sb3ciOnRydWV9LHsiJGlkIjoiMjc4OSIsIl90YXNrcyI6W3siJGlkIjoiMjc5MCIsIl9hdHRhY2hlZE1pbGVzdG9uZXMiOltdLCJUYXNrRGVmaW5pdGlvbiI6eyIkaWQiOiIyNzkxIiwiR3JvdXBOYW1lIjpudWxsLCJTdGFydERhdGUiOiIyMDI2LTA1LTA2VDIzOjU5OjAwWiIsIkVuZERhdGUiOiIyMDI2LTA3LTE1VDIzOjU5OjAwWiIsIlBlcmNlbnRhZ2VDb21wbGV0ZSI6bnVsbCwiU3R5bGUiOnsiJGlkIjoiMjc5MiIsIlNoYXBlIjoxLCJTaGFwZVRoaWNrbmVzcyI6MCwiRHVyYXRpb25Gb3JtYXQiOjAsIkluY2x1ZGVOb25Xb3JraW5nRGF5c0luRHVyYXRpb24iOmZhbHNlLCJQZXJjZW50YWdlQ29tcGxldGVTdHlsZSI6eyIkaWQiOiIyNzkzIiwiRm9udFNldHRpbmdzIjp7IiRpZCI6IjI3OTQiLCJGb250U2l6ZSI6MTAsIkZvbnROYW1lIjoiQ2FsaWJyaSIsIklzQm9sZCI6ZmFsc2UsIklzSXRhbGljIjpmYWxzZSwiSXNVbmRlcmxpbmVkIjpmYWxzZSwiUGFyZW50U3R5bGUiOm51bGx9LCJBdXRvU2l6ZSI6MCwiRm9yZWdyb3VuZCI6eyIkaWQiOiIyNzk1IiwiQ29sb3IiOnsiJGlkIjoiMjc5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3OTciLCJUb3AiOjAuMCwiTGVmdCI6MC4wLCJSaWdodCI6MC4wLCJCb3R0b20iOjAuMH0sIlBhZGRpbmciOnsiJGlkIjoiMjc5OCIsIlRvcCI6MC4wLCJMZWZ0IjowLjAsIlJpZ2h0IjowLjAsIkJvdHRvbSI6MC4wfSwiQmFja2dyb3VuZCI6eyIkaWQiOiIyNzk5IiwiQ29sb3IiOnsiJGlkIjoiMjgwMCIsIkEiOjg5LCJSIjowLCJHIjowLCJCIjowfX0sIklzVmlzaWJsZSI6dHJ1ZSwiV2lkdGgiOjAuMCwiSGVpZ2h0IjowLjAsIkJvcmRlclN0eWxlIjp7IiRpZCI6IjI4MDEiLCJMaW5lQ29sb3IiOm51bGwsIkxpbmVXZWlnaHQiOjAuMCwiTGluZVR5cGUiOjAsIlBhcmVudFN0eWxlIjpudWxsfSwiUGFyZW50U3R5bGUiOm51bGx9LCJEdXJhdGlvblN0eWxlIjp7IiRpZCI6IjI4MDIiLCJGb250U2V0dGluZ3MiOnsiJGlkIjoiMjgwMyIsIkZvbnRTaXplIjoxMCwiRm9udE5hbWUiOiJDYWxpYnJpIiwiSXNCb2xkIjpmYWxzZSwiSXNJdGFsaWMiOmZhbHNlLCJJc1VuZGVybGluZWQiOmZhbHNlLCJQYXJlbnRTdHlsZSI6bnVsbH0sIkF1dG9TaXplIjowLCJGb3JlZ3JvdW5kIjp7IiRpZCI6IjI4MDQiLCJDb2xvciI6eyIkaWQiOiIyODA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gwNiIsIlRvcCI6MC4wLCJMZWZ0IjowLjAsIlJpZ2h0IjowLjAsIkJvdHRvbSI6MC4wfSwiUGFkZGluZyI6eyIkaWQiOiIyODA3IiwiVG9wIjowLjAsIkxlZnQiOjAuMCwiUmlnaHQiOjAuMCwiQm90dG9tIjowLjB9LCJCYWNrZ3JvdW5kIjp7IiRpZCI6IjI4MDgiLCJDb2xvciI6eyIkaWQiOiIyODA5IiwiQSI6ODksIlIiOjAsIkciOjAsIkIiOjB9fSwiSXNWaXNpYmxlIjp0cnVlLCJXaWR0aCI6MC4wLCJIZWlnaHQiOjAuMCwiQm9yZGVyU3R5bGUiOnsiJGlkIjoiMjgxMCIsIkxpbmVDb2xvciI6bnVsbCwiTGluZVdlaWdodCI6MC4wLCJMaW5lVHlwZSI6MCwiUGFyZW50U3R5bGUiOm51bGx9LCJQYXJlbnRTdHlsZSI6bnVsbH0sIkhvcml6b250YWxDb25uZWN0b3JTdHlsZSI6eyIkaWQiOiIyODExIiwiTGluZUNvbG9yIjp7IiRpZCI6IjI4MTIiLCIkdHlwZSI6Ik5MUkUuQ29tbW9uLkRvbS5Tb2xpZENvbG9yQnJ1c2gsIE5MUkUuQ29tbW9uIiwiQ29sb3IiOnsiJGlkIjoiMjgxMyIsIkEiOjI1NSwiUiI6MjA0LCJHIjoyMDQsIkIiOjIwNH19LCJMaW5lV2VpZ2h0IjoxLjAsIkxpbmVUeXBlIjowLCJQYXJlbnRTdHlsZSI6bnVsbH0sIlZlcnRpY2FsQ29ubmVjdG9yU3R5bGUiOnsiJGlkIjoiMjgxNCIsIkxpbmVDb2xvciI6eyIkaWQiOiIyODE1IiwiJHR5cGUiOiJOTFJFLkNvbW1vbi5Eb20uU29saWRDb2xvckJydXNoLCBOTFJFLkNvbW1vbiIsIkNvbG9yIjp7IiRpZCI6IjI4MTY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ZhcmlhbmNlUG9zaXRpb24iOjYsIlNwYWNpbmciOjMsIklzQmVsb3dUaW1lYmFuZCI6dHJ1ZSwiUGVyY2VudGFnZUNvbXBsZXRlU2hhcGVPcGFjaXR5IjozNSwiQmFzZWxpbmVTdHlsZSI6eyIkaWQiOiIyODE3IiwiU2hhcGVTdHlsZSI6eyIkaWQiOiIyODE4IiwiTWFyZ2luIjp7IiRpZCI6IjI4MTkiLCJUb3AiOjAuMCwiTGVmdCI6MC4wLCJSaWdodCI6MC4wLCJCb3R0b20iOjAuMH0sIlBhZGRpbmciOnsiJGlkIjoiMjgyMCIsIlRvcCI6MC4wLCJMZWZ0IjowLjAsIlJpZ2h0IjowLjAsIkJvdHRvbSI6MC4wfSwiQmFja2dyb3VuZCI6eyIkaWQiOiIyODIxIiwiQ29sb3IiOnsiJGlkIjoiMjgyMiIsIkEiOjE1MywiUiI6MCwiRyI6MCwiQiI6MH19LCJJc1Zpc2libGUiOnRydWUsIldpZHRoIjowLjAsIkhlaWdodCI6MC4wLCJCb3JkZXJTdHlsZSI6bnVsbCwiUGFyZW50U3R5bGUiOm51bGx9LCJNYXJnaW4iOnsiJGlkIjoiMjgyMyIsIlRvcCI6MC4wLCJMZWZ0IjowLjAsIlJpZ2h0IjowLjAsIkJvdHRvbSI6MC4wfSwiUGFkZGluZyI6eyIkaWQiOiIyODI0IiwiVG9wIjowLjAsIkxlZnQiOjAuMCwiUmlnaHQiOjAuMCwiQm90dG9tIjowLjB9LCJCYWNrZ3JvdW5kIjpudWxsLCJJc1Zpc2libGUiOnRydWUsIldpZHRoIjowLjAsIkhlaWdodCI6MC4wLCJCb3JkZXJTdHlsZSI6bnVsbCwiUGFyZW50U3R5bGUiOm51bGx9LCJTaGFwZVN0eWxlIjp7IiRpZCI6IjI4MjUiLCJNYXJnaW4iOnsiJGlkIjoiMjgyNiIsIlRvcCI6MC4wLCJMZWZ0Ijo0LjAsIlJpZ2h0Ijo0LjAsIkJvdHRvbSI6MC4wfSwiUGFkZGluZyI6eyIkaWQiOiIyODI3IiwiVG9wIjowLjAsIkxlZnQiOjAuMCwiUmlnaHQiOjAuMCwiQm90dG9tIjowLjB9LCJCYWNrZ3JvdW5kIjp7IiRpZCI6IjI4MjgiLCJDb2xvciI6eyIkaWQiOiIyODI5IiwiQSI6MjU1LCJSIjoxNzgsIkciOjE0LCJCIjoxOH19LCJJc1Zpc2libGUiOnRydWUsIldpZHRoIjowLjAsIkhlaWdodCI6MTAuMCwiQm9yZGVyU3R5bGUiOnsiJGlkIjoiMjgzMCIsIkxpbmVDb2xvciI6eyIkaWQiOiIyODMxIiwiJHR5cGUiOiJOTFJFLkNvbW1vbi5Eb20uU29saWRDb2xvckJydXNoLCBOTFJFLkNvbW1vbiIsIkNvbG9yIjp7IiRpZCI6IjI4MzIiLCJBIjoyNTUsIlIiOjIzNCwiRyI6MjIsIkIiOjMwfX0sIkxpbmVXZWlnaHQiOjAuMCwiTGluZVR5cGUiOjAsIlBhcmVudFN0eWxlIjpudWxsfSwiUGFyZW50U3R5bGUiOm51bGx9LCJUaXRsZVN0eWxlIjp7IiRpZCI6IjI4MzMiLCJGb250U2V0dGluZ3MiOnsiJGlkIjoiMjgzNCIsIkZvbnRTaXplIjoxMSwiRm9udE5hbWUiOiJDYWxpYnJpIiwiSXNCb2xkIjpmYWxzZSwiSXNJdGFsaWMiOmZhbHNlLCJJc1VuZGVybGluZWQiOmZhbHNlLCJQYXJlbnRTdHlsZSI6bnVsbH0sIkF1dG9TaXplIjowLCJGb3JlZ3JvdW5kIjp7IiRpZCI6IjI4MzUiLCJDb2xvciI6eyIkaWQiOiIyODM2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I4MzciLCJUb3AiOjAuMCwiTGVmdCI6MC4wLCJSaWdodCI6MC4wLCJCb3R0b20iOjAuMH0sIlBhZGRpbmciOnsiJGlkIjoiMjgzOCIsIlRvcCI6MC4wLCJMZWZ0IjowLjAsIlJpZ2h0IjowLjAsIkJvdHRvbSI6MC4wfSwiQmFja2dyb3VuZCI6eyIkaWQiOiIyODM5IiwiQ29sb3IiOnsiJGlkIjoiMjg0MCIsIkEiOjAsIlIiOjI1NSwiRyI6MjU1LCJCIjoyNTV9fSwiSXNWaXNpYmxlIjp0cnVlLCJXaWR0aCI6MC4wLCJIZWlnaHQiOjAuMCwiQm9yZGVyU3R5bGUiOnsiJGlkIjoiMjg0MSIsIkxpbmVDb2xvciI6bnVsbCwiTGluZVdlaWdodCI6MC4wLCJMaW5lVHlwZSI6MCwiUGFyZW50U3R5bGUiOm51bGx9LCJQYXJlbnRTdHlsZSI6bnVsbH0sIkRhdGVTdHlsZSI6eyIkaWQiOiIyODQyIiwiRm9udFNldHRpbmdzIjp7IiRpZCI6IjI4NDMiLCJGb250U2l6ZSI6MTAsIkZvbnROYW1lIjoiQ2FsaWJyaSIsIklzQm9sZCI6ZmFsc2UsIklzSXRhbGljIjpmYWxzZSwiSXNVbmRlcmxpbmVkIjpmYWxzZSwiUGFyZW50U3R5bGUiOm51bGx9LCJBdXRvU2l6ZSI6MCwiRm9yZWdyb3VuZCI6eyIkaWQiOiIyODQ0IiwiQ29sb3IiOnsiJGlkIjoiMjg0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g0NiIsIlRvcCI6MC4wLCJMZWZ0IjowLjAsIlJpZ2h0IjowLjAsIkJvdHRvbSI6MC4wfSwiUGFkZGluZyI6eyIkaWQiOiIyODQ3IiwiVG9wIjowLjAsIkxlZnQiOjAuMCwiUmlnaHQiOjAuMCwiQm90dG9tIjowLjB9LCJCYWNrZ3JvdW5kIjp7IiRpZCI6IjI4NDgiLCJDb2xvciI6eyIkaWQiOiIyODQ5IiwiQSI6ODksIlIiOjAsIkciOjAsIkIiOjB9fSwiSXNWaXNpYmxlIjp0cnVlLCJXaWR0aCI6MC4wLCJIZWlnaHQiOjAuMCwiQm9yZGVyU3R5bGUiOnsiJGlkIjoiMjg1MCIsIkxpbmVDb2xvciI6bnVsbCwiTGluZVdlaWdodCI6MC4wLCJMaW5lVHlwZSI6MCwiUGFyZW50U3R5bGUiOm51bGx9LCJQYXJlbnRTdHlsZSI6bnVsbH0sIkRhdGVGb3JtYXQiOnsiJGlkIjoiMjg1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UyIiwiRm9ybWF0IjowLCJJc1Zpc2libGUiOmZhbHNlLCJMYXN0S25vd25WaXNpYmlsaXR5U3RhdGUiOmZhbHNlfSwiSXNWaXNpYmxlIjp0cnVlLCJWYXJpYW5jZVN0eWxlIjp7IiRpZCI6IjI4NTMiLCJUZXh0U3R5bGUiOnsiJGlkIjoiMjg1NCIsIkZvbnRTZXR0aW5ncyI6eyIkaWQiOiIyODU1IiwiRm9udFNpemUiOjEwLCJGb250TmFtZSI6IkNhbGlicmkiLCJJc0JvbGQiOmZhbHNlLCJJc0l0YWxpYyI6ZmFsc2UsIklzVW5kZXJsaW5lZCI6ZmFsc2UsIlBhcmVudFN0eWxlIjpudWxsfSwiQXV0b1NpemUiOjAsIkZvcmVncm91bmQiOnsiJGlkIjoiMjg1NiIsIkNvbG9yIjp7IiRpZCI6IjI4NT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g1OCIsIlRvcCI6MC4wLCJMZWZ0IjowLjAsIlJpZ2h0IjowLjAsIkJvdHRvbSI6MC4wfSwiUGFkZGluZyI6eyIkaWQiOiIyODU5IiwiVG9wIjowLjAsIkxlZnQiOjAuMCwiUmlnaHQiOjAuMCwiQm90dG9tIjowLjB9LCJCYWNrZ3JvdW5kIjp7IiRpZCI6IjI4NjAiLCJDb2xvciI6eyIkaWQiOiIyODYxIiwiQSI6NTAsIlIiOjAsIkciOjAsIkIiOjB9fSwiSXNWaXNpYmxlIjp0cnVlLCJXaWR0aCI6MC4wLCJIZWlnaHQiOjAuMCwiQm9yZGVyU3R5bGUiOm51bGwsIlBhcmVudFN0eWxlIjpudWxsfSwiUGFyZW50U3R5bGUiOm51bGx9LCJQYXJlbnRTdHlsZSI6bnVsbH0sIkluZGV4Ijo2LCJTbWFydER1cmF0aW9uQWN0aXZhdGVkIjpmYWxzZSwiRGF0ZUZvcm1hdCI6eyIkcmVmIjoiMjg1MSJ9LCJXZWVrTnVtYmVyaW5nIjp7IiRpZCI6IjI4NjIiLCJGb3JtYXQiOjAsIklzVmlzaWJsZSI6ZmFsc2UsIkxhc3RLbm93blZpc2liaWxpdHlTdGF0ZSI6ZmFsc2V9LCJCYXNlbGluZURhdGEiOnsiJGlkIjoiMjg2MyIsIlN0YXJ0RGF0ZSI6IjIwMjYtMDUtMDZUMjM6NTk6MDAiLCJFbmREYXRlIjoiMjAyNi0wNy0xNVQyMzo1OTowMCJ9LCJJZCI6IjI4MzdiM2IzLTU4NGEtNGQyMC1iYTdiLWZkZTRlODk5YzIxOCIsIkltcG9ydElkIjpudWxsLCJUaXRsZSI6ImVGQVNUIGRlcGxveW1lbnQpIiwiTm90ZSI6bnVsbCwiSHlwZXJsaW5rIjp7IiRpZCI6IjI4NjQiLCJBZGRyZXNzIjoiIiwiU3ViQWRkcmVzcyI6IiJ9LCJJc0NoYW5nZWQiOmZhbHNlLCJJc05ldyI6ZmFsc2V9fV0sIl9taWxlc3RvbmVzIjpbXSwiSWQiOiIwMDAwMDAwMC0wMDAwLTAwMDAtMDAwMC0wMDAwMDAwMDAwMDAiLCJJc1NpbmdsZUl0ZW1Sb3ciOnRydWV9LHsiJGlkIjoiMjg2NSIsIl90YXNrcyI6W3siJGlkIjoiMjg2NiIsIl9hdHRhY2hlZE1pbGVzdG9uZXMiOltdLCJUYXNrRGVmaW5pdGlvbiI6eyIkaWQiOiIyODY3IiwiR3JvdXBOYW1lIjpudWxsLCJTdGFydERhdGUiOiIyMDI2LTA3LTE2VDIzOjU5OjAwWiIsIkVuZERhdGUiOiIyMDI2LTA4LTMxVDIzOjU5OjAwWiIsIlBlcmNlbnRhZ2VDb21wbGV0ZSI6bnVsbCwiU3R5bGUiOnsiJGlkIjoiMjg2OCIsIlNoYXBlIjoxLCJTaGFwZVRoaWNrbmVzcyI6MCwiRHVyYXRpb25Gb3JtYXQiOjAsIkluY2x1ZGVOb25Xb3JraW5nRGF5c0luRHVyYXRpb24iOmZhbHNlLCJQZXJjZW50YWdlQ29tcGxldGVTdHlsZSI6eyIkaWQiOiIyODY5IiwiRm9udFNldHRpbmdzIjp7IiRpZCI6IjI4NzAiLCJGb250U2l6ZSI6MTAsIkZvbnROYW1lIjoiQ2FsaWJyaSIsIklzQm9sZCI6ZmFsc2UsIklzSXRhbGljIjpmYWxzZSwiSXNVbmRlcmxpbmVkIjpmYWxzZSwiUGFyZW50U3R5bGUiOm51bGx9LCJBdXRvU2l6ZSI6MCwiRm9yZWdyb3VuZCI6eyIkaWQiOiIyODcxIiwiQ29sb3IiOnsiJGlkIjoiMjg3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4NzMiLCJUb3AiOjAuMCwiTGVmdCI6MC4wLCJSaWdodCI6MC4wLCJCb3R0b20iOjAuMH0sIlBhZGRpbmciOnsiJGlkIjoiMjg3NCIsIlRvcCI6MC4wLCJMZWZ0IjowLjAsIlJpZ2h0IjowLjAsIkJvdHRvbSI6MC4wfSwiQmFja2dyb3VuZCI6eyIkaWQiOiIyODc1IiwiQ29sb3IiOnsiJGlkIjoiMjg3NiIsIkEiOjg5LCJSIjowLCJHIjowLCJCIjowfX0sIklzVmlzaWJsZSI6dHJ1ZSwiV2lkdGgiOjAuMCwiSGVpZ2h0IjowLjAsIkJvcmRlclN0eWxlIjp7IiRpZCI6IjI4NzciLCJMaW5lQ29sb3IiOm51bGwsIkxpbmVXZWlnaHQiOjAuMCwiTGluZVR5cGUiOjAsIlBhcmVudFN0eWxlIjpudWxsfSwiUGFyZW50U3R5bGUiOm51bGx9LCJEdXJhdGlvblN0eWxlIjp7IiRpZCI6IjI4NzgiLCJGb250U2V0dGluZ3MiOnsiJGlkIjoiMjg3OSIsIkZvbnRTaXplIjoxMCwiRm9udE5hbWUiOiJDYWxpYnJpIiwiSXNCb2xkIjpmYWxzZSwiSXNJdGFsaWMiOmZhbHNlLCJJc1VuZGVybGluZWQiOmZhbHNlLCJQYXJlbnRTdHlsZSI6bnVsbH0sIkF1dG9TaXplIjowLCJGb3JlZ3JvdW5kIjp7IiRpZCI6IjI4ODAiLCJDb2xvciI6eyIkaWQiOiIyODg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g4MiIsIlRvcCI6MC4wLCJMZWZ0IjowLjAsIlJpZ2h0IjowLjAsIkJvdHRvbSI6MC4wfSwiUGFkZGluZyI6eyIkaWQiOiIyODgzIiwiVG9wIjowLjAsIkxlZnQiOjAuMCwiUmlnaHQiOjAuMCwiQm90dG9tIjowLjB9LCJCYWNrZ3JvdW5kIjp7IiRpZCI6IjI4ODQiLCJDb2xvciI6eyIkaWQiOiIyODg1IiwiQSI6ODksIlIiOjAsIkciOjAsIkIiOjB9fSwiSXNWaXNpYmxlIjp0cnVlLCJXaWR0aCI6MC4wLCJIZWlnaHQiOjAuMCwiQm9yZGVyU3R5bGUiOnsiJGlkIjoiMjg4NiIsIkxpbmVDb2xvciI6bnVsbCwiTGluZVdlaWdodCI6MC4wLCJMaW5lVHlwZSI6MCwiUGFyZW50U3R5bGUiOm51bGx9LCJQYXJlbnRTdHlsZSI6bnVsbH0sIkhvcml6b250YWxDb25uZWN0b3JTdHlsZSI6eyIkaWQiOiIyODg3IiwiTGluZUNvbG9yIjp7IiRpZCI6IjI4ODgiLCIkdHlwZSI6Ik5MUkUuQ29tbW9uLkRvbS5Tb2xpZENvbG9yQnJ1c2gsIE5MUkUuQ29tbW9uIiwiQ29sb3IiOnsiJGlkIjoiMjg4OSIsIkEiOjI1NSwiUiI6MjA0LCJHIjoyMDQsIkIiOjIwNH19LCJMaW5lV2VpZ2h0IjoxLjAsIkxpbmVUeXBlIjowLCJQYXJlbnRTdHlsZSI6bnVsbH0sIlZlcnRpY2FsQ29ubmVjdG9yU3R5bGUiOnsiJGlkIjoiMjg5MCIsIkxpbmVDb2xvciI6eyIkaWQiOiIyODkxIiwiJHR5cGUiOiJOTFJFLkNvbW1vbi5Eb20uU29saWRDb2xvckJydXNoLCBOTFJFLkNvbW1vbiIsIkNvbG9yIjp7IiRpZCI6IjI4OTI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ZhcmlhbmNlUG9zaXRpb24iOjYsIlNwYWNpbmciOjMsIklzQmVsb3dUaW1lYmFuZCI6dHJ1ZSwiUGVyY2VudGFnZUNvbXBsZXRlU2hhcGVPcGFjaXR5IjozNSwiQmFzZWxpbmVTdHlsZSI6eyIkaWQiOiIyODkzIiwiU2hhcGVTdHlsZSI6eyIkaWQiOiIyODk0IiwiTWFyZ2luIjp7IiRpZCI6IjI4OTUiLCJUb3AiOjAuMCwiTGVmdCI6MC4wLCJSaWdodCI6MC4wLCJCb3R0b20iOjAuMH0sIlBhZGRpbmciOnsiJGlkIjoiMjg5NiIsIlRvcCI6MC4wLCJMZWZ0IjowLjAsIlJpZ2h0IjowLjAsIkJvdHRvbSI6MC4wfSwiQmFja2dyb3VuZCI6eyIkaWQiOiIyODk3IiwiQ29sb3IiOnsiJGlkIjoiMjg5OCIsIkEiOjE1MywiUiI6MCwiRyI6MCwiQiI6MH19LCJJc1Zpc2libGUiOnRydWUsIldpZHRoIjowLjAsIkhlaWdodCI6MC4wLCJCb3JkZXJTdHlsZSI6bnVsbCwiUGFyZW50U3R5bGUiOm51bGx9LCJNYXJnaW4iOnsiJGlkIjoiMjg5OSIsIlRvcCI6MC4wLCJMZWZ0IjowLjAsIlJpZ2h0IjowLjAsIkJvdHRvbSI6MC4wfSwiUGFkZGluZyI6eyIkaWQiOiIyOTAwIiwiVG9wIjowLjAsIkxlZnQiOjAuMCwiUmlnaHQiOjAuMCwiQm90dG9tIjowLjB9LCJCYWNrZ3JvdW5kIjpudWxsLCJJc1Zpc2libGUiOnRydWUsIldpZHRoIjowLjAsIkhlaWdodCI6MC4wLCJCb3JkZXJTdHlsZSI6bnVsbCwiUGFyZW50U3R5bGUiOm51bGx9LCJTaGFwZVN0eWxlIjp7IiRpZCI6IjI5MDEiLCJNYXJnaW4iOnsiJGlkIjoiMjkwMiIsIlRvcCI6MC4wLCJMZWZ0Ijo0LjAsIlJpZ2h0Ijo0LjAsIkJvdHRvbSI6MC4wfSwiUGFkZGluZyI6eyIkaWQiOiIyOTAzIiwiVG9wIjowLjAsIkxlZnQiOjAuMCwiUmlnaHQiOjAuMCwiQm90dG9tIjowLjB9LCJCYWNrZ3JvdW5kIjp7IiRpZCI6IjI5MDQiLCJDb2xvciI6eyIkaWQiOiIyOTA1IiwiQSI6MjU1LCJSIjoxNzgsIkciOjE0LCJCIjoxOH19LCJJc1Zpc2libGUiOnRydWUsIldpZHRoIjowLjAsIkhlaWdodCI6MTAuMCwiQm9yZGVyU3R5bGUiOnsiJGlkIjoiMjkwNiIsIkxpbmVDb2xvciI6eyIkaWQiOiIyOTA3IiwiJHR5cGUiOiJOTFJFLkNvbW1vbi5Eb20uU29saWRDb2xvckJydXNoLCBOTFJFLkNvbW1vbiIsIkNvbG9yIjp7IiRpZCI6IjI5MDgiLCJBIjoyNTUsIlIiOjIzNCwiRyI6MjIsIkIiOjMwfX0sIkxpbmVXZWlnaHQiOjAuMCwiTGluZVR5cGUiOjAsIlBhcmVudFN0eWxlIjpudWxsfSwiUGFyZW50U3R5bGUiOm51bGx9LCJUaXRsZVN0eWxlIjp7IiRpZCI6IjI5MDkiLCJGb250U2V0dGluZ3MiOnsiJGlkIjoiMjkxMCIsIkZvbnRTaXplIjoxMSwiRm9udE5hbWUiOiJDYWxpYnJpIiwiSXNCb2xkIjpmYWxzZSwiSXNJdGFsaWMiOmZhbHNlLCJJc1VuZGVybGluZWQiOmZhbHNlLCJQYXJlbnRTdHlsZSI6bnVsbH0sIkF1dG9TaXplIjowLCJGb3JlZ3JvdW5kIjp7IiRpZCI6IjI5MTEiLCJDb2xvciI6eyIkaWQiOiIyOTEy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I5MTMiLCJUb3AiOjAuMCwiTGVmdCI6MC4wLCJSaWdodCI6MC4wLCJCb3R0b20iOjAuMH0sIlBhZGRpbmciOnsiJGlkIjoiMjkxNCIsIlRvcCI6MC4wLCJMZWZ0IjowLjAsIlJpZ2h0IjowLjAsIkJvdHRvbSI6MC4wfSwiQmFja2dyb3VuZCI6eyIkaWQiOiIyOTE1IiwiQ29sb3IiOnsiJGlkIjoiMjkxNiIsIkEiOjAsIlIiOjI1NSwiRyI6MjU1LCJCIjoyNTV9fSwiSXNWaXNpYmxlIjp0cnVlLCJXaWR0aCI6MC4wLCJIZWlnaHQiOjAuMCwiQm9yZGVyU3R5bGUiOnsiJGlkIjoiMjkxNyIsIkxpbmVDb2xvciI6bnVsbCwiTGluZVdlaWdodCI6MC4wLCJMaW5lVHlwZSI6MCwiUGFyZW50U3R5bGUiOm51bGx9LCJQYXJlbnRTdHlsZSI6bnVsbH0sIkRhdGVTdHlsZSI6eyIkaWQiOiIyOTE4IiwiRm9udFNldHRpbmdzIjp7IiRpZCI6IjI5MTkiLCJGb250U2l6ZSI6MTAsIkZvbnROYW1lIjoiQ2FsaWJyaSIsIklzQm9sZCI6ZmFsc2UsIklzSXRhbGljIjpmYWxzZSwiSXNVbmRlcmxpbmVkIjpmYWxzZSwiUGFyZW50U3R5bGUiOm51bGx9LCJBdXRvU2l6ZSI6MCwiRm9yZWdyb3VuZCI6eyIkaWQiOiIyOTIwIiwiQ29sb3IiOnsiJGlkIjoiMjky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kyMiIsIlRvcCI6MC4wLCJMZWZ0IjowLjAsIlJpZ2h0IjowLjAsIkJvdHRvbSI6MC4wfSwiUGFkZGluZyI6eyIkaWQiOiIyOTIzIiwiVG9wIjowLjAsIkxlZnQiOjAuMCwiUmlnaHQiOjAuMCwiQm90dG9tIjowLjB9LCJCYWNrZ3JvdW5kIjp7IiRpZCI6IjI5MjQiLCJDb2xvciI6eyIkaWQiOiIyOTI1IiwiQSI6ODksIlIiOjAsIkciOjAsIkIiOjB9fSwiSXNWaXNpYmxlIjp0cnVlLCJXaWR0aCI6MC4wLCJIZWlnaHQiOjAuMCwiQm9yZGVyU3R5bGUiOnsiJGlkIjoiMjkyNiIsIkxpbmVDb2xvciI6bnVsbCwiTGluZVdlaWdodCI6MC4wLCJMaW5lVHlwZSI6MCwiUGFyZW50U3R5bGUiOm51bGx9LCJQYXJlbnRTdHlsZSI6bnVsbH0sIkRhdGVGb3JtYXQiOnsiJGlkIjoiMjky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TI4IiwiRm9ybWF0IjowLCJJc1Zpc2libGUiOmZhbHNlLCJMYXN0S25vd25WaXNpYmlsaXR5U3RhdGUiOmZhbHNlfSwiSXNWaXNpYmxlIjp0cnVlLCJWYXJpYW5jZVN0eWxlIjp7IiRpZCI6IjI5MjkiLCJUZXh0U3R5bGUiOnsiJGlkIjoiMjkzMCIsIkZvbnRTZXR0aW5ncyI6eyIkaWQiOiIyOTMxIiwiRm9udFNpemUiOjEwLCJGb250TmFtZSI6IkNhbGlicmkiLCJJc0JvbGQiOmZhbHNlLCJJc0l0YWxpYyI6ZmFsc2UsIklzVW5kZXJsaW5lZCI6ZmFsc2UsIlBhcmVudFN0eWxlIjpudWxsfSwiQXV0b1NpemUiOjAsIkZvcmVncm91bmQiOnsiJGlkIjoiMjkzMiIsIkNvbG9yIjp7IiRpZCI6IjI5Mz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kzNCIsIlRvcCI6MC4wLCJMZWZ0IjowLjAsIlJpZ2h0IjowLjAsIkJvdHRvbSI6MC4wfSwiUGFkZGluZyI6eyIkaWQiOiIyOTM1IiwiVG9wIjowLjAsIkxlZnQiOjAuMCwiUmlnaHQiOjAuMCwiQm90dG9tIjowLjB9LCJCYWNrZ3JvdW5kIjp7IiRpZCI6IjI5MzYiLCJDb2xvciI6eyIkaWQiOiIyOTM3IiwiQSI6NTAsIlIiOjAsIkciOjAsIkIiOjB9fSwiSXNWaXNpYmxlIjp0cnVlLCJXaWR0aCI6MC4wLCJIZWlnaHQiOjAuMCwiQm9yZGVyU3R5bGUiOm51bGwsIlBhcmVudFN0eWxlIjpudWxsfSwiUGFyZW50U3R5bGUiOm51bGx9LCJQYXJlbnRTdHlsZSI6bnVsbH0sIkluZGV4Ijo3LCJTbWFydER1cmF0aW9uQWN0aXZhdGVkIjpmYWxzZSwiRGF0ZUZvcm1hdCI6eyIkcmVmIjoiMjkyNyJ9LCJXZWVrTnVtYmVyaW5nIjp7IiRpZCI6IjI5MzgiLCJGb3JtYXQiOjAsIklzVmlzaWJsZSI6ZmFsc2UsIkxhc3RLbm93blZpc2liaWxpdHlTdGF0ZSI6ZmFsc2V9LCJCYXNlbGluZURhdGEiOnsiJGlkIjoiMjkzOSIsIlN0YXJ0RGF0ZSI6IjIwMjYtMDctMTZUMjM6NTk6MDAiLCJFbmREYXRlIjoiMjAyNi0wOC0zMVQyMzo1OTowMCJ9LCJJZCI6ImJhNTgzMzM0LWNhMjktNDBlMS1iOTllLTEyODE2Y2ZiNGUxMCIsIkltcG9ydElkIjpudWxsLCJUaXRsZSI6ImVCUklFRiBkZXBsb3ltZW50IiwiTm90ZSI6bnVsbCwiSHlwZXJsaW5rIjp7IiRpZCI6IjI5NDAiLCJBZGRyZXNzIjoiIiwiU3ViQWRkcmVzcyI6IiJ9LCJJc0NoYW5nZWQiOmZhbHNlLCJJc05ldyI6ZmFsc2V9fV0sIl9taWxlc3RvbmVzIjpbXSwiSWQiOiIwMDAwMDAwMC0wMDAwLTAwMDAtMDAwMC0wMDAwMDAwMDAwMDAiLCJJc1NpbmdsZUl0ZW1Sb3ciOnRydWV9LHsiJGlkIjoiMjk0MSIsIl90YXNrcyI6W3siJGlkIjoiMjk0MiIsIl9hdHRhY2hlZE1pbGVzdG9uZXMiOlt7IiRpZCI6IjI5NDMiLCJEYXRlIjoiMjAyNi0wOS0zMFQyMzo1OTowMCIsIlN0eWxlIjp7IiRpZCI6IjI5NDQiLCJTaGFwZSI6MSwiQ29ubmVjdG9yTWFyZ2luIjp7IiRpZCI6IjI5NDUiLCJUb3AiOjAuMCwiTGVmdCI6Mi4wLCJSaWdodCI6Mi4wLCJCb3R0b20iOjAuMH0sIkNvbm5lY3RvclN0eWxlIjp7IiRpZCI6IjI5NDYiLCJMaW5lQ29sb3IiOnsiJGlkIjoiMjk0NyIsIiR0eXBlIjoiTkxSRS5Db21tb24uRG9tLlNvbGlkQ29sb3JCcnVzaCwgTkxSRS5Db21tb24iLCJDb2xvciI6eyIkaWQiOiIyOTQ4IiwiQSI6MTI3LCJSIjo2OCwiRyI6ODQsIkIiOjEwNn19LCJMaW5lV2VpZ2h0IjoxLjAsIkxpbmVUeXBlIjowLCJQYXJlbnRTdHlsZSI6bnVsbH0sIklzQmVsb3dUaW1lYmFuZCI6dHJ1ZSwiUG9zaXRpb25PblRhc2siOjMsIkhpZGVEYXRlIjpmYWxzZSwiU2hhcGVTaXplIjowLCJTcGFjaW5nIjowLjAsIlBhZGRpbmciOnsiJGlkIjoiMjk0OSIsIlRvcCI6NS4wLCJMZWZ0IjozLjAsIlJpZ2h0IjowLjAsIkJvdHRvbSI6Mi4wfSwiU2hhcGVTdHlsZSI6eyIkaWQiOiIyOTUwIiwiTWFyZ2luIjp7IiRpZCI6IjI5NTEiLCJUb3AiOjAuMCwiTGVmdCI6MC4wLCJSaWdodCI6MC4wLCJCb3R0b20iOjAuMH0sIlBhZGRpbmciOnsiJGlkIjoiMjk1MiIsIlRvcCI6MC4wLCJMZWZ0IjowLjAsIlJpZ2h0IjowLjAsIkJvdHRvbSI6MC4wfSwiQmFja2dyb3VuZCI6eyIkaWQiOiIyOTUzIiwiQ29sb3IiOnsiJGlkIjoiMjk1NCIsIkEiOjI1NSwiUiI6NjgsIkciOjg0LCJCIjoxMDZ9fSwiSXNWaXNpYmxlIjp0cnVlLCJXaWR0aCI6MTIuMCwiSGVpZ2h0IjoxNC4wLCJCb3JkZXJTdHlsZSI6eyIkaWQiOiIyOTU1IiwiTGluZUNvbG9yIjp7IiRpZCI6IjI5NTYiLCIkdHlwZSI6Ik5MUkUuQ29tbW9uLkRvbS5Tb2xpZENvbG9yQnJ1c2gsIE5MUkUuQ29tbW9uIiwiQ29sb3IiOnsiJGlkIjoiMjk1NyIsIkEiOjI1NSwiUiI6MjM0LCJHIjoyMiwiQiI6MzB9fSwiTGluZVdlaWdodCI6MC4wLCJMaW5lVHlwZSI6MCwiUGFyZW50U3R5bGUiOm51bGx9LCJQYXJlbnRTdHlsZSI6bnVsbH0sIlRpdGxlU3R5bGUiOnsiJGlkIjoiMjk1OCIsIkZvbnRTZXR0aW5ncyI6eyIkaWQiOiIyOTU5IiwiRm9udFNpemUiOjExLCJGb250TmFtZSI6IkNhbGlicmkiLCJJc0JvbGQiOnRydWUsIklzSXRhbGljIjpmYWxzZSwiSXNVbmRlcmxpbmVkIjpmYWxzZSwiUGFyZW50U3R5bGUiOm51bGx9LCJBdXRvU2l6ZSI6MCwiRm9yZWdyb3VuZCI6eyIkaWQiOiIyOTYwIiwiQ29sb3IiOnsiJGlkIjoiMjk2M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OTYyIiwiVG9wIjowLjAsIkxlZnQiOjAuMCwiUmlnaHQiOjAuMCwiQm90dG9tIjowLjB9LCJQYWRkaW5nIjp7IiRpZCI6IjI5NjMiLCJUb3AiOjAuMCwiTGVmdCI6MC4wLCJSaWdodCI6MC4wLCJCb3R0b20iOjAuMH0sIkJhY2tncm91bmQiOnsiJGlkIjoiMjk2NCIsIkNvbG9yIjp7IiRpZCI6IjI5NjUiLCJBIjowLCJSIjoyNTUsIkciOjI1NSwiQiI6MjU1fX0sIklzVmlzaWJsZSI6dHJ1ZSwiV2lkdGgiOjAuMCwiSGVpZ2h0IjowLjAsIkJvcmRlclN0eWxlIjp7IiRpZCI6IjI5NjYiLCJMaW5lQ29sb3IiOm51bGwsIkxpbmVXZWlnaHQiOjAuMCwiTGluZVR5cGUiOjAsIlBhcmVudFN0eWxlIjpudWxsfSwiUGFyZW50U3R5bGUiOm51bGx9LCJEYXRlU3R5bGUiOnsiJGlkIjoiMjk2NyIsIkZvbnRTZXR0aW5ncyI6eyIkaWQiOiIyOTY4IiwiRm9udFNpemUiOjEwLCJGb250TmFtZSI6IkNhbGlicmkiLCJJc0JvbGQiOmZhbHNlLCJJc0l0YWxpYyI6ZmFsc2UsIklzVW5kZXJsaW5lZCI6ZmFsc2UsIlBhcmVudFN0eWxlIjpudWxsfSwiQXV0b1NpemUiOjAsIkZvcmVncm91bmQiOnsiJGlkIjoiMjk2OSIsIkNvbG9yIjp7IiRpZCI6IjI5Nz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5NzEiLCJUb3AiOjAuMCwiTGVmdCI6MC4wLCJSaWdodCI6MC4wLCJCb3R0b20iOjAuMH0sIlBhZGRpbmciOnsiJGlkIjoiMjk3MiIsIlRvcCI6MC4wLCJMZWZ0IjowLjAsIlJpZ2h0IjowLjAsIkJvdHRvbSI6MC4wfSwiQmFja2dyb3VuZCI6eyIkaWQiOiIyOTczIiwiQ29sb3IiOnsiJGlkIjoiMjk3NCIsIkEiOjAsIlIiOjI1NSwiRyI6MjU1LCJCIjoyNTV9fSwiSXNWaXNpYmxlIjpmYWxzZSwiV2lkdGgiOjAuMCwiSGVpZ2h0IjowLjAsIkJvcmRlclN0eWxlIjp7IiRpZCI6IjI5NzUiLCJMaW5lQ29sb3IiOm51bGwsIkxpbmVXZWlnaHQiOjAuMCwiTGluZVR5cGUiOjAsIlBhcmVudFN0eWxlIjpudWxsfSwiUGFyZW50U3R5bGUiOm51bGx9LCJEYXRlRm9ybWF0Ijp7IiRpZCI6IjI5N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k3NyIsIkZvcm1hdCI6MCwiSXNWaXNpYmxlIjpmYWxzZSwiTGFzdEtub3duVmlzaWJpbGl0eVN0YXRlIjpmYWxzZX0sIklzVmlzaWJsZSI6dHJ1ZSwiVmFyaWFuY2VTdHlsZSI6eyIkaWQiOiIyOTc4IiwiVGV4dFN0eWxlIjp7IiRpZCI6IjI5NzkiLCJGb250U2V0dGluZ3MiOnsiJGlkIjoiMjk4MCIsIkZvbnRTaXplIjoxMCwiRm9udE5hbWUiOiJDYWxpYnJpIiwiSXNCb2xkIjpmYWxzZSwiSXNJdGFsaWMiOmZhbHNlLCJJc1VuZGVybGluZWQiOmZhbHNlLCJQYXJlbnRTdHlsZSI6bnVsbH0sIkF1dG9TaXplIjowLCJGb3JlZ3JvdW5kIjp7IiRpZCI6IjI5ODEiLCJDb2xvciI6eyIkaWQiOiIyOTgy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I5ODMiLCJUb3AiOjAuMCwiTGVmdCI6MC4wLCJSaWdodCI6MC4wLCJCb3R0b20iOjAuMH0sIlBhZGRpbmciOnsiJGlkIjoiMjk4NCIsIlRvcCI6MC4wLCJMZWZ0IjowLjAsIlJpZ2h0IjowLjAsIkJvdHRvbSI6MC4wfSwiQmFja2dyb3VuZCI6eyIkaWQiOiIyOTg1IiwiQ29sb3IiOnsiJGlkIjoiMjk4NiIsIkEiOjUwLCJSIjowLCJHIjowLCJCIjowfX0sIklzVmlzaWJsZSI6dHJ1ZSwiV2lkdGgiOjAuMCwiSGVpZ2h0IjowLjAsIkJvcmRlclN0eWxlIjpudWxsLCJQYXJlbnRTdHlsZSI6bnVsbH0sIlBhcmVudFN0eWxlIjpudWxsfSwiUGFyZW50U3R5bGUiOm51bGx9LCJJbmRleCI6OSwiUGVyY2VudGFnZUNvbXBsZXRlIjpudWxsLCJQb3NpdGlvbiI6eyJSYXRpbyI6MC4wLCJJc0N1c3RvbSI6ZmFsc2V9LCJEYXRlRm9ybWF0Ijp7IiRyZWYiOiIyOTc2In0sIldlZWtOdW1iZXJpbmciOnsiJGlkIjoiMjk4NyIsIkZvcm1hdCI6MCwiSXNWaXNpYmxlIjpmYWxzZSwiTGFzdEtub3duVmlzaWJpbGl0eVN0YXRlIjpmYWxzZX0sIkJhc2VsaW5lRGF0YSI6eyIkaWQiOiIyOTg4IiwiRGF0ZSI6IjIwMjYtMDktMzBUMjM6NTk6MDAifSwiUmVsYXRlZFRhc2tJZCI6ImM4OTNlNmU2LWY1MWYtNGY0OC1iNTg1LTk4OTJhYjc0ZmZlOCIsIklkIjoiNjNkYmJjOGItNDYyNi00MGYzLWEyMTMtNjI1NWQ5NWIyMDMwIiwiSW1wb3J0SWQiOiIiLCJUaXRsZSI6Im5TTEFNIHdvcmtpbmciLCJOb3RlIjpudWxsLCJIeXBlcmxpbmsiOnsiJGlkIjoiMjk4OSIsIkFkZHJlc3MiOiIiLCJTdWJBZGRyZXNzIjoiIn0sIklzQ2hhbmdlZCI6ZmFsc2UsIklzTmV3IjpmYWxzZX1dLCJUYXNrRGVmaW5pdGlvbiI6eyIkaWQiOiIyOTkwIiwiR3JvdXBOYW1lIjpudWxsLCJTdGFydERhdGUiOiIyMDI2LTA5LTAxVDIzOjU5OjAwWiIsIkVuZERhdGUiOiIyMDI2LTA5LTMwVDIzOjU5OjAwWiIsIlBlcmNlbnRhZ2VDb21wbGV0ZSI6bnVsbCwiU3R5bGUiOnsiJGlkIjoiMjk5MSIsIlNoYXBlIjoxLCJTaGFwZVRoaWNrbmVzcyI6MCwiRHVyYXRpb25Gb3JtYXQiOjAsIkluY2x1ZGVOb25Xb3JraW5nRGF5c0luRHVyYXRpb24iOmZhbHNlLCJQZXJjZW50YWdlQ29tcGxldGVTdHlsZSI6eyIkaWQiOiIyOTkyIiwiRm9udFNldHRpbmdzIjp7IiRpZCI6IjI5OTMiLCJGb250U2l6ZSI6MTAsIkZvbnROYW1lIjoiQ2FsaWJyaSIsIklzQm9sZCI6ZmFsc2UsIklzSXRhbGljIjpmYWxzZSwiSXNVbmRlcmxpbmVkIjpmYWxzZSwiUGFyZW50U3R5bGUiOm51bGx9LCJBdXRvU2l6ZSI6MCwiRm9yZWdyb3VuZCI6eyIkaWQiOiIyOTk0IiwiQ29sb3IiOnsiJGlkIjoiMjk5N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5OTYiLCJUb3AiOjAuMCwiTGVmdCI6MC4wLCJSaWdodCI6MC4wLCJCb3R0b20iOjAuMH0sIlBhZGRpbmciOnsiJGlkIjoiMjk5NyIsIlRvcCI6MC4wLCJMZWZ0IjowLjAsIlJpZ2h0IjowLjAsIkJvdHRvbSI6MC4wfSwiQmFja2dyb3VuZCI6eyIkaWQiOiIyOTk4IiwiQ29sb3IiOnsiJGlkIjoiMjk5OSIsIkEiOjg5LCJSIjowLCJHIjowLCJCIjowfX0sIklzVmlzaWJsZSI6dHJ1ZSwiV2lkdGgiOjAuMCwiSGVpZ2h0IjowLjAsIkJvcmRlclN0eWxlIjp7IiRpZCI6IjMwMDAiLCJMaW5lQ29sb3IiOm51bGwsIkxpbmVXZWlnaHQiOjAuMCwiTGluZVR5cGUiOjAsIlBhcmVudFN0eWxlIjpudWxsfSwiUGFyZW50U3R5bGUiOm51bGx9LCJEdXJhdGlvblN0eWxlIjp7IiRpZCI6IjMwMDEiLCJGb250U2V0dGluZ3MiOnsiJGlkIjoiMzAwMiIsIkZvbnRTaXplIjoxMCwiRm9udE5hbWUiOiJDYWxpYnJpIiwiSXNCb2xkIjpmYWxzZSwiSXNJdGFsaWMiOmZhbHNlLCJJc1VuZGVybGluZWQiOmZhbHNlLCJQYXJlbnRTdHlsZSI6bnVsbH0sIkF1dG9TaXplIjowLCJGb3JlZ3JvdW5kIjp7IiRpZCI6IjMwMDMiLCJDb2xvciI6eyIkaWQiOiIzMDA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AwNSIsIlRvcCI6MC4wLCJMZWZ0IjowLjAsIlJpZ2h0IjowLjAsIkJvdHRvbSI6MC4wfSwiUGFkZGluZyI6eyIkaWQiOiIzMDA2IiwiVG9wIjowLjAsIkxlZnQiOjAuMCwiUmlnaHQiOjAuMCwiQm90dG9tIjowLjB9LCJCYWNrZ3JvdW5kIjp7IiRpZCI6IjMwMDciLCJDb2xvciI6eyIkaWQiOiIzMDA4IiwiQSI6ODksIlIiOjAsIkciOjAsIkIiOjB9fSwiSXNWaXNpYmxlIjp0cnVlLCJXaWR0aCI6MC4wLCJIZWlnaHQiOjAuMCwiQm9yZGVyU3R5bGUiOnsiJGlkIjoiMzAwOSIsIkxpbmVDb2xvciI6bnVsbCwiTGluZVdlaWdodCI6MC4wLCJMaW5lVHlwZSI6MCwiUGFyZW50U3R5bGUiOm51bGx9LCJQYXJlbnRTdHlsZSI6bnVsbH0sIkhvcml6b250YWxDb25uZWN0b3JTdHlsZSI6eyIkaWQiOiIzMDEwIiwiTGluZUNvbG9yIjp7IiRpZCI6IjMwMTEiLCIkdHlwZSI6Ik5MUkUuQ29tbW9uLkRvbS5Tb2xpZENvbG9yQnJ1c2gsIE5MUkUuQ29tbW9uIiwiQ29sb3IiOnsiJGlkIjoiMzAxMiIsIkEiOjI1NSwiUiI6MjA0LCJHIjoyMDQsIkIiOjIwNH19LCJMaW5lV2VpZ2h0IjoxLjAsIkxpbmVUeXBlIjowLCJQYXJlbnRTdHlsZSI6bnVsbH0sIlZlcnRpY2FsQ29ubmVjdG9yU3R5bGUiOnsiJGlkIjoiMzAxMyIsIkxpbmVDb2xvciI6eyIkaWQiOiIzMDE0IiwiJHR5cGUiOiJOTFJFLkNvbW1vbi5Eb20uU29saWRDb2xvckJydXNoLCBOTFJFLkNvbW1vbiIsIkNvbG9yIjp7IiRpZCI6IjMwMTU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ZhcmlhbmNlUG9zaXRpb24iOjYsIlNwYWNpbmciOjMsIklzQmVsb3dUaW1lYmFuZCI6dHJ1ZSwiUGVyY2VudGFnZUNvbXBsZXRlU2hhcGVPcGFjaXR5IjozNSwiQmFzZWxpbmVTdHlsZSI6eyIkaWQiOiIzMDE2IiwiU2hhcGVTdHlsZSI6eyIkaWQiOiIzMDE3IiwiTWFyZ2luIjp7IiRpZCI6IjMwMTgiLCJUb3AiOjAuMCwiTGVmdCI6MC4wLCJSaWdodCI6MC4wLCJCb3R0b20iOjAuMH0sIlBhZGRpbmciOnsiJGlkIjoiMzAxOSIsIlRvcCI6MC4wLCJMZWZ0IjowLjAsIlJpZ2h0IjowLjAsIkJvdHRvbSI6MC4wfSwiQmFja2dyb3VuZCI6eyIkaWQiOiIzMDIwIiwiQ29sb3IiOnsiJGlkIjoiMzAyMSIsIkEiOjE1MywiUiI6MCwiRyI6MCwiQiI6MH19LCJJc1Zpc2libGUiOnRydWUsIldpZHRoIjowLjAsIkhlaWdodCI6MC4wLCJCb3JkZXJTdHlsZSI6bnVsbCwiUGFyZW50U3R5bGUiOm51bGx9LCJNYXJnaW4iOnsiJGlkIjoiMzAyMiIsIlRvcCI6MC4wLCJMZWZ0IjowLjAsIlJpZ2h0IjowLjAsIkJvdHRvbSI6MC4wfSwiUGFkZGluZyI6eyIkaWQiOiIzMDIzIiwiVG9wIjowLjAsIkxlZnQiOjAuMCwiUmlnaHQiOjAuMCwiQm90dG9tIjowLjB9LCJCYWNrZ3JvdW5kIjpudWxsLCJJc1Zpc2libGUiOnRydWUsIldpZHRoIjowLjAsIkhlaWdodCI6MC4wLCJCb3JkZXJTdHlsZSI6bnVsbCwiUGFyZW50U3R5bGUiOm51bGx9LCJTaGFwZVN0eWxlIjp7IiRpZCI6IjMwMjQiLCJNYXJnaW4iOnsiJGlkIjoiMzAyNSIsIlRvcCI6MC4wLCJMZWZ0Ijo0LjAsIlJpZ2h0Ijo0LjAsIkJvdHRvbSI6MC4wfSwiUGFkZGluZyI6eyIkaWQiOiIzMDI2IiwiVG9wIjowLjAsIkxlZnQiOjAuMCwiUmlnaHQiOjAuMCwiQm90dG9tIjowLjB9LCJCYWNrZ3JvdW5kIjp7IiRpZCI6IjMwMjciLCJDb2xvciI6eyIkaWQiOiIzMDI4IiwiQSI6MjU1LCJSIjoxNzgsIkciOjE0LCJCIjoxOH19LCJJc1Zpc2libGUiOnRydWUsIldpZHRoIjowLjAsIkhlaWdodCI6MTAuMCwiQm9yZGVyU3R5bGUiOnsiJGlkIjoiMzAyOSIsIkxpbmVDb2xvciI6eyIkaWQiOiIzMDMwIiwiJHR5cGUiOiJOTFJFLkNvbW1vbi5Eb20uU29saWRDb2xvckJydXNoLCBOTFJFLkNvbW1vbiIsIkNvbG9yIjp7IiRpZCI6IjMwMzEiLCJBIjoyNTUsIlIiOjIzNCwiRyI6MjIsIkIiOjMwfX0sIkxpbmVXZWlnaHQiOjAuMCwiTGluZVR5cGUiOjAsIlBhcmVudFN0eWxlIjpudWxsfSwiUGFyZW50U3R5bGUiOm51bGx9LCJUaXRsZVN0eWxlIjp7IiRpZCI6IjMwMzIiLCJGb250U2V0dGluZ3MiOnsiJGlkIjoiMzAzMyIsIkZvbnRTaXplIjoxMSwiRm9udE5hbWUiOiJDYWxpYnJpIiwiSXNCb2xkIjpmYWxzZSwiSXNJdGFsaWMiOmZhbHNlLCJJc1VuZGVybGluZWQiOmZhbHNlLCJQYXJlbnRTdHlsZSI6bnVsbH0sIkF1dG9TaXplIjowLCJGb3JlZ3JvdW5kIjp7IiRpZCI6IjMwMzQiLCJDb2xvciI6eyIkaWQiOiIzMDM1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MwMzYiLCJUb3AiOjAuMCwiTGVmdCI6MC4wLCJSaWdodCI6MC4wLCJCb3R0b20iOjAuMH0sIlBhZGRpbmciOnsiJGlkIjoiMzAzNyIsIlRvcCI6MC4wLCJMZWZ0IjowLjAsIlJpZ2h0IjowLjAsIkJvdHRvbSI6MC4wfSwiQmFja2dyb3VuZCI6eyIkaWQiOiIzMDM4IiwiQ29sb3IiOnsiJGlkIjoiMzAzOSIsIkEiOjAsIlIiOjI1NSwiRyI6MjU1LCJCIjoyNTV9fSwiSXNWaXNpYmxlIjp0cnVlLCJXaWR0aCI6MC4wLCJIZWlnaHQiOjAuMCwiQm9yZGVyU3R5bGUiOnsiJGlkIjoiMzA0MCIsIkxpbmVDb2xvciI6bnVsbCwiTGluZVdlaWdodCI6MC4wLCJMaW5lVHlwZSI6MCwiUGFyZW50U3R5bGUiOm51bGx9LCJQYXJlbnRTdHlsZSI6bnVsbH0sIkRhdGVTdHlsZSI6eyIkaWQiOiIzMDQxIiwiRm9udFNldHRpbmdzIjp7IiRpZCI6IjMwNDIiLCJGb250U2l6ZSI6MTAsIkZvbnROYW1lIjoiQ2FsaWJyaSIsIklzQm9sZCI6ZmFsc2UsIklzSXRhbGljIjpmYWxzZSwiSXNVbmRlcmxpbmVkIjpmYWxzZSwiUGFyZW50U3R5bGUiOm51bGx9LCJBdXRvU2l6ZSI6MCwiRm9yZWdyb3VuZCI6eyIkaWQiOiIzMDQzIiwiQ29sb3IiOnsiJGlkIjoiMzA0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A0NSIsIlRvcCI6MC4wLCJMZWZ0IjowLjAsIlJpZ2h0IjowLjAsIkJvdHRvbSI6MC4wfSwiUGFkZGluZyI6eyIkaWQiOiIzMDQ2IiwiVG9wIjowLjAsIkxlZnQiOjAuMCwiUmlnaHQiOjAuMCwiQm90dG9tIjowLjB9LCJCYWNrZ3JvdW5kIjp7IiRpZCI6IjMwNDciLCJDb2xvciI6eyIkaWQiOiIzMDQ4IiwiQSI6ODksIlIiOjAsIkciOjAsIkIiOjB9fSwiSXNWaXNpYmxlIjp0cnVlLCJXaWR0aCI6MC4wLCJIZWlnaHQiOjAuMCwiQm9yZGVyU3R5bGUiOnsiJGlkIjoiMzA0OSIsIkxpbmVDb2xvciI6bnVsbCwiTGluZVdlaWdodCI6MC4wLCJMaW5lVHlwZSI6MCwiUGFyZW50U3R5bGUiOm51bGx9LCJQYXJlbnRTdHlsZSI6bnVsbH0sIkRhdGVGb3JtYXQiOnsiJGlkIjoiMzA1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UxIiwiRm9ybWF0IjowLCJJc1Zpc2libGUiOmZhbHNlLCJMYXN0S25vd25WaXNpYmlsaXR5U3RhdGUiOmZhbHNlfSwiSXNWaXNpYmxlIjp0cnVlLCJWYXJpYW5jZVN0eWxlIjp7IiRpZCI6IjMwNTIiLCJUZXh0U3R5bGUiOnsiJGlkIjoiMzA1MyIsIkZvbnRTZXR0aW5ncyI6eyIkaWQiOiIzMDU0IiwiRm9udFNpemUiOjEwLCJGb250TmFtZSI6IkNhbGlicmkiLCJJc0JvbGQiOmZhbHNlLCJJc0l0YWxpYyI6ZmFsc2UsIklzVW5kZXJsaW5lZCI6ZmFsc2UsIlBhcmVudFN0eWxlIjpudWxsfSwiQXV0b1NpemUiOjAsIkZvcmVncm91bmQiOnsiJGlkIjoiMzA1NSIsIkNvbG9yIjp7IiRpZCI6IjMwNT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A1NyIsIlRvcCI6MC4wLCJMZWZ0IjowLjAsIlJpZ2h0IjowLjAsIkJvdHRvbSI6MC4wfSwiUGFkZGluZyI6eyIkaWQiOiIzMDU4IiwiVG9wIjowLjAsIkxlZnQiOjAuMCwiUmlnaHQiOjAuMCwiQm90dG9tIjowLjB9LCJCYWNrZ3JvdW5kIjp7IiRpZCI6IjMwNTkiLCJDb2xvciI6eyIkaWQiOiIzMDYwIiwiQSI6NTAsIlIiOjAsIkciOjAsIkIiOjB9fSwiSXNWaXNpYmxlIjp0cnVlLCJXaWR0aCI6MC4wLCJIZWlnaHQiOjAuMCwiQm9yZGVyU3R5bGUiOm51bGwsIlBhcmVudFN0eWxlIjpudWxsfSwiUGFyZW50U3R5bGUiOm51bGx9LCJQYXJlbnRTdHlsZSI6bnVsbH0sIkluZGV4Ijo4LCJTbWFydER1cmF0aW9uQWN0aXZhdGVkIjpmYWxzZSwiRGF0ZUZvcm1hdCI6eyIkcmVmIjoiMzA1MCJ9LCJXZWVrTnVtYmVyaW5nIjp7IiRpZCI6IjMwNjEiLCJGb3JtYXQiOjAsIklzVmlzaWJsZSI6ZmFsc2UsIkxhc3RLbm93blZpc2liaWxpdHlTdGF0ZSI6ZmFsc2V9LCJCYXNlbGluZURhdGEiOnsiJGlkIjoiMzA2MiIsIlN0YXJ0RGF0ZSI6IjIwMjYtMDktMDFUMjM6NTk6MDAiLCJFbmREYXRlIjoiMjAyNi0wOS0zMFQyMzo1OTowMCJ9LCJJZCI6ImM4OTNlNmU2LWY1MWYtNGY0OC1iNTg1LTk4OTJhYjc0ZmZlOCIsIkltcG9ydElkIjpudWxsLCJUaXRsZSI6IlZhbGlkYXRpb24iLCJOb3RlIjpudWxsLCJIeXBlcmxpbmsiOnsiJGlkIjoiMzA2MyIsIkFkZHJlc3MiOiIiLCJTdWJBZGRyZXNzIjoiIn0sIklzQ2hhbmdlZCI6ZmFsc2UsIklzTmV3IjpmYWxzZX19XSwiX21pbGVzdG9uZXMiOltdLCJJZCI6IjAwMDAwMDAwLTAwMDAtMDAwMC0wMDAwLTAwMDAwMDAwMDAwMCIsIklzU2luZ2xlSXRlbVJvdyI6dHJ1ZX1dLCJJbmRleCI6NSwiSWQiOiI4YzdlNzY4NC05Y2Y3LTQ1OTUtYjMyOS03OTc5N2Q1MWEwYjkiLCJIZWFkZXJUZXh0IjoiblNMQU0gKEjDqWxkZXIpIiwiSXNEZWZhdWx0IjpmYWxzZSwiU3R5bGUiOnsiJGlkIjoiMzA2NCIsIkhlYWRlclN0eWxlIjp7IiRpZCI6IjMwNjUiLCJUZXh0U3R5bGUiOnsiJGlkIjoiMzA2NiIsIkZvbnRTZXR0aW5ncyI6eyIkaWQiOiIzMDY3IiwiRm9udFNpemUiOjEyLCJGb250TmFtZSI6IkNhbGlicmkiLCJJc0JvbGQiOmZhbHNlLCJJc0l0YWxpYyI6ZmFsc2UsIklzVW5kZXJsaW5lZCI6ZmFsc2UsIlBhcmVudFN0eWxlIjpudWxsfSwiQXV0b1NpemUiOjAsIkZvcmVncm91bmQiOnsiJGlkIjoiMzA2OCIsIkNvbG9yIjp7IiRpZCI6IjMwNjkiLCJBIjoyNTUsIlIiOjAsIkciOjAsIkIiOjB9fSwiTWF4V2lkdGgiOjAuMCwiTWF4SGVpZ2h0IjowLjAsIlNtYXJ0Rm9yZWdyb3VuZElzQWN0aXZlIjpmYWxzZSwiSG9yaXpvbnRhbEFsaWdubWVudCI6MCwiVmVydGljYWxBbGlnbm1lbnQiOjAsIlNtYXJ0Rm9yZWdyb3VuZCI6bnVsbCwiQmFja2dyb3VuZEZpbGxUeXBlIjowLCJNYXJnaW4iOnsiJGlkIjoiMzA3MCIsIlRvcCI6MC4wLCJMZWZ0IjowLjAsIlJpZ2h0IjowLjAsIkJvdHRvbSI6MC4wfSwiUGFkZGluZyI6eyIkaWQiOiIzMDcxIiwiVG9wIjowLjAsIkxlZnQiOjAuMCwiUmlnaHQiOjAuMCwiQm90dG9tIjowLjB9LCJCYWNrZ3JvdW5kIjpudWxsLCJJc1Zpc2libGUiOmZhbHNlLCJXaWR0aCI6MC4wLCJIZWlnaHQiOjAuMCwiQm9yZGVyU3R5bGUiOm51bGwsIlBhcmVudFN0eWxlIjpudWxsfSwiUmVjdGFuZ2xlU3R5bGUiOnsiJGlkIjoiMzA3MiIsIk1hcmdpbiI6eyIkaWQiOiIzMDczIiwiVG9wIjowLjAsIkxlZnQiOjAuMCwiUmlnaHQiOjAuMCwiQm90dG9tIjowLjB9LCJQYWRkaW5nIjp7IiRpZCI6IjMwNzQiLCJUb3AiOjAuMCwiTGVmdCI6MC4wLCJSaWdodCI6MC4wLCJCb3R0b20iOjAuMH0sIkJhY2tncm91bmQiOnsiJGlkIjoiMzA3NSIsIkNvbG9yIjp7IiRpZCI6IjMwNzYiLCJBIjo2MywiUiI6OTEsIkciOjE1NSwiQiI6MjEzfX0sIklzVmlzaWJsZSI6ZmFsc2UsIldpZHRoIjowLjAsIkhlaWdodCI6MC4wLCJCb3JkZXJTdHlsZSI6eyIkaWQiOiIzMDc3IiwiTGluZUNvbG9yIjp7IiRpZCI6IjMwNzgiLCIkdHlwZSI6Ik5MUkUuQ29tbW9uLkRvbS5Tb2xpZENvbG9yQnJ1c2gsIE5MUkUuQ29tbW9uIiwiQ29sb3IiOnsiJGlkIjoiMzA3OSIsIkEiOjI1NSwiUiI6MjU1LCJHIjowLCJCIjowfX0sIkxpbmVXZWlnaHQiOjAuMCwiTGluZVR5cGUiOjAsIlBhcmVudFN0eWxlIjpudWxsfSwiUGFyZW50U3R5bGUiOm51bGx9LCJNYXJnaW4iOnsiJGlkIjoiMzA4MCIsIlRvcCI6MC4wLCJMZWZ0IjowLjAsIlJpZ2h0IjowLjAsIkJvdHRvbSI6MC4wfSwiUGFkZGluZyI6eyIkaWQiOiIzMDgxIiwiVG9wIjowLjAsIkxlZnQiOjAuMCwiUmlnaHQiOjAuMCwiQm90dG9tIjowLjB9LCJCYWNrZ3JvdW5kIjpudWxsLCJJc1Zpc2libGUiOnRydWUsIldpZHRoIjowLjAsIkhlaWdodCI6MC4wLCJCb3JkZXJTdHlsZSI6bnVsbCwiUGFyZW50U3R5bGUiOm51bGx9LCJCYWNrZ3JvdW5kU3R5bGUiOnsiJGlkIjoiMzA4MiIsIk1hcmdpbiI6eyIkaWQiOiIzMDgzIiwiVG9wIjowLjAsIkxlZnQiOjAuMCwiUmlnaHQiOjAuMCwiQm90dG9tIjowLjB9LCJQYWRkaW5nIjp7IiRpZCI6IjMwODQiLCJUb3AiOjAuMCwiTGVmdCI6MC4wLCJSaWdodCI6MC4wLCJCb3R0b20iOjAuMH0sIkJhY2tncm91bmQiOnsiJGlkIjoiMzA4NSIsIkNvbG9yIjp7IiRpZCI6IjMwODYiLCJBIjozOCwiUiI6OTEsIkciOjE1NSwiQiI6MjEzfX0sIklzVmlzaWJsZSI6dHJ1ZSwiV2lkdGgiOjAuMCwiSGVpZ2h0IjowLjAsIkJvcmRlclN0eWxlIjp7IiRpZCI6IjMwODciLCJMaW5lQ29sb3IiOnsiJGlkIjoiMzA4OCIsIiR0eXBlIjoiTkxSRS5Db21tb24uRG9tLlNvbGlkQ29sb3JCcnVzaCwgTkxSRS5Db21tb24iLCJDb2xvciI6eyIkaWQiOiIzMDg5IiwiQSI6MjU1LCJSIjoyMzQsIkciOjIyLCJCIjozMH19LCJMaW5lV2VpZ2h0IjowLjAsIkxpbmVUeXBlIjowLCJQYXJlbnRTdHlsZSI6bnVsbH0sIlBhcmVudFN0eWxlIjpudWxsfSwiTWFyZ2luIjp7IiRpZCI6IjMwOTAiLCJUb3AiOjAuMCwiTGVmdCI6MC4wLCJSaWdodCI6MC4wLCJCb3R0b20iOjAuMH0sIlBhZGRpbmciOnsiJGlkIjoiMzA5MSIsIlRvcCI6MC4wLCJMZWZ0IjowLjAsIlJpZ2h0IjowLjAsIkJvdHRvbSI6MC4wfSwiSXNWaXNpYmxlIjpmYWxzZSwiV2lkdGgiOjAuMCwiSGVpZ2h0IjowLjAsIkJvcmRlclN0eWxlIjp7IiRpZCI6IjMwOTIiLCJMaW5lQ29sb3IiOm51bGwsIkxpbmVXZWlnaHQiOjAuMCwiTGluZVR5cGUiOjAsIlBhcmVudFN0eWxlIjpudWxsfSwiUGFyZW50U3R5bGUiOm51bGx9fV0sIklkIjoiNzlmMDVlOGQtZTcyZS00Y2MzLTg1ZmMtZTg3NWZhNjU1MTdmIiwiSW5kZXgiOjAsIkhlYWRlclRleHQiOiJCaWZyb3N0IiwiU3R5bGUiOnsiJGlkIjoiMzA5MyIsIlN0eWxlSWQiOiIwMDAwMDAwMC0wMDAwLTAwMDAtMDAwMC0wMDAwMDAwMDAwMDAiLCJIZWFkZXJTdHlsZSI6eyIkaWQiOiIzMDk0IiwiVGV4dElzVmVydGljYWwiOmZhbHNlLCJUZXh0U3R5bGUiOnsiJGlkIjoiMzA5NSIsIkZvbnRTZXR0aW5ncyI6eyIkaWQiOiIzMDk2IiwiRm9udFNpemUiOjEwLCJGb250TmFtZSI6IkZyYW5rbGluIEdvdGhpYyBNZWRpdW0iLCJJc0JvbGQiOmZhbHNlLCJJc0l0YWxpYyI6ZmFsc2UsIklzVW5kZXJsaW5lZCI6ZmFsc2UsIlBhcmVudFN0eWxlIjpudWxsfSwiQXV0b1NpemUiOjIsIkZvcmVncm91bmQiOnsiJGlkIjoiMzA5NyIsIkNvbG9yIjp7IiRpZCI6IjMwOTgiLCJBIjoyNTUsIlIiOjMyLCJHIjo1NiwiQiI6MTAwfX0sIk1heFdpZHRoIjo3MS4wLCJNYXhIZWlnaHQiOiJJbmZpbml0eSIsIlNtYXJ0Rm9yZWdyb3VuZElzQWN0aXZlIjpmYWxzZSwiSG9yaXpvbnRhbEFsaWdubWVudCI6MCwiVmVydGljYWxBbGlnbm1lbnQiOjAsIlNtYXJ0Rm9yZWdyb3VuZCI6bnVsbCwiQmFja2dyb3VuZEZpbGxUeXBlIjowLCJNYXJnaW4iOnsiJGlkIjoiMzA5OSIsIlRvcCI6MC4wLCJMZWZ0IjowLjAsIlJpZ2h0IjowLjAsIkJvdHRvbSI6MC4wfSwiUGFkZGluZyI6eyIkaWQiOiIzMTAwIiwiVG9wIjowLjAsIkxlZnQiOjAuMCwiUmlnaHQiOjAuMCwiQm90dG9tIjowLjB9LCJCYWNrZ3JvdW5kIjpudWxsLCJJc1Zpc2libGUiOmZhbHNlLCJXaWR0aCI6MC4wLCJIZWlnaHQiOjAuMCwiQm9yZGVyU3R5bGUiOm51bGwsIlBhcmVudFN0eWxlIjpudWxsfSwiUmVjdGFuZ2xlU3R5bGUiOnsiJGlkIjoiMzEwMSIsIk1hcmdpbiI6eyIkaWQiOiIzMTAyIiwiVG9wIjowLjAsIkxlZnQiOjAuMCwiUmlnaHQiOjAuMCwiQm90dG9tIjowLjB9LCJQYWRkaW5nIjp7IiRpZCI6IjMxMDMiLCJUb3AiOjAuMCwiTGVmdCI6MC4wLCJSaWdodCI6MC4wLCJCb3R0b20iOjAuMH0sIkJhY2tncm91bmQiOnsiJGlkIjoiMzEwNCIsIkNvbG9yIjp7IiRpZCI6IjMxMDUiLCJBIjoxMjcsIlIiOjkxLCJHIjoxNTUsIkIiOjIxM319LCJJc1Zpc2libGUiOnRydWUsIldpZHRoIjowLjAsIkhlaWdodCI6MC4wLCJCb3JkZXJTdHlsZSI6eyIkaWQiOiIzMTA2IiwiTGluZUNvbG9yIjp7IiRpZCI6IjMxMDciLCIkdHlwZSI6Ik5MUkUuQ29tbW9uLkRvbS5Tb2xpZENvbG9yQnJ1c2gsIE5MUkUuQ29tbW9uIiwiQ29sb3IiOnsiJGlkIjoiMzEwOCIsIkEiOjI1NSwiUiI6MjU1LCJHIjowLCJCIjowfX0sIkxpbmVXZWlnaHQiOjAuMCwiTGluZVR5cGUiOjAsIlBhcmVudFN0eWxlIjpudWxsfSwiUGFyZW50U3R5bGUiOm51bGx9LCJNYXJnaW4iOnsiJGlkIjoiMzEwOSIsIlRvcCI6MC4wLCJMZWZ0IjowLjAsIlJpZ2h0IjowLjAsIkJvdHRvbSI6MC4wfSwiUGFkZGluZyI6eyIkaWQiOiIzMTEwIiwiVG9wIjowLjAsIkxlZnQiOjAuMCwiUmlnaHQiOjAuMCwiQm90dG9tIjowLjB9LCJCYWNrZ3JvdW5kIjpudWxsLCJJc1Zpc2libGUiOnRydWUsIldpZHRoIjowLjAsIkhlaWdodCI6MC4wLCJCb3JkZXJTdHlsZSI6bnVsbCwiUGFyZW50U3R5bGUiOm51bGx9LCJCYWNrZ3JvdW5kU3R5bGUiOnsiJGlkIjoiMzExMSIsIk1hcmdpbiI6eyIkaWQiOiIzMTEyIiwiVG9wIjowLjAsIkxlZnQiOjAuMCwiUmlnaHQiOjAuMCwiQm90dG9tIjowLjB9LCJQYWRkaW5nIjp7IiRpZCI6IjMxMTMiLCJUb3AiOjAuMCwiTGVmdCI6MC4wLCJSaWdodCI6MC4wLCJCb3R0b20iOjAuMH0sIkJhY2tncm91bmQiOnsiJGlkIjoiMzExNCIsIkNvbG9yIjp7IiRpZCI6IjMxMTUiLCJBIjozOCwiUiI6OTEsIkciOjE1NSwiQiI6MjEzfX0sIklzVmlzaWJsZSI6dHJ1ZSwiV2lkdGgiOjAuMCwiSGVpZ2h0IjowLjAsIkJvcmRlclN0eWxlIjp7IiRpZCI6IjMxMTYiLCJMaW5lQ29sb3IiOnsiJGlkIjoiMzExNyIsIiR0eXBlIjoiTkxSRS5Db21tb24uRG9tLlNvbGlkQ29sb3JCcnVzaCwgTkxSRS5Db21tb24iLCJDb2xvciI6eyIkaWQiOiIzMTE4IiwiQSI6MjU1LCJSIjoyNTUsIkciOjAsIkIiOjB9fSwiTGluZVdlaWdodCI6MC4wLCJMaW5lVHlwZSI6MCwiUGFyZW50U3R5bGUiOm51bGx9LCJQYXJlbnRTdHlsZSI6bnVsbH0sIklzQWJvdmVUaW1lYmFuZCI6ZmFsc2UsIlNwYWNpbmciOjIsIkRlZmF1bHRTd2ltbGFuZVRhc2tTdHlsZSI6eyIkaWQiOiIzMTE5IiwiJHR5cGUiOiJOTFJFLkNvbW1vbi5Eb20uU3R5bGVzLkV4cGxpY2l0U2V0YWJsZVRhc2tTdHlsZSwgTkxSRS5Db21tb24iLCJTaGFwZSI6MSwiU2hhcGVUaGlja25lc3MiOjAsIkR1cmF0aW9uRm9ybWF0IjowLCJJbmNsdWRlTm9uV29ya2luZ0RheXNJbkR1cmF0aW9uIjpmYWxzZSwiUGVyY2VudGFnZUNvbXBsZXRlU3R5bGUiOnsiJGlkIjoiMzEyMCIsIkZvbnRTZXR0aW5ncyI6eyIkaWQiOiIzMTIxIiwiRm9udFNpemUiOjEwLCJGb250TmFtZSI6IkNhbGlicmkiLCJJc0JvbGQiOmZhbHNlLCJJc0l0YWxpYyI6ZmFsc2UsIklzVW5kZXJsaW5lZCI6ZmFsc2UsIlBhcmVudFN0eWxlIjpudWxsfSwiQXV0b1NpemUiOjAsIkZvcmVncm91bmQiOnsiJGlkIjoiMzEyMiIsIkNvbG9yIjp7IiRpZCI6IjMxMj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MTI0IiwiVG9wIjowLjAsIkxlZnQiOjAuMCwiUmlnaHQiOjAuMCwiQm90dG9tIjowLjB9LCJQYWRkaW5nIjp7IiRpZCI6IjMxMjUiLCJUb3AiOjAuMCwiTGVmdCI6MC4wLCJSaWdodCI6MC4wLCJCb3R0b20iOjAuMH0sIkJhY2tncm91bmQiOnsiJGlkIjoiMzEyNiIsIkNvbG9yIjp7IiRpZCI6IjMxMjciLCJBIjo4OSwiUiI6MCwiRyI6MCwiQiI6MH19LCJJc1Zpc2libGUiOnRydWUsIldpZHRoIjowLjAsIkhlaWdodCI6MC4wLCJCb3JkZXJTdHlsZSI6eyIkaWQiOiIzMTI4IiwiTGluZUNvbG9yIjpudWxsLCJMaW5lV2VpZ2h0IjowLjAsIkxpbmVUeXBlIjowLCJQYXJlbnRTdHlsZSI6bnVsbH0sIlBhcmVudFN0eWxlIjpudWxsfSwiRHVyYXRpb25TdHlsZSI6eyIkaWQiOiIzMTI5IiwiRm9udFNldHRpbmdzIjp7IiRpZCI6IjMxMzAiLCJGb250U2l6ZSI6MTAsIkZvbnROYW1lIjoiQ2FsaWJyaSIsIklzQm9sZCI6ZmFsc2UsIklzSXRhbGljIjpmYWxzZSwiSXNVbmRlcmxpbmVkIjpmYWxzZSwiUGFyZW50U3R5bGUiOm51bGx9LCJBdXRvU2l6ZSI6MCwiRm9yZWdyb3VuZCI6eyIkaWQiOiIzMTMxIiwiQ29sb3IiOnsiJGlkIjoiMzEz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xMzMiLCJUb3AiOjAuMCwiTGVmdCI6MC4wLCJSaWdodCI6MC4wLCJCb3R0b20iOjAuMH0sIlBhZGRpbmciOnsiJGlkIjoiMzEzNCIsIlRvcCI6MC4wLCJMZWZ0IjowLjAsIlJpZ2h0IjowLjAsIkJvdHRvbSI6MC4wfSwiQmFja2dyb3VuZCI6eyIkaWQiOiIzMTM1IiwiQ29sb3IiOnsiJGlkIjoiMzEzNiIsIkEiOjg5LCJSIjowLCJHIjowLCJCIjowfX0sIklzVmlzaWJsZSI6dHJ1ZSwiV2lkdGgiOjAuMCwiSGVpZ2h0IjowLjAsIkJvcmRlclN0eWxlIjp7IiRpZCI6IjMxMzciLCJMaW5lQ29sb3IiOm51bGwsIkxpbmVXZWlnaHQiOjAuMCwiTGluZVR5cGUiOjAsIlBhcmVudFN0eWxlIjpudWxsfSwiUGFyZW50U3R5bGUiOm51bGx9LCJIb3Jpem9udGFsQ29ubmVjdG9yU3R5bGUiOnsiJGlkIjoiMzEzOCIsIkxpbmVDb2xvciI6eyIkaWQiOiIzMTM5IiwiJHR5cGUiOiJOTFJFLkNvbW1vbi5Eb20uU29saWRDb2xvckJydXNoLCBOTFJFLkNvbW1vbiIsIkNvbG9yIjp7IiRpZCI6IjMxNDAiLCJBIjoyNTUsIlIiOjIwNCwiRyI6MjA0LCJCIjoyMDR9fSwiTGluZVdlaWdodCI6MS4wLCJMaW5lVHlwZSI6MCwiUGFyZW50U3R5bGUiOm51bGx9LCJWZXJ0aWNhbENvbm5lY3RvclN0eWxlIjp7IiRpZCI6IjMxNDEiLCJMaW5lQ29sb3IiOnsiJGlkIjoiMzE0MiIsIiR0eXBlIjoiTkxSRS5Db21tb24uRG9tLlNvbGlkQ29sb3JCcnVzaCwgTkxSRS5Db21tb24iLCJDb2xvciI6eyIkaWQiOiIzMTQz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WYXJpYW5jZVBvc2l0aW9uIjo2LCJTcGFjaW5nIjozLCJJc0JlbG93VGltZWJhbmQiOnRydWUsIlBlcmNlbnRhZ2VDb21wbGV0ZVNoYXBlT3BhY2l0eSI6MzUsIkJhc2VsaW5lU3R5bGUiOnsiJGlkIjoiMzE0NCIsIlNoYXBlU3R5bGUiOnsiJGlkIjoiMzE0NSIsIk1hcmdpbiI6eyIkaWQiOiIzMTQ2IiwiVG9wIjowLjAsIkxlZnQiOjAuMCwiUmlnaHQiOjAuMCwiQm90dG9tIjowLjB9LCJQYWRkaW5nIjp7IiRpZCI6IjMxNDciLCJUb3AiOjAuMCwiTGVmdCI6MC4wLCJSaWdodCI6MC4wLCJCb3R0b20iOjAuMH0sIkJhY2tncm91bmQiOnsiJGlkIjoiMzE0OCIsIkNvbG9yIjp7IiRpZCI6IjMxNDkiLCJBIjoxNTMsIlIiOjAsIkciOjAsIkIiOjB9fSwiSXNWaXNpYmxlIjp0cnVlLCJXaWR0aCI6MC4wLCJIZWlnaHQiOjAuMCwiQm9yZGVyU3R5bGUiOnsiJGlkIjoiMzE1MCIsIkxpbmVDb2xvciI6eyIkaWQiOiIzMTUxIiwiJHR5cGUiOiJOTFJFLkNvbW1vbi5Eb20uU29saWRDb2xvckJydXNoLCBOTFJFLkNvbW1vbiIsIkNvbG9yIjp7IiRpZCI6IjMxNTIiLCJBIjoyNTUsIlIiOjI1NSwiRyI6MCwiQiI6MH19LCJMaW5lV2VpZ2h0IjowLjAsIkxpbmVUeXBlIjowLCJQYXJlbnRTdHlsZSI6bnVsbH0sIlBhcmVudFN0eWxlIjpudWxsfSwiTWFyZ2luIjp7IiRpZCI6IjMxNTMiLCJUb3AiOjAuMCwiTGVmdCI6MC4wLCJSaWdodCI6MC4wLCJCb3R0b20iOjAuMH0sIlBhZGRpbmciOnsiJGlkIjoiMzE1NCIsIlRvcCI6MC4wLCJMZWZ0IjowLjAsIlJpZ2h0IjowLjAsIkJvdHRvbSI6MC4wfSwiQmFja2dyb3VuZCI6bnVsbCwiSXNWaXNpYmxlIjp0cnVlLCJXaWR0aCI6MC4wLCJIZWlnaHQiOjAuMCwiQm9yZGVyU3R5bGUiOm51bGwsIlBhcmVudFN0eWxlIjpudWxsfSwiU2hhcGVTdHlsZSI6eyIkaWQiOiIzMTU1IiwiTWFyZ2luIjp7IiRpZCI6IjMxNTYiLCJUb3AiOjAuMCwiTGVmdCI6NC4wLCJSaWdodCI6NC4wLCJCb3R0b20iOjAuMH0sIlBhZGRpbmciOnsiJGlkIjoiMzE1NyIsIlRvcCI6MC4wLCJMZWZ0IjowLjAsIlJpZ2h0IjowLjAsIkJvdHRvbSI6MC4wfSwiQmFja2dyb3VuZCI6eyIkaWQiOiIzMTU4IiwiQ29sb3IiOnsiJGlkIjoiMzE1OSIsIkEiOjI1NSwiUiI6ODIsIkciOjE0NywiQiI6MjA1fX0sIklzVmlzaWJsZSI6dHJ1ZSwiV2lkdGgiOjAuMCwiSGVpZ2h0IjoxMy40MjY2NjY2NjY2NjY2NzcsIkJvcmRlclN0eWxlIjp7IiRpZCI6IjMxNjAiLCJMaW5lQ29sb3IiOnsiJGlkIjoiMzE2MSIsIiR0eXBlIjoiTkxSRS5Db21tb24uRG9tLlNvbGlkQ29sb3JCcnVzaCwgTkxSRS5Db21tb24iLCJDb2xvciI6eyIkaWQiOiIzMTYyIiwiQSI6MjU1LCJSIjoyMzQsIkciOjIyLCJCIjozMH19LCJMaW5lV2VpZ2h0IjowLjAsIkxpbmVUeXBlIjowLCJQYXJlbnRTdHlsZSI6bnVsbH0sIlBhcmVudFN0eWxlIjpudWxsfSwiVGl0bGVTdHlsZSI6eyIkaWQiOiIzMTYzIiwiRm9udFNldHRpbmdzIjp7IiRpZCI6IjMxNjQiLCJGb250U2l6ZSI6MTEsIkZvbnROYW1lIjoiQ2FsaWJyaSIsIklzQm9sZCI6ZmFsc2UsIklzSXRhbGljIjpmYWxzZSwiSXNVbmRlcmxpbmVkIjpmYWxzZSwiUGFyZW50U3R5bGUiOm51bGx9LCJBdXRvU2l6ZSI6MCwiRm9yZWdyb3VuZCI6eyIkaWQiOiIzMTY1IiwiQ29sb3IiOnsiJGlkIjoiMzE2Ni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zMTY3IiwiVG9wIjowLjAsIkxlZnQiOjAuMCwiUmlnaHQiOjAuMCwiQm90dG9tIjowLjB9LCJQYWRkaW5nIjp7IiRpZCI6IjMxNjgiLCJUb3AiOjAuMCwiTGVmdCI6MC4wLCJSaWdodCI6MC4wLCJCb3R0b20iOjAuMH0sIkJhY2tncm91bmQiOnsiJGlkIjoiMzE2OSIsIkNvbG9yIjp7IiRpZCI6IjMxNzAiLCJBIjo4OSwiUiI6MCwiRyI6MCwiQiI6MH19LCJJc1Zpc2libGUiOnRydWUsIldpZHRoIjowLjAsIkhlaWdodCI6MC4wLCJCb3JkZXJTdHlsZSI6eyIkaWQiOiIzMTcxIiwiTGluZUNvbG9yIjpudWxsLCJMaW5lV2VpZ2h0IjowLjAsIkxpbmVUeXBlIjowLCJQYXJlbnRTdHlsZSI6bnVsbH0sIlBhcmVudFN0eWxlIjpudWxsfSwiRGF0ZVN0eWxlIjp7IiRpZCI6IjMxNzIiLCJGb250U2V0dGluZ3MiOnsiJGlkIjoiMzE3MyIsIkZvbnRTaXplIjoxMCwiRm9udE5hbWUiOiJDYWxpYnJpIiwiSXNCb2xkIjpmYWxzZSwiSXNJdGFsaWMiOmZhbHNlLCJJc1VuZGVybGluZWQiOmZhbHNlLCJQYXJlbnRTdHlsZSI6bnVsbH0sIkF1dG9TaXplIjowLCJGb3JlZ3JvdW5kIjp7IiRpZCI6IjMxNzQiLCJDb2xvciI6eyIkaWQiOiIzMTc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Tc2IiwiVG9wIjowLjAsIkxlZnQiOjAuMCwiUmlnaHQiOjAuMCwiQm90dG9tIjowLjB9LCJQYWRkaW5nIjp7IiRpZCI6IjMxNzciLCJUb3AiOjAuMCwiTGVmdCI6MC4wLCJSaWdodCI6MC4wLCJCb3R0b20iOjAuMH0sIkJhY2tncm91bmQiOnsiJGlkIjoiMzE3OCIsIkNvbG9yIjp7IiRpZCI6IjMxNzkiLCJBIjo4OSwiUiI6MCwiRyI6MCwiQiI6MH19LCJJc1Zpc2libGUiOnRydWUsIldpZHRoIjowLjAsIkhlaWdodCI6MC4wLCJCb3JkZXJTdHlsZSI6eyIkaWQiOiIzMTgwIiwiTGluZUNvbG9yIjpudWxsLCJMaW5lV2VpZ2h0IjowLjAsIkxpbmVUeXBlIjowLCJQYXJlbnRTdHlsZSI6bnVsbH0sIlBhcmVudFN0eWxlIjpudWxsfSwiRGF0ZUZvcm1hdCI6eyIkaWQiOiIzMTg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xODIiLCJGb3JtYXQiOjAsIklzVmlzaWJsZSI6ZmFsc2UsIkxhc3RLbm93blZpc2liaWxpdHlTdGF0ZSI6ZmFsc2V9LCJJc1Zpc2libGUiOnRydWUsIlZhcmlhbmNlU3R5bGUiOnsiJGlkIjoiMzE4MyIsIlRleHRTdHlsZSI6eyIkaWQiOiIzMTg0IiwiRm9udFNldHRpbmdzIjp7IiRpZCI6IjMxODUiLCJGb250U2l6ZSI6MTAsIkZvbnROYW1lIjoiQ2FsaWJyaSIsIklzQm9sZCI6ZmFsc2UsIklzSXRhbGljIjpmYWxzZSwiSXNVbmRlcmxpbmVkIjpmYWxzZSwiUGFyZW50U3R5bGUiOm51bGx9LCJBdXRvU2l6ZSI6MCwiRm9yZWdyb3VuZCI6eyIkaWQiOiIzMTg2IiwiQ29sb3IiOnsiJGlkIjoiMzE4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MTg4IiwiVG9wIjowLjAsIkxlZnQiOjAuMCwiUmlnaHQiOjAuMCwiQm90dG9tIjowLjB9LCJQYWRkaW5nIjp7IiRpZCI6IjMxODkiLCJUb3AiOjAuMCwiTGVmdCI6MC4wLCJSaWdodCI6MC4wLCJCb3R0b20iOjAuMH0sIkJhY2tncm91bmQiOnsiJGlkIjoiMzE5MCIsIkNvbG9yIjp7IiRpZCI6IjMxOTEiLCJBIjo1MCwiUiI6MCwiRyI6MCwiQiI6MH19LCJJc1Zpc2libGUiOnRydWUsIldpZHRoIjowLjAsIkhlaWdodCI6MC4wLCJCb3JkZXJTdHlsZSI6bnVsbCwiUGFyZW50U3R5bGUiOm51bGx9LCJQYXJlbnRTdHlsZSI6bnVsbH0sIlBhcmVudFN0eWxlIjpudWxsLCJfZXhwbGljaXRseVNldCI6eyIkaWQiOiIzMTkyIiwiU2hhcGVTdHlsZSI6ZmFsc2UsIlRpdGxlU3R5bGUiOmZhbHNlLCJEYXRlU3R5bGUiOmZhbHNlLCJWYXJpYW5jZVN0eWxlIjpmYWxzZSwiSG9yaXpvbnRhbENvbm5lY3RvclN0eWxlIjpmYWxzZSwiVmVydGljYWxDb25uZWN0b3JTdHlsZSI6ZmFsc2UsIlBlcmNlbnRhZ2VDb21wbGV0ZVNoYXBlT3BhY2l0eSI6ZmFsc2UsIkRhdGVGb3JtYXQiOmZhbHNlLCJJc1Zpc2libGUiOmZhbHNlLCJTaGFwZSI6ZmFsc2UsIlNoYXBlVGhpY2tuZXNz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HVyYXRpb25Gb3JtYXQiOmZhbHNlLCJXZWVrTnVtYmVyaW5nIjpmYWxzZX19LCJEZWZhdWx0U3dpbWxhbmVNb3RTdHlsZSI6eyIkaWQiOiIzMTkzIiwiU2hhcGUiOjIsIkNvbm5lY3Rvck1hcmdpbiI6eyIkaWQiOiIzMTk0IiwiVG9wIjowLjAsIkxlZnQiOjIuMCwiUmlnaHQiOjIuMCwiQm90dG9tIjowLjB9LCJDb25uZWN0b3JTdHlsZSI6eyIkaWQiOiIzMTk1IiwiTGluZUNvbG9yIjp7IiRpZCI6IjMxOTYiLCIkdHlwZSI6Ik5MUkUuQ29tbW9uLkRvbS5Tb2xpZENvbG9yQnJ1c2gsIE5MUkUuQ29tbW9uIiwiQ29sb3IiOnsiJGlkIjoiMzE5NyIsIkEiOjEyNywiUiI6NzksIkciOjEyOSwiQiI6MTg5fX0sIkxpbmVXZWlnaHQiOjEuMCwiTGluZVR5cGUiOjAsIlBhcmVudFN0eWxlIjpudWxsfSwiSXNCZWxvd1RpbWViYW5kIjpmYWxzZSwiUG9zaXRpb25PblRhc2siOjEsIkhpZGVEYXRlIjpmYWxzZSwiU2hhcGVTaXplIjoxLCJTcGFjaW5nIjowLjAsIlBhZGRpbmciOnsiJGlkIjoiMzE5OCIsIlRvcCI6NS4wLCJMZWZ0IjozLjAsIlJpZ2h0IjowLjAsIkJvdHRvbSI6Mi4wfSwiU2hhcGVTdHlsZSI6eyIkaWQiOiIzMTk5IiwiTWFyZ2luIjp7IiRpZCI6IjMyMDAiLCJUb3AiOjAuMCwiTGVmdCI6MC4wLCJSaWdodCI6MC4wLCJCb3R0b20iOjAuMH0sIlBhZGRpbmciOnsiJGlkIjoiMzIwMSIsIlRvcCI6MC4wLCJMZWZ0IjowLjAsIlJpZ2h0IjowLjAsIkJvdHRvbSI6MC4wfSwiQmFja2dyb3VuZCI6eyIkaWQiOiIzMjAyIiwiQ29sb3IiOnsiJGlkIjoiMzIwMyIsIkEiOjEyNywiUiI6OTEsIkciOjE1NSwiQiI6MjEzfX0sIklzVmlzaWJsZSI6dHJ1ZSwiV2lkdGgiOjEzLjAsIkhlaWdodCI6MTMuMCwiQm9yZGVyU3R5bGUiOnsiJGlkIjoiMzIwNCIsIkxpbmVDb2xvciI6eyIkaWQiOiIzMjA1IiwiJHR5cGUiOiJOTFJFLkNvbW1vbi5Eb20uU29saWRDb2xvckJydXNoLCBOTFJFLkNvbW1vbiIsIkNvbG9yIjp7IiRpZCI6IjMyMDYiLCJBIjoyNTUsIlIiOjIzNCwiRyI6MjIsIkIiOjMwfX0sIkxpbmVXZWlnaHQiOjAuMCwiTGluZVR5cGUiOjAsIlBhcmVudFN0eWxlIjpudWxsfSwiUGFyZW50U3R5bGUiOm51bGx9LCJUaXRsZVN0eWxlIjp7IiRpZCI6IjMyMDciLCJGb250U2V0dGluZ3MiOnsiJGlkIjoiMzIwOCIsIkZvbnRTaXplIjoxMSwiRm9udE5hbWUiOiJDYWxpYnJpIiwiSXNCb2xkIjp0cnVlLCJJc0l0YWxpYyI6ZmFsc2UsIklzVW5kZXJsaW5lZCI6ZmFsc2UsIlBhcmVudFN0eWxlIjpudWxsfSwiQXV0b1NpemUiOjAsIkZvcmVncm91bmQiOnsiJGlkIjoiMzIwOSIsIkNvbG9yIjp7IiRpZCI6IjMyMTA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IxMSIsIlRvcCI6MC4wLCJMZWZ0IjowLjAsIlJpZ2h0IjowLjAsIkJvdHRvbSI6MC4wfSwiUGFkZGluZyI6eyIkaWQiOiIzMjEyIiwiVG9wIjowLjAsIkxlZnQiOjAuMCwiUmlnaHQiOjAuMCwiQm90dG9tIjowLjB9LCJCYWNrZ3JvdW5kIjp7IiRpZCI6IjMyMTMiLCJDb2xvciI6eyIkaWQiOiIzMjE0IiwiQSI6ODksIlIiOjAsIkciOjAsIkIiOjB9fSwiSXNWaXNpYmxlIjp0cnVlLCJXaWR0aCI6MC4wLCJIZWlnaHQiOjAuMCwiQm9yZGVyU3R5bGUiOnsiJGlkIjoiMzIxNSIsIkxpbmVDb2xvciI6bnVsbCwiTGluZVdlaWdodCI6MC4wLCJMaW5lVHlwZSI6MCwiUGFyZW50U3R5bGUiOm51bGx9LCJQYXJlbnRTdHlsZSI6bnVsbH0sIkRhdGVTdHlsZSI6eyIkaWQiOiIzMjE2IiwiRm9udFNldHRpbmdzIjp7IiRpZCI6IjMyMTciLCJGb250U2l6ZSI6MTAsIkZvbnROYW1lIjoiQ2FsaWJyaSIsIklzQm9sZCI6ZmFsc2UsIklzSXRhbGljIjpmYWxzZSwiSXNVbmRlcmxpbmVkIjpmYWxzZSwiUGFyZW50U3R5bGUiOm51bGx9LCJBdXRvU2l6ZSI6MCwiRm9yZWdyb3VuZCI6eyIkaWQiOiIzMjE4IiwiQ29sb3IiOnsiJGlkIjoiMzIx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IyMCIsIlRvcCI6MC4wLCJMZWZ0IjowLjAsIlJpZ2h0IjowLjAsIkJvdHRvbSI6MC4wfSwiUGFkZGluZyI6eyIkaWQiOiIzMjIxIiwiVG9wIjowLjAsIkxlZnQiOjAuMCwiUmlnaHQiOjAuMCwiQm90dG9tIjowLjB9LCJCYWNrZ3JvdW5kIjp7IiRpZCI6IjMyMjIiLCJDb2xvciI6eyIkaWQiOiIzMjIzIiwiQSI6ODksIlIiOjAsIkciOjAsIkIiOjB9fSwiSXNWaXNpYmxlIjp0cnVlLCJXaWR0aCI6MC4wLCJIZWlnaHQiOjAuMCwiQm9yZGVyU3R5bGUiOnsiJGlkIjoiMzIyNCIsIkxpbmVDb2xvciI6bnVsbCwiTGluZVdlaWdodCI6MC4wLCJMaW5lVHlwZSI6MCwiUGFyZW50U3R5bGUiOm51bGx9LCJQYXJlbnRTdHlsZSI6bnVsbH0sIkRhdGVGb3JtYXQiOnsiJGlkIjoiMzIy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jI2IiwiRm9ybWF0IjowLCJJc1Zpc2libGUiOmZhbHNlLCJMYXN0S25vd25WaXNpYmlsaXR5U3RhdGUiOmZhbHNlfSwiSXNWaXNpYmxlIjp0cnVlLCJWYXJpYW5jZVN0eWxlIjp7IiRpZCI6IjMyMjciLCJUZXh0U3R5bGUiOnsiJGlkIjoiMzIyOCIsIkZvbnRTZXR0aW5ncyI6eyIkaWQiOiIzMjI5IiwiRm9udFNpemUiOjEwLCJGb250TmFtZSI6IkNhbGlicmkiLCJJc0JvbGQiOmZhbHNlLCJJc0l0YWxpYyI6ZmFsc2UsIklzVW5kZXJsaW5lZCI6ZmFsc2UsIlBhcmVudFN0eWxlIjpudWxsfSwiQXV0b1NpemUiOjAsIkZvcmVncm91bmQiOnsiJGlkIjoiMzIzMCIsIkNvbG9yIjp7IiRpZCI6IjMyMz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IzMiIsIlRvcCI6MC4wLCJMZWZ0IjowLjAsIlJpZ2h0IjowLjAsIkJvdHRvbSI6MC4wfSwiUGFkZGluZyI6eyIkaWQiOiIzMjMzIiwiVG9wIjowLjAsIkxlZnQiOjAuMCwiUmlnaHQiOjAuMCwiQm90dG9tIjowLjB9LCJCYWNrZ3JvdW5kIjp7IiRpZCI6IjMyMzQiLCJDb2xvciI6eyIkaWQiOiIzMjM1IiwiQSI6NTAsIlIiOjAsIkciOjAsIkIiOjB9fSwiSXNWaXNpYmxlIjp0cnVlLCJXaWR0aCI6MC4wLCJIZWlnaHQiOjAuMCwiQm9yZGVyU3R5bGUiOm51bGwsIlBhcmVudFN0eWxlIjpudWxsfSwiUGFyZW50U3R5bGUiOm51bGx9LCJQYXJlbnRTdHlsZSI6bnVsbH0sIkRlZmF1bHRTd2ltbGFuZU1pbGVzdG9uZVN0eWxlIjp7IiRpZCI6IjMyMzYiLCJUaXRsZVBvc2l0aW9uIjoiUmlnaHQiLCJEYXRlUG9zaXRpb24iOiJMZWZ0IiwiVmFyaWFuY2VQb3NpdGlvbiI6IkxlZnQiLCJTaGFwZVR5cGUiOjEsIlNoYXBlU2l6ZSI6MCwiU3BhY2luZyI6NSwiU2hhcGVTdHlsZSI6eyIkaWQiOiIzMjM3IiwiTWFyZ2luIjp7IiRpZCI6IjMyMzgiLCJUb3AiOjAuMCwiTGVmdCI6MC4wLCJSaWdodCI6MC4wLCJCb3R0b20iOjAuMH0sIlBhZGRpbmciOnsiJGlkIjoiMzIzOSIsIlRvcCI6MC4wLCJMZWZ0IjowLjAsIlJpZ2h0IjowLjAsIkJvdHRvbSI6MC4wfSwiQmFja2dyb3VuZCI6eyIkaWQiOiIzMjQwIiwiQ29sb3IiOnsiJGlkIjoiMzI0MSIsIkEiOjI1NSwiUiI6NjgsIkciOjg0LCJCIjoxMDZ9fSwiSXNWaXNpYmxlIjp0cnVlLCJXaWR0aCI6MTIuMCwiSGVpZ2h0IjoxNC4wLCJCb3JkZXJTdHlsZSI6eyIkaWQiOiIzMjQyIiwiTGluZUNvbG9yIjp7IiRpZCI6IjMyNDMiLCIkdHlwZSI6Ik5MUkUuQ29tbW9uLkRvbS5Tb2xpZENvbG9yQnJ1c2gsIE5MUkUuQ29tbW9uIiwiQ29sb3IiOnsiJGlkIjoiMzI0NCIsIkEiOjI1NSwiUiI6MjM0LCJHIjoyMiwiQiI6MzB9fSwiTGluZVdlaWdodCI6MC4wLCJMaW5lVHlwZSI6MCwiUGFyZW50U3R5bGUiOm51bGx9LCJQYXJlbnRTdHlsZSI6bnVsbH0sIlRpdGxlU3R5bGUiOnsiJGlkIjoiMzI0NSIsIkZvbnRTZXR0aW5ncyI6eyIkaWQiOiIzMjQ2IiwiRm9udFNpemUiOjExLCJGb250TmFtZSI6IkNhbGlicmkiLCJJc0JvbGQiOnRydWUsIklzSXRhbGljIjpmYWxzZSwiSXNVbmRlcmxpbmVkIjpmYWxzZSwiUGFyZW50U3R5bGUiOm51bGx9LCJBdXRvU2l6ZSI6MCwiRm9yZWdyb3VuZCI6eyIkaWQiOiIzMjQ3IiwiQ29sb3IiOnsiJGlkIjoiMzI0O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jQ5IiwiVG9wIjowLjAsIkxlZnQiOjAuMCwiUmlnaHQiOjAuMCwiQm90dG9tIjowLjB9LCJQYWRkaW5nIjp7IiRpZCI6IjMyNTAiLCJUb3AiOjAuMCwiTGVmdCI6MC4wLCJSaWdodCI6MC4wLCJCb3R0b20iOjAuMH0sIkJhY2tncm91bmQiOnsiJGlkIjoiMzI1MSIsIkNvbG9yIjp7IiRpZCI6IjMyNTIiLCJBIjo4OSwiUiI6MCwiRyI6MCwiQiI6MH19LCJJc1Zpc2libGUiOnRydWUsIldpZHRoIjowLjAsIkhlaWdodCI6MC4wLCJCb3JkZXJTdHlsZSI6eyIkaWQiOiIzMjUzIiwiTGluZUNvbG9yIjpudWxsLCJMaW5lV2VpZ2h0IjowLjAsIkxpbmVUeXBlIjowLCJQYXJlbnRTdHlsZSI6bnVsbH0sIlBhcmVudFN0eWxlIjpudWxsfSwiRGF0ZVN0eWxlIjp7IiRpZCI6IjMyNTQiLCJGb250U2V0dGluZ3MiOnsiJGlkIjoiMzI1NSIsIkZvbnRTaXplIjoxMCwiRm9udE5hbWUiOiJDYWxpYnJpIiwiSXNCb2xkIjpmYWxzZSwiSXNJdGFsaWMiOmZhbHNlLCJJc1VuZGVybGluZWQiOmZhbHNlLCJQYXJlbnRTdHlsZSI6bnVsbH0sIkF1dG9TaXplIjowLCJGb3JlZ3JvdW5kIjp7IiRpZCI6IjMyNTYiLCJDb2xvciI6eyIkaWQiOiIzMjU3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zMjU4IiwiVG9wIjowLjAsIkxlZnQiOjAuMCwiUmlnaHQiOjAuMCwiQm90dG9tIjowLjB9LCJQYWRkaW5nIjp7IiRpZCI6IjMyNTkiLCJUb3AiOjAuMCwiTGVmdCI6MC4wLCJSaWdodCI6MC4wLCJCb3R0b20iOjAuMH0sIkJhY2tncm91bmQiOnsiJGlkIjoiMzI2MCIsIkNvbG9yIjp7IiRpZCI6IjMyNjEiLCJBIjo4OSwiUiI6MCwiRyI6MCwiQiI6MH19LCJJc1Zpc2libGUiOmZhbHNlLCJXaWR0aCI6MC4wLCJIZWlnaHQiOjAuMCwiQm9yZGVyU3R5bGUiOnsiJGlkIjoiMzI2MiIsIkxpbmVDb2xvciI6bnVsbCwiTGluZVdlaWdodCI6MC4wLCJMaW5lVHlwZSI6MCwiUGFyZW50U3R5bGUiOm51bGx9LCJQYXJlbnRTdHlsZSI6bnVsbH0sIkRhdGVGb3JtYXQiOnsiJGlkIjoiMzI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jY0IiwiRm9ybWF0IjowLCJJc1Zpc2libGUiOmZhbHNlLCJMYXN0S25vd25WaXNpYmlsaXR5U3RhdGUiOmZhbHNlfSwiSXNWaXNpYmxlIjp0cnVlLCJWYXJpYW5jZVN0eWxlIjp7IiRpZCI6IjMyNjUiLCJUZXh0U3R5bGUiOnsiJGlkIjoiMzI2NiIsIkZvbnRTZXR0aW5ncyI6eyIkaWQiOiIzMjY3IiwiRm9udFNpemUiOjEwLCJGb250TmFtZSI6IkNhbGlicmkiLCJJc0JvbGQiOmZhbHNlLCJJc0l0YWxpYyI6ZmFsc2UsIklzVW5kZXJsaW5lZCI6ZmFsc2UsIlBhcmVudFN0eWxlIjpudWxsfSwiQXV0b1NpemUiOjAsIkZvcmVncm91bmQiOnsiJGlkIjoiMzI2OCIsIkNvbG9yIjp7IiRpZCI6IjMy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I3MCIsIlRvcCI6MC4wLCJMZWZ0IjowLjAsIlJpZ2h0IjowLjAsIkJvdHRvbSI6MC4wfSwiUGFkZGluZyI6eyIkaWQiOiIzMjcxIiwiVG9wIjowLjAsIkxlZnQiOjAuMCwiUmlnaHQiOjAuMCwiQm90dG9tIjowLjB9LCJCYWNrZ3JvdW5kIjp7IiRpZCI6IjMyNzIiLCJDb2xvciI6eyIkaWQiOiIzMjczIiwiQSI6NTAsIlIiOjAsIkciOjAsIkIiOjB9fSwiSXNWaXNpYmxlIjp0cnVlLCJXaWR0aCI6MC4wLCJIZWlnaHQiOjAuMCwiQm9yZGVyU3R5bGUiOm51bGwsIlBhcmVudFN0eWxlIjpudWxsfSwiUGFyZW50U3R5bGUiOm51bGx9LCJQYXJlbnRTdHlsZSI6bnVsbH0sIkRlZmF1bHRTd2ltbGFuZUFjdGl2aXR5U3R5bGUiOnsiJGlkIjoiMzI3NCIsIkhlYWRlclN0eWxlIjp7IiRpZCI6IjMyNzUiLCJUZXh0U3R5bGUiOnsiJGlkIjoiMzI3NiIsIkZvbnRTZXR0aW5ncyI6eyIkaWQiOiIzMjc3IiwiRm9udFNpemUiOjEyLCJGb250TmFtZSI6IkNhbGlicmkiLCJJc0JvbGQiOmZhbHNlLCJJc0l0YWxpYyI6ZmFsc2UsIklzVW5kZXJsaW5lZCI6ZmFsc2UsIlBhcmVudFN0eWxlIjpudWxsfSwiQXV0b1NpemUiOjAsIkZvcmVncm91bmQiOnsiJGlkIjoiMzI3OCIsIkNvbG9yIjp7IiRpZCI6IjMyNzkiLCJBIjoyNTUsIlIiOjAsIkciOjAsIkIiOjB9fSwiTWF4V2lkdGgiOjAuMCwiTWF4SGVpZ2h0IjowLjAsIlNtYXJ0Rm9yZWdyb3VuZElzQWN0aXZlIjpmYWxzZSwiSG9yaXpvbnRhbEFsaWdubWVudCI6MCwiVmVydGljYWxBbGlnbm1lbnQiOjAsIlNtYXJ0Rm9yZWdyb3VuZCI6bnVsbCwiQmFja2dyb3VuZEZpbGxUeXBlIjowLCJNYXJnaW4iOnsiJGlkIjoiMzI4MCIsIlRvcCI6MC4wLCJMZWZ0IjowLjAsIlJpZ2h0IjowLjAsIkJvdHRvbSI6MC4wfSwiUGFkZGluZyI6eyIkaWQiOiIzMjgxIiwiVG9wIjowLjAsIkxlZnQiOjAuMCwiUmlnaHQiOjAuMCwiQm90dG9tIjowLjB9LCJCYWNrZ3JvdW5kIjpudWxsLCJJc1Zpc2libGUiOmZhbHNlLCJXaWR0aCI6MC4wLCJIZWlnaHQiOjAuMCwiQm9yZGVyU3R5bGUiOm51bGwsIlBhcmVudFN0eWxlIjpudWxsfSwiUmVjdGFuZ2xlU3R5bGUiOnsiJGlkIjoiMzI4MiIsIk1hcmdpbiI6eyIkaWQiOiIzMjgzIiwiVG9wIjowLjAsIkxlZnQiOjAuMCwiUmlnaHQiOjAuMCwiQm90dG9tIjowLjB9LCJQYWRkaW5nIjp7IiRpZCI6IjMyODQiLCJUb3AiOjAuMCwiTGVmdCI6MC4wLCJSaWdodCI6MC4wLCJCb3R0b20iOjAuMH0sIkJhY2tncm91bmQiOnsiJGlkIjoiMzI4NSIsIkNvbG9yIjp7IiRpZCI6IjMyODYiLCJBIjo2MywiUiI6OTEsIkciOjE1NSwiQiI6MjEzfX0sIklzVmlzaWJsZSI6ZmFsc2UsIldpZHRoIjowLjAsIkhlaWdodCI6MC4wLCJCb3JkZXJTdHlsZSI6eyIkaWQiOiIzMjg3IiwiTGluZUNvbG9yIjp7IiRpZCI6IjMyODgiLCIkdHlwZSI6Ik5MUkUuQ29tbW9uLkRvbS5Tb2xpZENvbG9yQnJ1c2gsIE5MUkUuQ29tbW9uIiwiQ29sb3IiOnsiJGlkIjoiMzI4OSIsIkEiOjI1NSwiUiI6MjU1LCJHIjowLCJCIjowfX0sIkxpbmVXZWlnaHQiOjAuMCwiTGluZVR5cGUiOjAsIlBhcmVudFN0eWxlIjpudWxsfSwiUGFyZW50U3R5bGUiOm51bGx9LCJNYXJnaW4iOnsiJGlkIjoiMzI5MCIsIlRvcCI6MC4wLCJMZWZ0IjowLjAsIlJpZ2h0IjowLjAsIkJvdHRvbSI6MC4wfSwiUGFkZGluZyI6eyIkaWQiOiIzMjkxIiwiVG9wIjowLjAsIkxlZnQiOjAuMCwiUmlnaHQiOjAuMCwiQm90dG9tIjowLjB9LCJCYWNrZ3JvdW5kIjpudWxsLCJJc1Zpc2libGUiOnRydWUsIldpZHRoIjowLjAsIkhlaWdodCI6MC4wLCJCb3JkZXJTdHlsZSI6bnVsbCwiUGFyZW50U3R5bGUiOm51bGx9LCJCYWNrZ3JvdW5kU3R5bGUiOnsiJGlkIjoiMzI5MiIsIk1hcmdpbiI6eyIkaWQiOiIzMjkzIiwiVG9wIjowLjAsIkxlZnQiOjAuMCwiUmlnaHQiOjAuMCwiQm90dG9tIjowLjB9LCJQYWRkaW5nIjp7IiRpZCI6IjMyOTQiLCJUb3AiOjAuMCwiTGVmdCI6MC4wLCJSaWdodCI6MC4wLCJCb3R0b20iOjAuMH0sIkJhY2tncm91bmQiOnsiJGlkIjoiMzI5NSIsIkNvbG9yIjp7IiRpZCI6IjMyOTYiLCJBIjozOCwiUiI6OTEsIkciOjE1NSwiQiI6MjEzfX0sIklzVmlzaWJsZSI6dHJ1ZSwiV2lkdGgiOjAuMCwiSGVpZ2h0IjowLjAsIkJvcmRlclN0eWxlIjp7IiRpZCI6IjMyOTciLCJMaW5lQ29sb3IiOnsiJGlkIjoiMzI5OCIsIiR0eXBlIjoiTkxSRS5Db21tb24uRG9tLlNvbGlkQ29sb3JCcnVzaCwgTkxSRS5Db21tb24iLCJDb2xvciI6eyIkaWQiOiIzMjk5IiwiQSI6MjU1LCJSIjoyMzQsIkciOjIyLCJCIjozMH19LCJMaW5lV2VpZ2h0IjowLjAsIkxpbmVUeXBlIjowLCJQYXJlbnRTdHlsZSI6bnVsbH0sIlBhcmVudFN0eWxlIjpudWxsfSwiTWFyZ2luIjp7IiRpZCI6IjMzMDAiLCJUb3AiOjAuMCwiTGVmdCI6MC4wLCJSaWdodCI6MC4wLCJCb3R0b20iOjAuMH0sIlBhZGRpbmciOnsiJGlkIjoiMzMwMSIsIlRvcCI6MC4wLCJMZWZ0IjowLjAsIlJpZ2h0IjowLjAsIkJvdHRvbSI6MC4wfSwiSXNWaXNpYmxlIjp0cnVlLCJXaWR0aCI6MC4wLCJIZWlnaHQiOjAuMCwiQm9yZGVyU3R5bGUiOnsiJGlkIjoiMzMwMiIsIkxpbmVDb2xvciI6bnVsbCwiTGluZVdlaWdodCI6MC4wLCJMaW5lVHlwZSI6MCwiUGFyZW50U3R5bGUiOm51bGx9LCJQYXJlbnRTdHlsZSI6bnVsbH0sIk1hcmdpbiI6eyIkaWQiOiIzMzAzIiwiVG9wIjowLjAsIkxlZnQiOjAuMCwiUmlnaHQiOjAuMCwiQm90dG9tIjowLjB9LCJQYWRkaW5nIjp7IiRpZCI6IjMzMDQiLCJUb3AiOjAuMCwiTGVmdCI6MC4wLCJSaWdodCI6MC4wLCJCb3R0b20iOjAuMH0sIklzVmlzaWJsZSI6dHJ1ZSwiV2lkdGgiOjAuMCwiSGVpZ2h0IjowLjAsIkJvcmRlclN0eWxlIjp7IiRpZCI6IjMzMDUiLCJMaW5lQ29sb3IiOm51bGwsIkxpbmVXZWlnaHQiOjAuMCwiTGluZVR5cGUiOjAsIlBhcmVudFN0eWxlIjpudWxsfSwiUGFyZW50U3R5bGUiOm51bGx9fSx7IiRpZCI6IjMzMDYiLCJfYWN0aXZpdGllcyI6W3siJGlkIjoiMzMwNyIsIl9yb3dzIjpbeyIkaWQiOiIzMzA4IiwiX3Rhc2tzIjpbeyIkaWQiOiIzMzA5IiwiX2F0dGFjaGVkTWlsZXN0b25lcyI6W10sIlRhc2tEZWZpbml0aW9uIjp7IiRpZCI6IjMzMTAiLCJHcm91cE5hbWUiOm51bGwsIlN0YXJ0RGF0ZSI6IjIwMjYtMDctMDhUMTE6NTk6MDBaIiwiRW5kRGF0ZSI6IjIwMjYtMTAtMTRUMTE6NTg6MDBaIiwiUGVyY2VudGFnZUNvbXBsZXRlIjpudWxsLCJTdHlsZSI6eyIkaWQiOiIzMzExIiwiU2hhcGUiOjEsIlNoYXBlVGhpY2tuZXNzIjowLCJEdXJhdGlvbkZvcm1hdCI6MCwiSW5jbHVkZU5vbldvcmtpbmdEYXlzSW5EdXJhdGlvbiI6ZmFsc2UsIlBlcmNlbnRhZ2VDb21wbGV0ZVN0eWxlIjp7IiRpZCI6IjMzMTIiLCJGb250U2V0dGluZ3MiOnsiJGlkIjoiMzMxMyIsIkZvbnRTaXplIjoxMCwiRm9udE5hbWUiOiJDYWxpYnJpIiwiSXNCb2xkIjpmYWxzZSwiSXNJdGFsaWMiOmZhbHNlLCJJc1VuZGVybGluZWQiOmZhbHNlLCJQYXJlbnRTdHlsZSI6bnVsbH0sIkF1dG9TaXplIjowLCJGb3JlZ3JvdW5kIjp7IiRpZCI6IjMzMTQiLCJDb2xvciI6eyIkaWQiOiIzMzE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MxNiIsIlRvcCI6MC4wLCJMZWZ0IjowLjAsIlJpZ2h0IjowLjAsIkJvdHRvbSI6MC4wfSwiUGFkZGluZyI6eyIkaWQiOiIzMzE3IiwiVG9wIjowLjAsIkxlZnQiOjAuMCwiUmlnaHQiOjAuMCwiQm90dG9tIjowLjB9LCJCYWNrZ3JvdW5kIjp7IiRpZCI6IjMzMTgiLCJDb2xvciI6eyIkaWQiOiIzMzE5IiwiQSI6ODksIlIiOjAsIkciOjAsIkIiOjB9fSwiSXNWaXNpYmxlIjp0cnVlLCJXaWR0aCI6MC4wLCJIZWlnaHQiOjAuMCwiQm9yZGVyU3R5bGUiOnsiJGlkIjoiMzMyMCIsIkxpbmVDb2xvciI6bnVsbCwiTGluZVdlaWdodCI6MC4wLCJMaW5lVHlwZSI6MCwiUGFyZW50U3R5bGUiOm51bGx9LCJQYXJlbnRTdHlsZSI6bnVsbH0sIkR1cmF0aW9uU3R5bGUiOnsiJGlkIjoiMzMyMSIsIkZvbnRTZXR0aW5ncyI6eyIkaWQiOiIzMzIyIiwiRm9udFNpemUiOjEwLCJGb250TmFtZSI6IkNhbGlicmkiLCJJc0JvbGQiOmZhbHNlLCJJc0l0YWxpYyI6ZmFsc2UsIklzVW5kZXJsaW5lZCI6ZmFsc2UsIlBhcmVudFN0eWxlIjpudWxsfSwiQXV0b1NpemUiOjAsIkZvcmVncm91bmQiOnsiJGlkIjoiMzMyMyIsIkNvbG9yIjp7IiRpZCI6IjMzMj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MzI1IiwiVG9wIjowLjAsIkxlZnQiOjAuMCwiUmlnaHQiOjAuMCwiQm90dG9tIjowLjB9LCJQYWRkaW5nIjp7IiRpZCI6IjMzMjYiLCJUb3AiOjAuMCwiTGVmdCI6MC4wLCJSaWdodCI6MC4wLCJCb3R0b20iOjAuMH0sIkJhY2tncm91bmQiOnsiJGlkIjoiMzMyNyIsIkNvbG9yIjp7IiRpZCI6IjMzMjgiLCJBIjo4OSwiUiI6MCwiRyI6MCwiQiI6MH19LCJJc1Zpc2libGUiOnRydWUsIldpZHRoIjowLjAsIkhlaWdodCI6MC4wLCJCb3JkZXJTdHlsZSI6eyIkaWQiOiIzMzI5IiwiTGluZUNvbG9yIjpudWxsLCJMaW5lV2VpZ2h0IjowLjAsIkxpbmVUeXBlIjowLCJQYXJlbnRTdHlsZSI6bnVsbH0sIlBhcmVudFN0eWxlIjpudWxsfSwiSG9yaXpvbnRhbENvbm5lY3RvclN0eWxlIjp7IiRpZCI6IjMzMzAiLCJMaW5lQ29sb3IiOnsiJGlkIjoiMzMzMSIsIiR0eXBlIjoiTkxSRS5Db21tb24uRG9tLlNvbGlkQ29sb3JCcnVzaCwgTkxSRS5Db21tb24iLCJDb2xvciI6eyIkaWQiOiIzMzMyIiwiQSI6MjU1LCJSIjoyMDQsIkciOjIwNCwiQiI6MjA0fX0sIkxpbmVXZWlnaHQiOjEuMCwiTGluZVR5cGUiOjAsIlBhcmVudFN0eWxlIjpudWxsfSwiVmVydGljYWxDb25uZWN0b3JTdHlsZSI6eyIkaWQiOiIzMzMzIiwiTGluZUNvbG9yIjp7IiRpZCI6IjMzMzQiLCIkdHlwZSI6Ik5MUkUuQ29tbW9uLkRvbS5Tb2xpZENvbG9yQnJ1c2gsIE5MUkUuQ29tbW9uIiwiQ29sb3IiOnsiJGlkIjoiMzMzN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VmFyaWFuY2VQb3NpdGlvbiI6NiwiU3BhY2luZyI6MywiSXNCZWxvd1RpbWViYW5kIjp0cnVlLCJQZXJjZW50YWdlQ29tcGxldGVTaGFwZU9wYWNpdHkiOjM1LCJCYXNlbGluZVN0eWxlIjp7IiRpZCI6IjMzMzYiLCJTaGFwZVN0eWxlIjp7IiRpZCI6IjMzMzciLCJNYXJnaW4iOnsiJGlkIjoiMzMzOCIsIlRvcCI6MC4wLCJMZWZ0IjowLjAsIlJpZ2h0IjowLjAsIkJvdHRvbSI6MC4wfSwiUGFkZGluZyI6eyIkaWQiOiIzMzM5IiwiVG9wIjowLjAsIkxlZnQiOjAuMCwiUmlnaHQiOjAuMCwiQm90dG9tIjowLjB9LCJCYWNrZ3JvdW5kIjp7IiRpZCI6IjMzNDAiLCJDb2xvciI6eyIkaWQiOiIzMzQxIiwiQSI6MTUzLCJSIjowLCJHIjowLCJCIjowfX0sIklzVmlzaWJsZSI6dHJ1ZSwiV2lkdGgiOjAuMCwiSGVpZ2h0IjowLjAsIkJvcmRlclN0eWxlIjpudWxsLCJQYXJlbnRTdHlsZSI6bnVsbH0sIk1hcmdpbiI6eyIkaWQiOiIzMzQyIiwiVG9wIjowLjAsIkxlZnQiOjAuMCwiUmlnaHQiOjAuMCwiQm90dG9tIjowLjB9LCJQYWRkaW5nIjp7IiRpZCI6IjMzNDMiLCJUb3AiOjAuMCwiTGVmdCI6MC4wLCJSaWdodCI6MC4wLCJCb3R0b20iOjAuMH0sIkJhY2tncm91bmQiOm51bGwsIklzVmlzaWJsZSI6dHJ1ZSwiV2lkdGgiOjAuMCwiSGVpZ2h0IjowLjAsIkJvcmRlclN0eWxlIjpudWxsLCJQYXJlbnRTdHlsZSI6bnVsbH0sIlNoYXBlU3R5bGUiOnsiJGlkIjoiMzM0NCIsIk1hcmdpbiI6eyIkaWQiOiIzMzQ1IiwiVG9wIjowLjAsIkxlZnQiOjQuMCwiUmlnaHQiOjQuMCwiQm90dG9tIjowLjB9LCJQYWRkaW5nIjp7IiRpZCI6IjMzNDYiLCJUb3AiOjAuMCwiTGVmdCI6MC4wLCJSaWdodCI6MC4wLCJCb3R0b20iOjAuMH0sIkJhY2tncm91bmQiOnsiJGlkIjoiMzM0NyIsIkNvbG9yIjp7IiRpZCI6IjMzNDgiLCJBIjoyNTUsIlIiOjExNiwiRyI6MTczLCJCIjo3M319LCJJc1Zpc2libGUiOnRydWUsIldpZHRoIjowLjAsIkhlaWdodCI6MTAuMCwiQm9yZGVyU3R5bGUiOnsiJGlkIjoiMzM0OSIsIkxpbmVDb2xvciI6eyIkaWQiOiIzMzUwIiwiJHR5cGUiOiJOTFJFLkNvbW1vbi5Eb20uU29saWRDb2xvckJydXNoLCBOTFJFLkNvbW1vbiIsIkNvbG9yIjp7IiRpZCI6IjMzNTEiLCJBIjoyNTUsIlIiOjIzNCwiRyI6MjIsIkIiOjMwfX0sIkxpbmVXZWlnaHQiOjAuMCwiTGluZVR5cGUiOjAsIlBhcmVudFN0eWxlIjpudWxsfSwiUGFyZW50U3R5bGUiOm51bGx9LCJUaXRsZVN0eWxlIjp7IiRpZCI6IjMzNTIiLCJGb250U2V0dGluZ3MiOnsiJGlkIjoiMzM1MyIsIkZvbnRTaXplIjoxMSwiRm9udE5hbWUiOiJDYWxpYnJpIiwiSXNCb2xkIjpmYWxzZSwiSXNJdGFsaWMiOmZhbHNlLCJJc1VuZGVybGluZWQiOmZhbHNlLCJQYXJlbnRTdHlsZSI6bnVsbH0sIkF1dG9TaXplIjowLCJGb3JlZ3JvdW5kIjp7IiRpZCI6IjMzNTQiLCJDb2xvciI6eyIkaWQiOiIzMzU1IiwiQSI6MjU1LCJSIjo3MiwiRyI6NzIsIkIiOjcyfX0sIk1heFdpZHRoIjoyMDAuMCwiTWF4SGVpZ2h0IjoiSW5maW5pdHkiLCJTbWFydEZvcmVncm91bmRJc0FjdGl2ZSI6ZmFsc2UsIkhvcml6b250YWxBbGlnbm1lbnQiOjEsIlZlcnRpY2FsQWxpZ25tZW50IjowLCJTbWFydEZvcmVncm91bmQiOm51bGwsIkJhY2tncm91bmRGaWxsVHlwZSI6MCwiTWFyZ2luIjp7IiRpZCI6IjMzNTYiLCJUb3AiOjAuMCwiTGVmdCI6MC4wLCJSaWdodCI6MC4wLCJCb3R0b20iOjAuMH0sIlBhZGRpbmciOnsiJGlkIjoiMzM1NyIsIlRvcCI6MC4wLCJMZWZ0IjowLjAsIlJpZ2h0IjowLjAsIkJvdHRvbSI6MC4wfSwiQmFja2dyb3VuZCI6eyIkaWQiOiIzMzU4IiwiQ29sb3IiOnsiJGlkIjoiMzM1OSIsIkEiOjAsIlIiOjI1NSwiRyI6MjU1LCJCIjoyNTV9fSwiSXNWaXNpYmxlIjp0cnVlLCJXaWR0aCI6MC4wLCJIZWlnaHQiOjAuMCwiQm9yZGVyU3R5bGUiOnsiJGlkIjoiMzM2MCIsIkxpbmVDb2xvciI6bnVsbCwiTGluZVdlaWdodCI6MC4wLCJMaW5lVHlwZSI6MCwiUGFyZW50U3R5bGUiOm51bGx9LCJQYXJlbnRTdHlsZSI6bnVsbH0sIkRhdGVTdHlsZSI6eyIkaWQiOiIzMzYxIiwiRm9udFNldHRpbmdzIjp7IiRpZCI6IjMzNjIiLCJGb250U2l6ZSI6MTAsIkZvbnROYW1lIjoiQ2FsaWJyaSIsIklzQm9sZCI6ZmFsc2UsIklzSXRhbGljIjpmYWxzZSwiSXNVbmRlcmxpbmVkIjpmYWxzZSwiUGFyZW50U3R5bGUiOm51bGx9LCJBdXRvU2l6ZSI6MCwiRm9yZWdyb3VuZCI6eyIkaWQiOiIzMzYzIiwiQ29sb3IiOnsiJGlkIjoiMzM2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M2NSIsIlRvcCI6MC4wLCJMZWZ0IjowLjAsIlJpZ2h0IjowLjAsIkJvdHRvbSI6MC4wfSwiUGFkZGluZyI6eyIkaWQiOiIzMzY2IiwiVG9wIjowLjAsIkxlZnQiOjAuMCwiUmlnaHQiOjAuMCwiQm90dG9tIjowLjB9LCJCYWNrZ3JvdW5kIjp7IiRpZCI6IjMzNjciLCJDb2xvciI6eyIkaWQiOiIzMzY4IiwiQSI6ODksIlIiOjAsIkciOjAsIkIiOjB9fSwiSXNWaXNpYmxlIjp0cnVlLCJXaWR0aCI6MC4wLCJIZWlnaHQiOjAuMCwiQm9yZGVyU3R5bGUiOnsiJGlkIjoiMzM2OSIsIkxpbmVDb2xvciI6bnVsbCwiTGluZVdlaWdodCI6MC4wLCJMaW5lVHlwZSI6MCwiUGFyZW50U3R5bGUiOm51bGx9LCJQYXJlbnRTdHlsZSI6bnVsbH0sIkRhdGVGb3JtYXQiOnsiJGlkIjoiMzM3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cxIiwiRm9ybWF0IjowLCJJc1Zpc2libGUiOmZhbHNlLCJMYXN0S25vd25WaXNpYmlsaXR5U3RhdGUiOmZhbHNlfSwiSXNWaXNpYmxlIjp0cnVlLCJWYXJpYW5jZVN0eWxlIjp7IiRpZCI6IjMzNzIiLCJUZXh0U3R5bGUiOnsiJGlkIjoiMzM3MyIsIkZvbnRTZXR0aW5ncyI6eyIkaWQiOiIzMzc0IiwiRm9udFNpemUiOjEwLCJGb250TmFtZSI6IkNhbGlicmkiLCJJc0JvbGQiOmZhbHNlLCJJc0l0YWxpYyI6ZmFsc2UsIklzVW5kZXJsaW5lZCI6ZmFsc2UsIlBhcmVudFN0eWxlIjpudWxsfSwiQXV0b1NpemUiOjAsIkZvcmVncm91bmQiOnsiJGlkIjoiMzM3NSIsIkNvbG9yIjp7IiRpZCI6IjMzNz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3NyIsIlRvcCI6MC4wLCJMZWZ0IjowLjAsIlJpZ2h0IjowLjAsIkJvdHRvbSI6MC4wfSwiUGFkZGluZyI6eyIkaWQiOiIzMzc4IiwiVG9wIjowLjAsIkxlZnQiOjAuMCwiUmlnaHQiOjAuMCwiQm90dG9tIjowLjB9LCJCYWNrZ3JvdW5kIjp7IiRpZCI6IjMzNzkiLCJDb2xvciI6eyIkaWQiOiIzMzgwIiwiQSI6NTAsIlIiOjAsIkciOjAsIkIiOjB9fSwiSXNWaXNpYmxlIjp0cnVlLCJXaWR0aCI6MC4wLCJIZWlnaHQiOjAuMCwiQm9yZGVyU3R5bGUiOm51bGwsIlBhcmVudFN0eWxlIjpudWxsfSwiUGFyZW50U3R5bGUiOm51bGx9LCJQYXJlbnRTdHlsZSI6bnVsbH0sIkluZGV4IjozOCwiU21hcnREdXJhdGlvbkFjdGl2YXRlZCI6ZmFsc2UsIkRhdGVGb3JtYXQiOnsiJHJlZiI6IjMzNzAifSwiV2Vla051bWJlcmluZyI6eyIkaWQiOiIzMzgxIiwiRm9ybWF0IjowLCJJc1Zpc2libGUiOmZhbHNlLCJMYXN0S25vd25WaXNpYmlsaXR5U3RhdGUiOmZhbHNlfSwiQmFzZWxpbmVEYXRhIjp7IiRpZCI6IjMzODIiLCJTdGFydERhdGUiOiIyMDI2LTA3LTA4VDExOjU5OjAwIiwiRW5kRGF0ZSI6IjIwMjYtMTAtMTRUMTE6NTg6MDAifSwiSWQiOiJjZGFlYWE2Mi03YWVlLTQ2NTUtYjU3ZS1kODJiNmExZjJlY2EiLCJJbXBvcnRJZCI6bnVsbCwiVGl0bGUiOiJVbHRpbWF0ZSBTTEFNIEFkanVzdG1lbnQiLCJOb3RlIjpudWxsLCJIeXBlcmxpbmsiOnsiJGlkIjoiMzM4MyIsIkFkZHJlc3MiOiIiLCJTdWJBZGRyZXNzIjoiIn0sIklzQ2hhbmdlZCI6ZmFsc2UsIklzTmV3IjpmYWxzZX19XSwiX21pbGVzdG9uZXMiOltdLCJJZCI6IjAwMDAwMDAwLTAwMDAtMDAwMC0wMDAwLTAwMDAwMDAwMDAwMCIsIklzU2luZ2xlSXRlbVJvdyI6dHJ1ZX0seyIkaWQiOiIzMzg0IiwiX3Rhc2tzIjpbeyIkaWQiOiIzMzg1IiwiX2F0dGFjaGVkTWlsZXN0b25lcyI6W10sIlRhc2tEZWZpbml0aW9uIjp7IiRpZCI6IjMzODYiLCJHcm91cE5hbWUiOm51bGwsIlN0YXJ0RGF0ZSI6IjIwMjYtMDctMDhUMTE6NTk6MDBaIiwiRW5kRGF0ZSI6IjIwMjYtMDgtMTRUMTE6NTg6MDBaIiwiUGVyY2VudGFnZUNvbXBsZXRlIjpudWxsLCJTdHlsZSI6eyIkaWQiOiIzMzg3IiwiU2hhcGUiOjEsIlNoYXBlVGhpY2tuZXNzIjowLCJEdXJhdGlvbkZvcm1hdCI6MCwiSW5jbHVkZU5vbldvcmtpbmdEYXlzSW5EdXJhdGlvbiI6ZmFsc2UsIlBlcmNlbnRhZ2VDb21wbGV0ZVN0eWxlIjp7IiRpZCI6IjMzODgiLCJGb250U2V0dGluZ3MiOnsiJGlkIjoiMzM4OSIsIkZvbnRTaXplIjoxMCwiRm9udE5hbWUiOiJDYWxpYnJpIiwiSXNCb2xkIjpmYWxzZSwiSXNJdGFsaWMiOmZhbHNlLCJJc1VuZGVybGluZWQiOmZhbHNlLCJQYXJlbnRTdHlsZSI6bnVsbH0sIkF1dG9TaXplIjowLCJGb3JlZ3JvdW5kIjp7IiRpZCI6IjMzOTAiLCJDb2xvciI6eyIkaWQiOiIzMzk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M5MiIsIlRvcCI6MC4wLCJMZWZ0IjowLjAsIlJpZ2h0IjowLjAsIkJvdHRvbSI6MC4wfSwiUGFkZGluZyI6eyIkaWQiOiIzMzkzIiwiVG9wIjowLjAsIkxlZnQiOjAuMCwiUmlnaHQiOjAuMCwiQm90dG9tIjowLjB9LCJCYWNrZ3JvdW5kIjp7IiRpZCI6IjMzOTQiLCJDb2xvciI6eyIkaWQiOiIzMzk1IiwiQSI6ODksIlIiOjAsIkciOjAsIkIiOjB9fSwiSXNWaXNpYmxlIjp0cnVlLCJXaWR0aCI6MC4wLCJIZWlnaHQiOjAuMCwiQm9yZGVyU3R5bGUiOnsiJGlkIjoiMzM5NiIsIkxpbmVDb2xvciI6bnVsbCwiTGluZVdlaWdodCI6MC4wLCJMaW5lVHlwZSI6MCwiUGFyZW50U3R5bGUiOm51bGx9LCJQYXJlbnRTdHlsZSI6bnVsbH0sIkR1cmF0aW9uU3R5bGUiOnsiJGlkIjoiMzM5NyIsIkZvbnRTZXR0aW5ncyI6eyIkaWQiOiIzMzk4IiwiRm9udFNpemUiOjEwLCJGb250TmFtZSI6IkNhbGlicmkiLCJJc0JvbGQiOmZhbHNlLCJJc0l0YWxpYyI6ZmFsc2UsIklzVW5kZXJsaW5lZCI6ZmFsc2UsIlBhcmVudFN0eWxlIjpudWxsfSwiQXV0b1NpemUiOjAsIkZvcmVncm91bmQiOnsiJGlkIjoiMzM5OSIsIkNvbG9yIjp7IiRpZCI6IjM0MD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NDAxIiwiVG9wIjowLjAsIkxlZnQiOjAuMCwiUmlnaHQiOjAuMCwiQm90dG9tIjowLjB9LCJQYWRkaW5nIjp7IiRpZCI6IjM0MDIiLCJUb3AiOjAuMCwiTGVmdCI6MC4wLCJSaWdodCI6MC4wLCJCb3R0b20iOjAuMH0sIkJhY2tncm91bmQiOnsiJGlkIjoiMzQwMyIsIkNvbG9yIjp7IiRpZCI6IjM0MDQiLCJBIjo4OSwiUiI6MCwiRyI6MCwiQiI6MH19LCJJc1Zpc2libGUiOnRydWUsIldpZHRoIjowLjAsIkhlaWdodCI6MC4wLCJCb3JkZXJTdHlsZSI6eyIkaWQiOiIzNDA1IiwiTGluZUNvbG9yIjpudWxsLCJMaW5lV2VpZ2h0IjowLjAsIkxpbmVUeXBlIjowLCJQYXJlbnRTdHlsZSI6bnVsbH0sIlBhcmVudFN0eWxlIjpudWxsfSwiSG9yaXpvbnRhbENvbm5lY3RvclN0eWxlIjp7IiRpZCI6IjM0MDYiLCJMaW5lQ29sb3IiOnsiJGlkIjoiMzQwNyIsIiR0eXBlIjoiTkxSRS5Db21tb24uRG9tLlNvbGlkQ29sb3JCcnVzaCwgTkxSRS5Db21tb24iLCJDb2xvciI6eyIkaWQiOiIzNDA4IiwiQSI6MjU1LCJSIjoyMDQsIkciOjIwNCwiQiI6MjA0fX0sIkxpbmVXZWlnaHQiOjEuMCwiTGluZVR5cGUiOjAsIlBhcmVudFN0eWxlIjpudWxsfSwiVmVydGljYWxDb25uZWN0b3JTdHlsZSI6eyIkaWQiOiIzNDA5IiwiTGluZUNvbG9yIjp7IiRpZCI6IjM0MTAiLCIkdHlwZSI6Ik5MUkUuQ29tbW9uLkRvbS5Tb2xpZENvbG9yQnJ1c2gsIE5MUkUuQ29tbW9uIiwiQ29sb3IiOnsiJGlkIjoiMzQxM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VmFyaWFuY2VQb3NpdGlvbiI6NiwiU3BhY2luZyI6MywiSXNCZWxvd1RpbWViYW5kIjp0cnVlLCJQZXJjZW50YWdlQ29tcGxldGVTaGFwZU9wYWNpdHkiOjM1LCJCYXNlbGluZVN0eWxlIjp7IiRpZCI6IjM0MTIiLCJTaGFwZVN0eWxlIjp7IiRpZCI6IjM0MTMiLCJNYXJnaW4iOnsiJGlkIjoiMzQxNCIsIlRvcCI6MC4wLCJMZWZ0IjowLjAsIlJpZ2h0IjowLjAsIkJvdHRvbSI6MC4wfSwiUGFkZGluZyI6eyIkaWQiOiIzNDE1IiwiVG9wIjowLjAsIkxlZnQiOjAuMCwiUmlnaHQiOjAuMCwiQm90dG9tIjowLjB9LCJCYWNrZ3JvdW5kIjp7IiRpZCI6IjM0MTYiLCJDb2xvciI6eyIkaWQiOiIzNDE3IiwiQSI6MTUzLCJSIjowLCJHIjowLCJCIjowfX0sIklzVmlzaWJsZSI6dHJ1ZSwiV2lkdGgiOjAuMCwiSGVpZ2h0IjowLjAsIkJvcmRlclN0eWxlIjpudWxsLCJQYXJlbnRTdHlsZSI6bnVsbH0sIk1hcmdpbiI6eyIkaWQiOiIzNDE4IiwiVG9wIjowLjAsIkxlZnQiOjAuMCwiUmlnaHQiOjAuMCwiQm90dG9tIjowLjB9LCJQYWRkaW5nIjp7IiRpZCI6IjM0MTkiLCJUb3AiOjAuMCwiTGVmdCI6MC4wLCJSaWdodCI6MC4wLCJCb3R0b20iOjAuMH0sIkJhY2tncm91bmQiOm51bGwsIklzVmlzaWJsZSI6dHJ1ZSwiV2lkdGgiOjAuMCwiSGVpZ2h0IjowLjAsIkJvcmRlclN0eWxlIjpudWxsLCJQYXJlbnRTdHlsZSI6bnVsbH0sIlNoYXBlU3R5bGUiOnsiJGlkIjoiMzQyMCIsIk1hcmdpbiI6eyIkaWQiOiIzNDIxIiwiVG9wIjowLjAsIkxlZnQiOjQuMCwiUmlnaHQiOjQuMCwiQm90dG9tIjowLjB9LCJQYWRkaW5nIjp7IiRpZCI6IjM0MjIiLCJUb3AiOjAuMCwiTGVmdCI6MC4wLCJSaWdodCI6MC4wLCJCb3R0b20iOjAuMH0sIkJhY2tncm91bmQiOnsiJGlkIjoiMzQyMyIsIkNvbG9yIjp7IiRpZCI6IjM0MjQiLCJBIjoyNTUsIlIiOjExNiwiRyI6MTczLCJCIjo3M319LCJJc1Zpc2libGUiOnRydWUsIldpZHRoIjowLjAsIkhlaWdodCI6MTAuMCwiQm9yZGVyU3R5bGUiOnsiJGlkIjoiMzQyNSIsIkxpbmVDb2xvciI6eyIkaWQiOiIzNDI2IiwiJHR5cGUiOiJOTFJFLkNvbW1vbi5Eb20uU29saWRDb2xvckJydXNoLCBOTFJFLkNvbW1vbiIsIkNvbG9yIjp7IiRpZCI6IjM0MjciLCJBIjoyNTUsIlIiOjIzNCwiRyI6MjIsIkIiOjMwfX0sIkxpbmVXZWlnaHQiOjAuMCwiTGluZVR5cGUiOjAsIlBhcmVudFN0eWxlIjpudWxsfSwiUGFyZW50U3R5bGUiOm51bGx9LCJUaXRsZVN0eWxlIjp7IiRpZCI6IjM0MjgiLCJGb250U2V0dGluZ3MiOnsiJGlkIjoiMzQyOSIsIkZvbnRTaXplIjoxMSwiRm9udE5hbWUiOiJDYWxpYnJpIiwiSXNCb2xkIjpmYWxzZSwiSXNJdGFsaWMiOmZhbHNlLCJJc1VuZGVybGluZWQiOmZhbHNlLCJQYXJlbnRTdHlsZSI6bnVsbH0sIkF1dG9TaXplIjowLCJGb3JlZ3JvdW5kIjp7IiRpZCI6IjM0MzAiLCJDb2xvciI6eyIkaWQiOiIzNDMxIiwiQSI6MjU1LCJSIjo3MiwiRyI6NzIsIkIiOjcyfX0sIk1heFdpZHRoIjo3MjAuMCwiTWF4SGVpZ2h0IjoiSW5maW5pdHkiLCJTbWFydEZvcmVncm91bmRJc0FjdGl2ZSI6ZmFsc2UsIkhvcml6b250YWxBbGlnbm1lbnQiOjEsIlZlcnRpY2FsQWxpZ25tZW50IjowLCJTbWFydEZvcmVncm91bmQiOm51bGwsIkJhY2tncm91bmRGaWxsVHlwZSI6MCwiTWFyZ2luIjp7IiRpZCI6IjM0MzIiLCJUb3AiOjAuMCwiTGVmdCI6MC4wLCJSaWdodCI6MC4wLCJCb3R0b20iOjAuMH0sIlBhZGRpbmciOnsiJGlkIjoiMzQzMyIsIlRvcCI6MC4wLCJMZWZ0IjowLjAsIlJpZ2h0IjowLjAsIkJvdHRvbSI6MC4wfSwiQmFja2dyb3VuZCI6eyIkaWQiOiIzNDM0IiwiQ29sb3IiOnsiJGlkIjoiMzQzNSIsIkEiOjAsIlIiOjI1NSwiRyI6MjU1LCJCIjoyNTV9fSwiSXNWaXNpYmxlIjp0cnVlLCJXaWR0aCI6MC4wLCJIZWlnaHQiOjAuMCwiQm9yZGVyU3R5bGUiOnsiJGlkIjoiMzQzNiIsIkxpbmVDb2xvciI6bnVsbCwiTGluZVdlaWdodCI6MC4wLCJMaW5lVHlwZSI6MCwiUGFyZW50U3R5bGUiOm51bGx9LCJQYXJlbnRTdHlsZSI6bnVsbH0sIkRhdGVTdHlsZSI6eyIkaWQiOiIzNDM3IiwiRm9udFNldHRpbmdzIjp7IiRpZCI6IjM0MzgiLCJGb250U2l6ZSI6MTAsIkZvbnROYW1lIjoiQ2FsaWJyaSIsIklzQm9sZCI6ZmFsc2UsIklzSXRhbGljIjpmYWxzZSwiSXNVbmRlcmxpbmVkIjpmYWxzZSwiUGFyZW50U3R5bGUiOm51bGx9LCJBdXRvU2l6ZSI6MCwiRm9yZWdyb3VuZCI6eyIkaWQiOiIzNDM5IiwiQ29sb3IiOnsiJGlkIjoiMzQ0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Q0MSIsIlRvcCI6MC4wLCJMZWZ0IjowLjAsIlJpZ2h0IjowLjAsIkJvdHRvbSI6MC4wfSwiUGFkZGluZyI6eyIkaWQiOiIzNDQyIiwiVG9wIjowLjAsIkxlZnQiOjAuMCwiUmlnaHQiOjAuMCwiQm90dG9tIjowLjB9LCJCYWNrZ3JvdW5kIjp7IiRpZCI6IjM0NDMiLCJDb2xvciI6eyIkaWQiOiIzNDQ0IiwiQSI6ODksIlIiOjAsIkciOjAsIkIiOjB9fSwiSXNWaXNpYmxlIjp0cnVlLCJXaWR0aCI6MC4wLCJIZWlnaHQiOjAuMCwiQm9yZGVyU3R5bGUiOnsiJGlkIjoiMzQ0NSIsIkxpbmVDb2xvciI6bnVsbCwiTGluZVdlaWdodCI6MC4wLCJMaW5lVHlwZSI6MCwiUGFyZW50U3R5bGUiOm51bGx9LCJQYXJlbnRTdHlsZSI6bnVsbH0sIkRhdGVGb3JtYXQiOnsiJGlkIjoiMzQ0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DQ3IiwiRm9ybWF0IjowLCJJc1Zpc2libGUiOmZhbHNlLCJMYXN0S25vd25WaXNpYmlsaXR5U3RhdGUiOmZhbHNlfSwiSXNWaXNpYmxlIjp0cnVlLCJWYXJpYW5jZVN0eWxlIjp7IiRpZCI6IjM0NDgiLCJUZXh0U3R5bGUiOnsiJGlkIjoiMzQ0OSIsIkZvbnRTZXR0aW5ncyI6eyIkaWQiOiIzNDUwIiwiRm9udFNpemUiOjEwLCJGb250TmFtZSI6IkNhbGlicmkiLCJJc0JvbGQiOmZhbHNlLCJJc0l0YWxpYyI6ZmFsc2UsIklzVW5kZXJsaW5lZCI6ZmFsc2UsIlBhcmVudFN0eWxlIjpudWxsfSwiQXV0b1NpemUiOjAsIkZvcmVncm91bmQiOnsiJGlkIjoiMzQ1MSIsIkNvbG9yIjp7IiRpZCI6IjM0NT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Q1MyIsIlRvcCI6MC4wLCJMZWZ0IjowLjAsIlJpZ2h0IjowLjAsIkJvdHRvbSI6MC4wfSwiUGFkZGluZyI6eyIkaWQiOiIzNDU0IiwiVG9wIjowLjAsIkxlZnQiOjAuMCwiUmlnaHQiOjAuMCwiQm90dG9tIjowLjB9LCJCYWNrZ3JvdW5kIjp7IiRpZCI6IjM0NTUiLCJDb2xvciI6eyIkaWQiOiIzNDU2IiwiQSI6NTAsIlIiOjAsIkciOjAsIkIiOjB9fSwiSXNWaXNpYmxlIjp0cnVlLCJXaWR0aCI6MC4wLCJIZWlnaHQiOjAuMCwiQm9yZGVyU3R5bGUiOm51bGwsIlBhcmVudFN0eWxlIjpudWxsfSwiUGFyZW50U3R5bGUiOm51bGx9LCJQYXJlbnRTdHlsZSI6bnVsbH0sIkluZGV4IjozOSwiU21hcnREdXJhdGlvbkFjdGl2YXRlZCI6ZmFsc2UsIkRhdGVGb3JtYXQiOnsiJHJlZiI6IjM0NDYifSwiV2Vla051bWJlcmluZyI6eyIkaWQiOiIzNDU3IiwiRm9ybWF0IjowLCJJc1Zpc2libGUiOmZhbHNlLCJMYXN0S25vd25WaXNpYmlsaXR5U3RhdGUiOmZhbHNlfSwiQmFzZWxpbmVEYXRhIjp7IiRpZCI6IjM0NTgiLCJTdGFydERhdGUiOiIyMDI2LTA3LTA4VDExOjU5OjAwIiwiRW5kRGF0ZSI6IjIwMjYtMDgtMTRUMTE6NTg6MDAifSwiSWQiOiJhODI0YzNmZS1kYzA0LTRmNGYtYjc3Ny1lY2VkOWFkMjE2MjUiLCJJbXBvcnRJZCI6bnVsbCwiVGl0bGUiOiJuU0xBTSBTT0EiLCJOb3RlIjpudWxsLCJIeXBlcmxpbmsiOnsiJGlkIjoiMzQ1OSIsIkFkZHJlc3MiOiIiLCJTdWJBZGRyZXNzIjoiIn0sIklzQ2hhbmdlZCI6ZmFsc2UsIklzTmV3IjpmYWxzZX19XSwiX21pbGVzdG9uZXMiOltdLCJJZCI6IjAwMDAwMDAwLTAwMDAtMDAwMC0wMDAwLTAwMDAwMDAwMDAwMCIsIklzU2luZ2xlSXRlbVJvdyI6dHJ1ZX1dLCJJbmRleCI6MCwiSWQiOiIxN2ZkYzg4MC1kODgzLTQ0NmMtYjI1Zi0yODU5MDUyNzFmZWIiLCJIZWFkZXJUZXh0IjpudWxsLCJJc0RlZmF1bHQiOnRydWUsIlN0eWxlIjp7IiRpZCI6IjM0NjAiLCJIZWFkZXJTdHlsZSI6eyIkaWQiOiIzNDYxIiwiVGV4dFN0eWxlIjp7IiRpZCI6IjM0NjIiLCJGb250U2V0dGluZ3MiOnsiJGlkIjoiMzQ2MyIsIkZvbnRTaXplIjoxMiwiRm9udE5hbWUiOiJDYWxpYnJpIiwiSXNCb2xkIjpmYWxzZSwiSXNJdGFsaWMiOmZhbHNlLCJJc1VuZGVybGluZWQiOmZhbHNlLCJQYXJlbnRTdHlsZSI6bnVsbH0sIkF1dG9TaXplIjowLCJGb3JlZ3JvdW5kIjp7IiRpZCI6IjM0NjQiLCJDb2xvciI6eyIkaWQiOiIzNDY1IiwiQSI6MjU1LCJSIjowLCJHIjowLCJCIjowfX0sIk1heFdpZHRoIjowLjAsIk1heEhlaWdodCI6MC4wLCJTbWFydEZvcmVncm91bmRJc0FjdGl2ZSI6ZmFsc2UsIkhvcml6b250YWxBbGlnbm1lbnQiOjAsIlZlcnRpY2FsQWxpZ25tZW50IjowLCJTbWFydEZvcmVncm91bmQiOm51bGwsIkJhY2tncm91bmRGaWxsVHlwZSI6MCwiTWFyZ2luIjp7IiRpZCI6IjM0NjYiLCJUb3AiOjAuMCwiTGVmdCI6MC4wLCJSaWdodCI6MC4wLCJCb3R0b20iOjAuMH0sIlBhZGRpbmciOnsiJGlkIjoiMzQ2NyIsIlRvcCI6MC4wLCJMZWZ0IjowLjAsIlJpZ2h0IjowLjAsIkJvdHRvbSI6MC4wfSwiQmFja2dyb3VuZCI6bnVsbCwiSXNWaXNpYmxlIjpmYWxzZSwiV2lkdGgiOjAuMCwiSGVpZ2h0IjowLjAsIkJvcmRlclN0eWxlIjpudWxsLCJQYXJlbnRTdHlsZSI6bnVsbH0sIlJlY3RhbmdsZVN0eWxlIjp7IiRpZCI6IjM0NjgiLCJNYXJnaW4iOnsiJGlkIjoiMzQ2OSIsIlRvcCI6MC4wLCJMZWZ0IjowLjAsIlJpZ2h0IjowLjAsIkJvdHRvbSI6MC4wfSwiUGFkZGluZyI6eyIkaWQiOiIzNDcwIiwiVG9wIjowLjAsIkxlZnQiOjAuMCwiUmlnaHQiOjAuMCwiQm90dG9tIjowLjB9LCJCYWNrZ3JvdW5kIjp7IiRpZCI6IjM0NzEiLCJDb2xvciI6eyIkaWQiOiIzNDcyIiwiQSI6NjMsIlIiOjI1NSwiRyI6MTkyLCJCIjowfX0sIklzVmlzaWJsZSI6ZmFsc2UsIldpZHRoIjowLjAsIkhlaWdodCI6MC4wLCJCb3JkZXJTdHlsZSI6eyIkaWQiOiIzNDczIiwiTGluZUNvbG9yIjp7IiRpZCI6IjM0NzQiLCIkdHlwZSI6Ik5MUkUuQ29tbW9uLkRvbS5Tb2xpZENvbG9yQnJ1c2gsIE5MUkUuQ29tbW9uIiwiQ29sb3IiOnsiJGlkIjoiMzQ3NSIsIkEiOjI1NSwiUiI6MjU1LCJHIjowLCJCIjowfX0sIkxpbmVXZWlnaHQiOjAuMCwiTGluZVR5cGUiOjAsIlBhcmVudFN0eWxlIjpudWxsfSwiUGFyZW50U3R5bGUiOm51bGx9LCJNYXJnaW4iOnsiJGlkIjoiMzQ3NiIsIlRvcCI6MC4wLCJMZWZ0IjowLjAsIlJpZ2h0IjowLjAsIkJvdHRvbSI6MC4wfSwiUGFkZGluZyI6eyIkaWQiOiIzNDc3IiwiVG9wIjowLjAsIkxlZnQiOjAuMCwiUmlnaHQiOjAuMCwiQm90dG9tIjowLjB9LCJCYWNrZ3JvdW5kIjpudWxsLCJJc1Zpc2libGUiOnRydWUsIldpZHRoIjowLjAsIkhlaWdodCI6MC4wLCJCb3JkZXJTdHlsZSI6bnVsbCwiUGFyZW50U3R5bGUiOm51bGx9LCJCYWNrZ3JvdW5kU3R5bGUiOnsiJGlkIjoiMzQ3OCIsIk1hcmdpbiI6eyIkaWQiOiIzNDc5IiwiVG9wIjowLjAsIkxlZnQiOjAuMCwiUmlnaHQiOjAuMCwiQm90dG9tIjowLjB9LCJQYWRkaW5nIjp7IiRpZCI6IjM0ODAiLCJUb3AiOjAuMCwiTGVmdCI6MC4wLCJSaWdodCI6MC4wLCJCb3R0b20iOjAuMH0sIkJhY2tncm91bmQiOnsiJGlkIjoiMzQ4MSIsIkNvbG9yIjp7IiRpZCI6IjM0ODIiLCJBIjozOCwiUiI6MjU1LCJHIjoxOTIsIkIiOjB9fSwiSXNWaXNpYmxlIjp0cnVlLCJXaWR0aCI6MC4wLCJIZWlnaHQiOjAuMCwiQm9yZGVyU3R5bGUiOnsiJGlkIjoiMzQ4MyIsIkxpbmVDb2xvciI6eyIkaWQiOiIzNDg0IiwiJHR5cGUiOiJOTFJFLkNvbW1vbi5Eb20uU29saWRDb2xvckJydXNoLCBOTFJFLkNvbW1vbiIsIkNvbG9yIjp7IiRpZCI6IjM0ODUiLCJBIjoyNTUsIlIiOjIzNCwiRyI6MjIsIkIiOjMwfX0sIkxpbmVXZWlnaHQiOjAuMCwiTGluZVR5cGUiOjAsIlBhcmVudFN0eWxlIjpudWxsfSwiUGFyZW50U3R5bGUiOm51bGx9LCJNYXJnaW4iOnsiJGlkIjoiMzQ4NiIsIlRvcCI6MC4wLCJMZWZ0IjowLjAsIlJpZ2h0IjowLjAsIkJvdHRvbSI6MC4wfSwiUGFkZGluZyI6eyIkaWQiOiIzNDg3IiwiVG9wIjowLjAsIkxlZnQiOjAuMCwiUmlnaHQiOjAuMCwiQm90dG9tIjowLjB9LCJJc1Zpc2libGUiOnRydWUsIldpZHRoIjowLjAsIkhlaWdodCI6MC4wLCJCb3JkZXJTdHlsZSI6eyIkaWQiOiIzNDg4IiwiTGluZUNvbG9yIjpudWxsLCJMaW5lV2VpZ2h0IjowLjAsIkxpbmVUeXBlIjowLCJQYXJlbnRTdHlsZSI6bnVsbH0sIlBhcmVudFN0eWxlIjpudWxsfX1dLCJJZCI6ImQ2Y2YzM2ExLTYyMjMtNGQzNy04MmQyLTY1ZDQzZmE2NzYwNCIsIkluZGV4IjoxLCJIZWFkZXJUZXh0IjoiblNMQU0gKFlpc3VzKSIsIlN0eWxlIjp7IiRpZCI6IjM0ODkiLCJTdHlsZUlkIjoiMDAwMDAwMDAtMDAwMC0wMDAwLTAwMDAtMDAwMDAwMDAwMDAwIiwiSGVhZGVyU3R5bGUiOnsiJGlkIjoiMzQ5MCIsIlRleHRJc1ZlcnRpY2FsIjpmYWxzZSwiVGV4dFN0eWxlIjp7IiRpZCI6IjM0OTEiLCJGb250U2V0dGluZ3MiOnsiJGlkIjoiMzQ5MiIsIkZvbnRTaXplIjoxMCwiRm9udE5hbWUiOiJGcmFua2xpbiBHb3RoaWMgTWVkaXVtIiwiSXNCb2xkIjpmYWxzZSwiSXNJdGFsaWMiOmZhbHNlLCJJc1VuZGVybGluZWQiOmZhbHNlLCJQYXJlbnRTdHlsZSI6bnVsbH0sIkF1dG9TaXplIjoyLCJGb3JlZ3JvdW5kIjp7IiRpZCI6IjM0OTMiLCJDb2xvciI6eyIkaWQiOiIzNDk0IiwiQSI6MjU1LCJSIjoxMTgsIkciOjkwLCJCIjowfX0sIk1heFdpZHRoIjoxODIuNzI0Mjc3MjI3NzEsIk1heEhlaWdodCI6IkluZmluaXR5IiwiU21hcnRGb3JlZ3JvdW5kSXNBY3RpdmUiOmZhbHNlLCJIb3Jpem9udGFsQWxpZ25tZW50IjowLCJWZXJ0aWNhbEFsaWdubWVudCI6MCwiU21hcnRGb3JlZ3JvdW5kIjpudWxsLCJCYWNrZ3JvdW5kRmlsbFR5cGUiOjAsIk1hcmdpbiI6eyIkaWQiOiIzNDk1IiwiVG9wIjowLjAsIkxlZnQiOjAuMCwiUmlnaHQiOjAuMCwiQm90dG9tIjowLjB9LCJQYWRkaW5nIjp7IiRpZCI6IjM0OTYiLCJUb3AiOjAuMCwiTGVmdCI6MC4wLCJSaWdodCI6MC4wLCJCb3R0b20iOjAuMH0sIkJhY2tncm91bmQiOnsiJGlkIjoiMzQ5NyIsIkNvbG9yIjp7IiRpZCI6IjM0OTgiLCJBIjowLCJSIjoyNTUsIkciOjI1NSwiQiI6MjU1fX0sIklzVmlzaWJsZSI6ZmFsc2UsIldpZHRoIjowLjAsIkhlaWdodCI6MC4wLCJCb3JkZXJTdHlsZSI6bnVsbCwiUGFyZW50U3R5bGUiOm51bGx9LCJSZWN0YW5nbGVTdHlsZSI6eyIkaWQiOiIzNDk5IiwiTWFyZ2luIjp7IiRpZCI6IjM1MDAiLCJUb3AiOjAuMCwiTGVmdCI6MC4wLCJSaWdodCI6MC4wLCJCb3R0b20iOjAuMH0sIlBhZGRpbmciOnsiJGlkIjoiMzUwMSIsIlRvcCI6MC4wLCJMZWZ0IjowLjAsIlJpZ2h0IjowLjAsIkJvdHRvbSI6MC4wfSwiQmFja2dyb3VuZCI6eyIkaWQiOiIzNTAyIiwiQ29sb3IiOnsiJGlkIjoiMzUwMyIsIkEiOjEyNywiUiI6NTksIkciOjEyNSwiQiI6MzV9fSwiSXNWaXNpYmxlIjp0cnVlLCJXaWR0aCI6MC4wLCJIZWlnaHQiOjAuMCwiQm9yZGVyU3R5bGUiOnsiJGlkIjoiMzUwNCIsIkxpbmVDb2xvciI6eyIkaWQiOiIzNTA1IiwiJHR5cGUiOiJOTFJFLkNvbW1vbi5Eb20uU29saWRDb2xvckJydXNoLCBOTFJFLkNvbW1vbiIsIkNvbG9yIjp7IiRpZCI6IjM1MDYiLCJBIjoyNTUsIlIiOjI1NSwiRyI6MjU1LCJCIjoyNTV9fSwiTGluZVdlaWdodCI6MC4wLCJMaW5lVHlwZSI6MCwiUGFyZW50U3R5bGUiOm51bGx9LCJQYXJlbnRTdHlsZSI6bnVsbH0sIk1hcmdpbiI6eyIkaWQiOiIzNTA3IiwiVG9wIjowLjAsIkxlZnQiOjAuMCwiUmlnaHQiOjAuMCwiQm90dG9tIjowLjB9LCJQYWRkaW5nIjp7IiRpZCI6IjM1MDgiLCJUb3AiOjAuMCwiTGVmdCI6MC4wLCJSaWdodCI6MC4wLCJCb3R0b20iOjAuMH0sIkJhY2tncm91bmQiOm51bGwsIklzVmlzaWJsZSI6dHJ1ZSwiV2lkdGgiOjAuMCwiSGVpZ2h0IjowLjAsIkJvcmRlclN0eWxlIjpudWxsLCJQYXJlbnRTdHlsZSI6bnVsbH0sIkJhY2tncm91bmRTdHlsZSI6eyIkaWQiOiIzNTA5IiwiTWFyZ2luIjp7IiRpZCI6IjM1MTAiLCJUb3AiOjAuMCwiTGVmdCI6MC4wLCJSaWdodCI6MC4wLCJCb3R0b20iOjAuMH0sIlBhZGRpbmciOnsiJGlkIjoiMzUxMSIsIlRvcCI6MC4wLCJMZWZ0IjowLjAsIlJpZ2h0IjowLjAsIkJvdHRvbSI6MC4wfSwiQmFja2dyb3VuZCI6eyIkaWQiOiIzNTEyIiwiQ29sb3IiOnsiJGlkIjoiMzUxMyIsIkEiOjM4LCJSIjoyMTcsIkciOjI0MiwiQiI6MjA4fX0sIklzVmlzaWJsZSI6dHJ1ZSwiV2lkdGgiOjAuMCwiSGVpZ2h0IjowLjAsIkJvcmRlclN0eWxlIjp7IiRpZCI6IjM1MTQiLCJMaW5lQ29sb3IiOnsiJGlkIjoiMzUxNSIsIiR0eXBlIjoiTkxSRS5Db21tb24uRG9tLlNvbGlkQ29sb3JCcnVzaCwgTkxSRS5Db21tb24iLCJDb2xvciI6eyIkaWQiOiIzNTE2IiwiQSI6MjU1LCJSIjoyNTUsIkciOjI1NSwiQiI6MjU1fX0sIkxpbmVXZWlnaHQiOjAuMCwiTGluZVR5cGUiOjAsIlBhcmVudFN0eWxlIjpudWxsfSwiUGFyZW50U3R5bGUiOm51bGx9LCJJc0Fib3ZlVGltZWJhbmQiOmZhbHNlLCJTcGFjaW5nIjoyLCJEZWZhdWx0U3dpbWxhbmVUYXNrU3R5bGUiOnsiJGlkIjoiMzUxNyIsIiR0eXBlIjoiTkxSRS5Db21tb24uRG9tLlN0eWxlcy5FeHBsaWNpdFNldGFibGVUYXNrU3R5bGUsIE5MUkUuQ29tbW9uIiwiU2hhcGUiOjYsIlNoYXBlVGhpY2tuZXNzIjoxLCJEdXJhdGlvbkZvcm1hdCI6MCwiSW5jbHVkZU5vbldvcmtpbmdEYXlzSW5EdXJhdGlvbiI6ZmFsc2UsIlBlcmNlbnRhZ2VDb21wbGV0ZVN0eWxlIjp7IiRpZCI6IjM1MTgiLCJGb250U2V0dGluZ3MiOnsiJGlkIjoiMzUxOSIsIkZvbnRTaXplIjoxMCwiRm9udE5hbWUiOiJDYWxpYnJpIiwiSXNCb2xkIjpmYWxzZSwiSXNJdGFsaWMiOmZhbHNlLCJJc1VuZGVybGluZWQiOmZhbHNlLCJQYXJlbnRTdHlsZSI6bnVsbH0sIkF1dG9TaXplIjowLCJGb3JlZ3JvdW5kIjp7IiRpZCI6IjM1MjAiLCJDb2xvciI6eyIkaWQiOiIzNTI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UyMiIsIlRvcCI6MC4wLCJMZWZ0IjowLjAsIlJpZ2h0IjowLjAsIkJvdHRvbSI6MC4wfSwiUGFkZGluZyI6eyIkaWQiOiIzNTIzIiwiVG9wIjowLjAsIkxlZnQiOjAuMCwiUmlnaHQiOjAuMCwiQm90dG9tIjowLjB9LCJCYWNrZ3JvdW5kIjp7IiRpZCI6IjM1MjQiLCJDb2xvciI6eyIkaWQiOiIzNTI1IiwiQSI6ODksIlIiOjAsIkciOjAsIkIiOjB9fSwiSXNWaXNpYmxlIjp0cnVlLCJXaWR0aCI6MC4wLCJIZWlnaHQiOjAuMCwiQm9yZGVyU3R5bGUiOnsiJGlkIjoiMzUyNiIsIkxpbmVDb2xvciI6bnVsbCwiTGluZVdlaWdodCI6MC4wLCJMaW5lVHlwZSI6MCwiUGFyZW50U3R5bGUiOm51bGx9LCJQYXJlbnRTdHlsZSI6bnVsbH0sIkR1cmF0aW9uU3R5bGUiOnsiJGlkIjoiMzUyNyIsIkZvbnRTZXR0aW5ncyI6eyIkaWQiOiIzNTI4IiwiRm9udFNpemUiOjEwLCJGb250TmFtZSI6IkNhbGlicmkiLCJJc0JvbGQiOmZhbHNlLCJJc0l0YWxpYyI6ZmFsc2UsIklzVW5kZXJsaW5lZCI6ZmFsc2UsIlBhcmVudFN0eWxlIjpudWxsfSwiQXV0b1NpemUiOjAsIkZvcmVncm91bmQiOnsiJGlkIjoiMzUyOSIsIkNvbG9yIjp7IiRpZCI6IjM1Mz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NTMxIiwiVG9wIjowLjAsIkxlZnQiOjAuMCwiUmlnaHQiOjAuMCwiQm90dG9tIjowLjB9LCJQYWRkaW5nIjp7IiRpZCI6IjM1MzIiLCJUb3AiOjAuMCwiTGVmdCI6MC4wLCJSaWdodCI6MC4wLCJCb3R0b20iOjAuMH0sIkJhY2tncm91bmQiOnsiJGlkIjoiMzUzMyIsIkNvbG9yIjp7IiRpZCI6IjM1MzQiLCJBIjo4OSwiUiI6MCwiRyI6MCwiQiI6MH19LCJJc1Zpc2libGUiOnRydWUsIldpZHRoIjowLjAsIkhlaWdodCI6MC4wLCJCb3JkZXJTdHlsZSI6eyIkaWQiOiIzNTM1IiwiTGluZUNvbG9yIjpudWxsLCJMaW5lV2VpZ2h0IjowLjAsIkxpbmVUeXBlIjowLCJQYXJlbnRTdHlsZSI6bnVsbH0sIlBhcmVudFN0eWxlIjpudWxsfSwiSG9yaXpvbnRhbENvbm5lY3RvclN0eWxlIjp7IiRpZCI6IjM1MzYiLCJMaW5lQ29sb3IiOnsiJGlkIjoiMzUzNyIsIiR0eXBlIjoiTkxSRS5Db21tb24uRG9tLlNvbGlkQ29sb3JCcnVzaCwgTkxSRS5Db21tb24iLCJDb2xvciI6eyIkaWQiOiIzNTM4IiwiQSI6MjU1LCJSIjoyMDQsIkciOjIwNCwiQiI6MjA0fX0sIkxpbmVXZWlnaHQiOjEuMCwiTGluZVR5cGUiOjAsIlBhcmVudFN0eWxlIjpudWxsfSwiVmVydGljYWxDb25uZWN0b3JTdHlsZSI6eyIkaWQiOiIzNTM5IiwiTGluZUNvbG9yIjp7IiRpZCI6IjM1NDAiLCIkdHlwZSI6Ik5MUkUuQ29tbW9uLkRvbS5Tb2xpZENvbG9yQnJ1c2gsIE5MUkUuQ29tbW9uIiwiQ29sb3IiOnsiJGlkIjoiMzU0M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VmFyaWFuY2VQb3NpdGlvbiI6NiwiU3BhY2luZyI6NSwiSXNCZWxvd1RpbWViYW5kIjp0cnVlLCJQZXJjZW50YWdlQ29tcGxldGVTaGFwZU9wYWNpdHkiOjM1LCJCYXNlbGluZVN0eWxlIjp7IiRpZCI6IjM1NDIiLCJTaGFwZVN0eWxlIjp7IiRpZCI6IjM1NDMiLCJNYXJnaW4iOnsiJGlkIjoiMzU0NCIsIlRvcCI6MC4wLCJMZWZ0IjowLjAsIlJpZ2h0IjowLjAsIkJvdHRvbSI6MC4wfSwiUGFkZGluZyI6eyIkaWQiOiIzNTQ1IiwiVG9wIjowLjAsIkxlZnQiOjAuMCwiUmlnaHQiOjAuMCwiQm90dG9tIjowLjB9LCJCYWNrZ3JvdW5kIjp7IiRpZCI6IjM1NDYiLCJDb2xvciI6eyIkaWQiOiIzNTQ3IiwiQSI6MTUzLCJSIjowLCJHIjowLCJCIjowfX0sIklzVmlzaWJsZSI6dHJ1ZSwiV2lkdGgiOjAuMCwiSGVpZ2h0IjowLjAsIkJvcmRlclN0eWxlIjp7IiRpZCI6IjM1NDgiLCJMaW5lQ29sb3IiOnsiJGlkIjoiMzU0OSIsIiR0eXBlIjoiTkxSRS5Db21tb24uRG9tLlNvbGlkQ29sb3JCcnVzaCwgTkxSRS5Db21tb24iLCJDb2xvciI6eyIkaWQiOiIzNTUwIiwiQSI6MjU1LCJSIjoyNTUsIkciOjAsIkIiOjB9fSwiTGluZVdlaWdodCI6MC4wLCJMaW5lVHlwZSI6MCwiUGFyZW50U3R5bGUiOm51bGx9LCJQYXJlbnRTdHlsZSI6bnVsbH0sIk1hcmdpbiI6eyIkaWQiOiIzNTUxIiwiVG9wIjowLjAsIkxlZnQiOjAuMCwiUmlnaHQiOjAuMCwiQm90dG9tIjowLjB9LCJQYWRkaW5nIjp7IiRpZCI6IjM1NTIiLCJUb3AiOjAuMCwiTGVmdCI6MC4wLCJSaWdodCI6MC4wLCJCb3R0b20iOjAuMH0sIkJhY2tncm91bmQiOm51bGwsIklzVmlzaWJsZSI6dHJ1ZSwiV2lkdGgiOjAuMCwiSGVpZ2h0IjowLjAsIkJvcmRlclN0eWxlIjpudWxsLCJQYXJlbnRTdHlsZSI6bnVsbH0sIlNoYXBlU3R5bGUiOnsiJGlkIjoiMzU1MyIsIk1hcmdpbiI6eyIkaWQiOiIzNTU0IiwiVG9wIjowLjAsIkxlZnQiOjQuMCwiUmlnaHQiOjQuMCwiQm90dG9tIjowLjB9LCJQYWRkaW5nIjp7IiRpZCI6IjM1NTUiLCJUb3AiOjAuMCwiTGVmdCI6MC4wLCJSaWdodCI6MC4wLCJCb3R0b20iOjAuMH0sIkJhY2tncm91bmQiOnsiJGlkIjoiMzU1NiIsIkNvbG9yIjp7IiRpZCI6IjM1NTciLCJBIjoyNTUsIlIiOjI1NCwiRyI6MTg2LCJCIjoxMH19LCJJc1Zpc2libGUiOnRydWUsIldpZHRoIjowLjAsIkhlaWdodCI6MTYuMCwiQm9yZGVyU3R5bGUiOnsiJGlkIjoiMzU1OCIsIkxpbmVDb2xvciI6eyIkaWQiOiIzNTU5IiwiJHR5cGUiOiJOTFJFLkNvbW1vbi5Eb20uU29saWRDb2xvckJydXNoLCBOTFJFLkNvbW1vbiIsIkNvbG9yIjp7IiRpZCI6IjM1NjAiLCJBIjoyNTUsIlIiOjIzNCwiRyI6MjIsIkIiOjMwfX0sIkxpbmVXZWlnaHQiOjAuMCwiTGluZVR5cGUiOjAsIlBhcmVudFN0eWxlIjpudWxsfSwiUGFyZW50U3R5bGUiOm51bGx9LCJUaXRsZVN0eWxlIjp7IiRpZCI6IjM1NjEiLCJGb250U2V0dGluZ3MiOnsiJGlkIjoiMzU2MiIsIkZvbnRTaXplIjoxMSwiRm9udE5hbWUiOiJDYWxpYnJpIiwiSXNCb2xkIjpmYWxzZSwiSXNJdGFsaWMiOmZhbHNlLCJJc1VuZGVybGluZWQiOmZhbHNlLCJQYXJlbnRTdHlsZSI6bnVsbH0sIkF1dG9TaXplIjowLCJGb3JlZ3JvdW5kIjp7IiRpZCI6IjM1NjMiLCJDb2xvciI6eyIkaWQiOiIzNTY0IiwiQSI6MjU1LCJSIjo3MiwiRyI6NzIsIkIiOjcyfX0sIk1heFdpZHRoIjoyMDAuMCwiTWF4SGVpZ2h0IjoiSW5maW5pdHkiLCJTbWFydEZvcmVncm91bmRJc0FjdGl2ZSI6ZmFsc2UsIkhvcml6b250YWxBbGlnbm1lbnQiOjEsIlZlcnRpY2FsQWxpZ25tZW50IjowLCJTbWFydEZvcmVncm91bmQiOm51bGwsIkJhY2tncm91bmRGaWxsVHlwZSI6MCwiTWFyZ2luIjp7IiRpZCI6IjM1NjUiLCJUb3AiOjAuMCwiTGVmdCI6MC4wLCJSaWdodCI6MC4wLCJCb3R0b20iOjAuMH0sIlBhZGRpbmciOnsiJGlkIjoiMzU2NiIsIlRvcCI6MC4wLCJMZWZ0IjowLjAsIlJpZ2h0IjowLjAsIkJvdHRvbSI6MC4wfSwiQmFja2dyb3VuZCI6eyIkaWQiOiIzNTY3IiwiQ29sb3IiOnsiJGlkIjoiMzU2OCIsIkEiOjg5LCJSIjowLCJHIjowLCJCIjowfX0sIklzVmlzaWJsZSI6dHJ1ZSwiV2lkdGgiOjAuMCwiSGVpZ2h0IjowLjAsIkJvcmRlclN0eWxlIjp7IiRpZCI6IjM1NjkiLCJMaW5lQ29sb3IiOm51bGwsIkxpbmVXZWlnaHQiOjAuMCwiTGluZVR5cGUiOjAsIlBhcmVudFN0eWxlIjpudWxsfSwiUGFyZW50U3R5bGUiOm51bGx9LCJEYXRlU3R5bGUiOnsiJGlkIjoiMzU3MCIsIkZvbnRTZXR0aW5ncyI6eyIkaWQiOiIzNTcxIiwiRm9udFNpemUiOjEwLCJGb250TmFtZSI6IkNhbGlicmkiLCJJc0JvbGQiOmZhbHNlLCJJc0l0YWxpYyI6ZmFsc2UsIklzVW5kZXJsaW5lZCI6ZmFsc2UsIlBhcmVudFN0eWxlIjpudWxsfSwiQXV0b1NpemUiOjAsIkZvcmVncm91bmQiOnsiJGlkIjoiMzU3MiIsIkNvbG9yIjp7IiRpZCI6IjM1Nz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1NzQiLCJUb3AiOjAuMCwiTGVmdCI6MC4wLCJSaWdodCI6MC4wLCJCb3R0b20iOjAuMH0sIlBhZGRpbmciOnsiJGlkIjoiMzU3NSIsIlRvcCI6MC4wLCJMZWZ0IjowLjAsIlJpZ2h0IjowLjAsIkJvdHRvbSI6MC4wfSwiQmFja2dyb3VuZCI6eyIkaWQiOiIzNTc2IiwiQ29sb3IiOnsiJGlkIjoiMzU3NyIsIkEiOjg5LCJSIjowLCJHIjowLCJCIjowfX0sIklzVmlzaWJsZSI6dHJ1ZSwiV2lkdGgiOjAuMCwiSGVpZ2h0IjowLjAsIkJvcmRlclN0eWxlIjp7IiRpZCI6IjM1NzgiLCJMaW5lQ29sb3IiOm51bGwsIkxpbmVXZWlnaHQiOjAuMCwiTGluZVR5cGUiOjAsIlBhcmVudFN0eWxlIjpudWxsfSwiUGFyZW50U3R5bGUiOm51bGx9LCJEYXRlRm9ybWF0Ijp7IiRpZCI6IjM1Nz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U4MCIsIkZvcm1hdCI6MCwiSXNWaXNpYmxlIjpmYWxzZSwiTGFzdEtub3duVmlzaWJpbGl0eVN0YXRlIjpmYWxzZX0sIklzVmlzaWJsZSI6dHJ1ZSwiVmFyaWFuY2VTdHlsZSI6eyIkaWQiOiIzNTgxIiwiVGV4dFN0eWxlIjp7IiRpZCI6IjM1ODIiLCJGb250U2V0dGluZ3MiOnsiJGlkIjoiMzU4MyIsIkZvbnRTaXplIjoxMCwiRm9udE5hbWUiOiJDYWxpYnJpIiwiSXNCb2xkIjpmYWxzZSwiSXNJdGFsaWMiOmZhbHNlLCJJc1VuZGVybGluZWQiOmZhbHNlLCJQYXJlbnRTdHlsZSI6bnVsbH0sIkF1dG9TaXplIjowLCJGb3JlZ3JvdW5kIjp7IiRpZCI6IjM1ODQiLCJDb2xvciI6eyIkaWQiOiIzNTg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1ODYiLCJUb3AiOjAuMCwiTGVmdCI6MC4wLCJSaWdodCI6MC4wLCJCb3R0b20iOjAuMH0sIlBhZGRpbmciOnsiJGlkIjoiMzU4NyIsIlRvcCI6MC4wLCJMZWZ0IjowLjAsIlJpZ2h0IjowLjAsIkJvdHRvbSI6MC4wfSwiQmFja2dyb3VuZCI6eyIkaWQiOiIzNTg4IiwiQ29sb3IiOnsiJGlkIjoiMzU4OSIsIkEiOjUwLCJSIjowLCJHIjowLCJCIjowfX0sIklzVmlzaWJsZSI6dHJ1ZSwiV2lkdGgiOjAuMCwiSGVpZ2h0IjowLjAsIkJvcmRlclN0eWxlIjpudWxsLCJQYXJlbnRTdHlsZSI6bnVsbH0sIlBhcmVudFN0eWxlIjpudWxsfSwiUGFyZW50U3R5bGUiOm51bGwsIl9leHBsaWNpdGx5U2V0Ijp7IiRpZCI6IjM1OTAiLCJTaGFwZVN0eWxlIjpmYWxzZSwiVGl0bGVTdHlsZSI6ZmFsc2UsIkRhdGVTdHlsZSI6ZmFsc2UsIlZhcmlhbmN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dXJhdGlvbkZvcm1hdCI6ZmFsc2UsIldlZWtOdW1iZXJpbmciOmZhbHNlfX0sIkRlZmF1bHRTd2ltbGFuZU1vdFN0eWxlIjp7IiRpZCI6IjM1OTEiLCJTaGFwZSI6MiwiQ29ubmVjdG9yTWFyZ2luIjp7IiRpZCI6IjM1OTIiLCJUb3AiOjAuMCwiTGVmdCI6Mi4wLCJSaWdodCI6Mi4wLCJCb3R0b20iOjAuMH0sIkNvbm5lY3RvclN0eWxlIjp7IiRpZCI6IjM1OTMiLCJMaW5lQ29sb3IiOnsiJGlkIjoiMzU5NCIsIiR0eXBlIjoiTkxSRS5Db21tb24uRG9tLlNvbGlkQ29sb3JCcnVzaCwgTkxSRS5Db21tb24iLCJDb2xvciI6eyIkaWQiOiIzNTk1IiwiQSI6MTI3LCJSIjo3OSwiRyI6MTI5LCJCIjoxODl9fSwiTGluZVdlaWdodCI6MS4wLCJMaW5lVHlwZSI6MCwiUGFyZW50U3R5bGUiOm51bGx9LCJJc0JlbG93VGltZWJhbmQiOmZhbHNlLCJQb3NpdGlvbk9uVGFzayI6MSwiSGlkZURhdGUiOmZhbHNlLCJTaGFwZVNpemUiOjEsIlNwYWNpbmciOjAuMCwiUGFkZGluZyI6eyIkaWQiOiIzNTk2IiwiVG9wIjo1LjAsIkxlZnQiOjMuMCwiUmlnaHQiOjAuMCwiQm90dG9tIjoyLjB9LCJTaGFwZVN0eWxlIjp7IiRpZCI6IjM1OTciLCJNYXJnaW4iOnsiJGlkIjoiMzU5OCIsIlRvcCI6MC4wLCJMZWZ0IjowLjAsIlJpZ2h0IjowLjAsIkJvdHRvbSI6MC4wfSwiUGFkZGluZyI6eyIkaWQiOiIzNTk5IiwiVG9wIjowLjAsIkxlZnQiOjAuMCwiUmlnaHQiOjAuMCwiQm90dG9tIjowLjB9LCJCYWNrZ3JvdW5kIjp7IiRpZCI6IjM2MDAiLCJDb2xvciI6eyIkaWQiOiIzNjAxIiwiQSI6MTI3LCJSIjoyNTUsIkciOjE5MiwiQiI6MH19LCJJc1Zpc2libGUiOnRydWUsIldpZHRoIjoxMy4wLCJIZWlnaHQiOjEzLjAsIkJvcmRlclN0eWxlIjp7IiRpZCI6IjM2MDIiLCJMaW5lQ29sb3IiOnsiJGlkIjoiMzYwMyIsIiR0eXBlIjoiTkxSRS5Db21tb24uRG9tLlNvbGlkQ29sb3JCcnVzaCwgTkxSRS5Db21tb24iLCJDb2xvciI6eyIkaWQiOiIzNjA0IiwiQSI6MjU1LCJSIjoyMzQsIkciOjIyLCJCIjozMH19LCJMaW5lV2VpZ2h0IjowLjAsIkxpbmVUeXBlIjowLCJQYXJlbnRTdHlsZSI6bnVsbH0sIlBhcmVudFN0eWxlIjpudWxsfSwiVGl0bGVTdHlsZSI6eyIkaWQiOiIzNjA1IiwiRm9udFNldHRpbmdzIjp7IiRpZCI6IjM2MDYiLCJGb250U2l6ZSI6MTEsIkZvbnROYW1lIjoiQ2FsaWJyaSIsIklzQm9sZCI6dHJ1ZSwiSXNJdGFsaWMiOmZhbHNlLCJJc1VuZGVybGluZWQiOmZhbHNlLCJQYXJlbnRTdHlsZSI6bnVsbH0sIkF1dG9TaXplIjowLCJGb3JlZ3JvdW5kIjp7IiRpZCI6IjM2MDciLCJDb2xvciI6eyIkaWQiOiIzNjA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2MDkiLCJUb3AiOjAuMCwiTGVmdCI6MC4wLCJSaWdodCI6MC4wLCJCb3R0b20iOjAuMH0sIlBhZGRpbmciOnsiJGlkIjoiMzYxMCIsIlRvcCI6MC4wLCJMZWZ0IjowLjAsIlJpZ2h0IjowLjAsIkJvdHRvbSI6MC4wfSwiQmFja2dyb3VuZCI6eyIkaWQiOiIzNjExIiwiQ29sb3IiOnsiJGlkIjoiMzYxMiIsIkEiOjg5LCJSIjowLCJHIjowLCJCIjowfX0sIklzVmlzaWJsZSI6dHJ1ZSwiV2lkdGgiOjAuMCwiSGVpZ2h0IjowLjAsIkJvcmRlclN0eWxlIjp7IiRpZCI6IjM2MTMiLCJMaW5lQ29sb3IiOm51bGwsIkxpbmVXZWlnaHQiOjAuMCwiTGluZVR5cGUiOjAsIlBhcmVudFN0eWxlIjpudWxsfSwiUGFyZW50U3R5bGUiOm51bGx9LCJEYXRlU3R5bGUiOnsiJGlkIjoiMzYxNCIsIkZvbnRTZXR0aW5ncyI6eyIkaWQiOiIzNjE1IiwiRm9udFNpemUiOjEwLCJGb250TmFtZSI6IkNhbGlicmkiLCJJc0JvbGQiOmZhbHNlLCJJc0l0YWxpYyI6ZmFsc2UsIklzVW5kZXJsaW5lZCI6ZmFsc2UsIlBhcmVudFN0eWxlIjpudWxsfSwiQXV0b1NpemUiOjAsIkZvcmVncm91bmQiOnsiJGlkIjoiMzYxNiIsIkNvbG9yIjp7IiRpZCI6IjM2MT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2MTgiLCJUb3AiOjAuMCwiTGVmdCI6MC4wLCJSaWdodCI6MC4wLCJCb3R0b20iOjAuMH0sIlBhZGRpbmciOnsiJGlkIjoiMzYxOSIsIlRvcCI6MC4wLCJMZWZ0IjowLjAsIlJpZ2h0IjowLjAsIkJvdHRvbSI6MC4wfSwiQmFja2dyb3VuZCI6eyIkaWQiOiIzNjIwIiwiQ29sb3IiOnsiJGlkIjoiMzYyMSIsIkEiOjg5LCJSIjowLCJHIjowLCJCIjowfX0sIklzVmlzaWJsZSI6dHJ1ZSwiV2lkdGgiOjAuMCwiSGVpZ2h0IjowLjAsIkJvcmRlclN0eWxlIjp7IiRpZCI6IjM2MjIiLCJMaW5lQ29sb3IiOm51bGwsIkxpbmVXZWlnaHQiOjAuMCwiTGluZVR5cGUiOjAsIlBhcmVudFN0eWxlIjpudWxsfSwiUGFyZW50U3R5bGUiOm51bGx9LCJEYXRlRm9ybWF0Ijp7IiRpZCI6IjM2Mj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YyNCIsIkZvcm1hdCI6MCwiSXNWaXNpYmxlIjpmYWxzZSwiTGFzdEtub3duVmlzaWJpbGl0eVN0YXRlIjpmYWxzZX0sIklzVmlzaWJsZSI6dHJ1ZSwiVmFyaWFuY2VTdHlsZSI6eyIkaWQiOiIzNjI1IiwiVGV4dFN0eWxlIjp7IiRpZCI6IjM2MjYiLCJGb250U2V0dGluZ3MiOnsiJGlkIjoiMzYyNyIsIkZvbnRTaXplIjoxMCwiRm9udE5hbWUiOiJDYWxpYnJpIiwiSXNCb2xkIjpmYWxzZSwiSXNJdGFsaWMiOmZhbHNlLCJJc1VuZGVybGluZWQiOmZhbHNlLCJQYXJlbnRTdHlsZSI6bnVsbH0sIkF1dG9TaXplIjowLCJGb3JlZ3JvdW5kIjp7IiRpZCI6IjM2MjgiLCJDb2xvciI6eyIkaWQiOiIzNjI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2MzAiLCJUb3AiOjAuMCwiTGVmdCI6MC4wLCJSaWdodCI6MC4wLCJCb3R0b20iOjAuMH0sIlBhZGRpbmciOnsiJGlkIjoiMzYzMSIsIlRvcCI6MC4wLCJMZWZ0IjowLjAsIlJpZ2h0IjowLjAsIkJvdHRvbSI6MC4wfSwiQmFja2dyb3VuZCI6eyIkaWQiOiIzNjMyIiwiQ29sb3IiOnsiJGlkIjoiMzYzMyIsIkEiOjUwLCJSIjowLCJHIjowLCJCIjowfX0sIklzVmlzaWJsZSI6dHJ1ZSwiV2lkdGgiOjAuMCwiSGVpZ2h0IjowLjAsIkJvcmRlclN0eWxlIjpudWxsLCJQYXJlbnRTdHlsZSI6bnVsbH0sIlBhcmVudFN0eWxlIjpudWxsfSwiUGFyZW50U3R5bGUiOm51bGx9LCJEZWZhdWx0U3dpbWxhbmVNaWxlc3RvbmVTdHlsZSI6eyIkaWQiOiIzNjM0IiwiVGl0bGVQb3NpdGlvbiI6IlJpZ2h0IiwiRGF0ZVBvc2l0aW9uIjoiTGVmdCIsIlZhcmlhbmNlUG9zaXRpb24iOiJMZWZ0IiwiU2hhcGVUeXBlIjoxLCJTaGFwZVNpemUiOjAsIlNwYWNpbmciOjUsIlNoYXBlU3R5bGUiOnsiJGlkIjoiMzYzNSIsIk1hcmdpbiI6eyIkaWQiOiIzNjM2IiwiVG9wIjowLjAsIkxlZnQiOjAuMCwiUmlnaHQiOjAuMCwiQm90dG9tIjowLjB9LCJQYWRkaW5nIjp7IiRpZCI6IjM2MzciLCJUb3AiOjAuMCwiTGVmdCI6MC4wLCJSaWdodCI6MC4wLCJCb3R0b20iOjAuMH0sIkJhY2tncm91bmQiOnsiJGlkIjoiMzYzOCIsIkNvbG9yIjp7IiRpZCI6IjM2MzkiLCJBIjoyNTUsIlIiOjIwNiwiRyI6MTQ2LCJCIjowfX0sIklzVmlzaWJsZSI6dHJ1ZSwiV2lkdGgiOjEyLjAsIkhlaWdodCI6MTQuMCwiQm9yZGVyU3R5bGUiOnsiJGlkIjoiMzY0MCIsIkxpbmVDb2xvciI6eyIkaWQiOiIzNjQxIiwiJHR5cGUiOiJOTFJFLkNvbW1vbi5Eb20uU29saWRDb2xvckJydXNoLCBOTFJFLkNvbW1vbiIsIkNvbG9yIjp7IiRpZCI6IjM2NDIiLCJBIjoyNTUsIlIiOjIzNCwiRyI6MjIsIkIiOjMwfX0sIkxpbmVXZWlnaHQiOjAuMCwiTGluZVR5cGUiOjAsIlBhcmVudFN0eWxlIjpudWxsfSwiUGFyZW50U3R5bGUiOm51bGx9LCJUaXRsZVN0eWxlIjp7IiRpZCI6IjM2NDMiLCJGb250U2V0dGluZ3MiOnsiJGlkIjoiMzY0NCIsIkZvbnRTaXplIjoxMSwiRm9udE5hbWUiOiJDYWxpYnJpIiwiSXNCb2xkIjp0cnVlLCJJc0l0YWxpYyI6ZmFsc2UsIklzVW5kZXJsaW5lZCI6ZmFsc2UsIlBhcmVudFN0eWxlIjpudWxsfSwiQXV0b1NpemUiOjAsIkZvcmVncm91bmQiOnsiJGlkIjoiMzY0NSIsIkNvbG9yIjp7IiRpZCI6IjM2NDY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MzY0NyIsIlRvcCI6MC4wLCJMZWZ0IjowLjAsIlJpZ2h0IjowLjAsIkJvdHRvbSI6MC4wfSwiUGFkZGluZyI6eyIkaWQiOiIzNjQ4IiwiVG9wIjowLjAsIkxlZnQiOjAuMCwiUmlnaHQiOjAuMCwiQm90dG9tIjowLjB9LCJCYWNrZ3JvdW5kIjp7IiRpZCI6IjM2NDkiLCJDb2xvciI6eyIkaWQiOiIzNjUwIiwiQSI6ODksIlIiOjAsIkciOjAsIkIiOjB9fSwiSXNWaXNpYmxlIjp0cnVlLCJXaWR0aCI6MC4wLCJIZWlnaHQiOjAuMCwiQm9yZGVyU3R5bGUiOnsiJGlkIjoiMzY1MSIsIkxpbmVDb2xvciI6bnVsbCwiTGluZVdlaWdodCI6MC4wLCJMaW5lVHlwZSI6MCwiUGFyZW50U3R5bGUiOm51bGx9LCJQYXJlbnRTdHlsZSI6bnVsbH0sIkRhdGVTdHlsZSI6eyIkaWQiOiIzNjUyIiwiRm9udFNldHRpbmdzIjp7IiRpZCI6IjM2NTMiLCJGb250U2l6ZSI6MTAsIkZvbnROYW1lIjoiQ2FsaWJyaSIsIklzQm9sZCI6ZmFsc2UsIklzSXRhbGljIjpmYWxzZSwiSXNVbmRlcmxpbmVkIjpmYWxzZSwiUGFyZW50U3R5bGUiOm51bGx9LCJBdXRvU2l6ZSI6MCwiRm9yZWdyb3VuZCI6eyIkaWQiOiIzNjU0IiwiQ29sb3IiOnsiJGlkIjoiMzY1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Y1NiIsIlRvcCI6MC4wLCJMZWZ0IjowLjAsIlJpZ2h0IjowLjAsIkJvdHRvbSI6MC4wfSwiUGFkZGluZyI6eyIkaWQiOiIzNjU3IiwiVG9wIjowLjAsIkxlZnQiOjAuMCwiUmlnaHQiOjAuMCwiQm90dG9tIjowLjB9LCJCYWNrZ3JvdW5kIjp7IiRpZCI6IjM2NTgiLCJDb2xvciI6eyIkaWQiOiIzNjU5IiwiQSI6ODksIlIiOjAsIkciOjAsIkIiOjB9fSwiSXNWaXNpYmxlIjpmYWxzZSwiV2lkdGgiOjAuMCwiSGVpZ2h0IjowLjAsIkJvcmRlclN0eWxlIjp7IiRpZCI6IjM2NjAiLCJMaW5lQ29sb3IiOm51bGwsIkxpbmVXZWlnaHQiOjAuMCwiTGluZVR5cGUiOjAsIlBhcmVudFN0eWxlIjpudWxsfSwiUGFyZW50U3R5bGUiOm51bGx9LCJEYXRlRm9ybWF0Ijp7IiRpZCI6IjM2Nj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Y2MiIsIkZvcm1hdCI6MCwiSXNWaXNpYmxlIjpmYWxzZSwiTGFzdEtub3duVmlzaWJpbGl0eVN0YXRlIjpmYWxzZX0sIklzVmlzaWJsZSI6dHJ1ZSwiVmFyaWFuY2VTdHlsZSI6eyIkaWQiOiIzNjYzIiwiVGV4dFN0eWxlIjp7IiRpZCI6IjM2NjQiLCJGb250U2V0dGluZ3MiOnsiJGlkIjoiMzY2NSIsIkZvbnRTaXplIjoxMCwiRm9udE5hbWUiOiJDYWxpYnJpIiwiSXNCb2xkIjpmYWxzZSwiSXNJdGFsaWMiOmZhbHNlLCJJc1VuZGVybGluZWQiOmZhbHNlLCJQYXJlbnRTdHlsZSI6bnVsbH0sIkF1dG9TaXplIjowLCJGb3JlZ3JvdW5kIjp7IiRpZCI6IjM2NjYiLCJDb2xvciI6eyIkaWQiOiIzNjY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2NjgiLCJUb3AiOjAuMCwiTGVmdCI6MC4wLCJSaWdodCI6MC4wLCJCb3R0b20iOjAuMH0sIlBhZGRpbmciOnsiJGlkIjoiMzY2OSIsIlRvcCI6MC4wLCJMZWZ0IjowLjAsIlJpZ2h0IjowLjAsIkJvdHRvbSI6MC4wfSwiQmFja2dyb3VuZCI6eyIkaWQiOiIzNjcwIiwiQ29sb3IiOnsiJGlkIjoiMzY3MSIsIkEiOjUwLCJSIjowLCJHIjowLCJCIjowfX0sIklzVmlzaWJsZSI6dHJ1ZSwiV2lkdGgiOjAuMCwiSGVpZ2h0IjowLjAsIkJvcmRlclN0eWxlIjpudWxsLCJQYXJlbnRTdHlsZSI6bnVsbH0sIlBhcmVudFN0eWxlIjpudWxsfSwiUGFyZW50U3R5bGUiOm51bGx9LCJEZWZhdWx0U3dpbWxhbmVBY3Rpdml0eVN0eWxlIjp7IiRpZCI6IjM2NzIiLCJIZWFkZXJTdHlsZSI6eyIkaWQiOiIzNjczIiwiVGV4dFN0eWxlIjp7IiRpZCI6IjM2NzQiLCJGb250U2V0dGluZ3MiOnsiJGlkIjoiMzY3NSIsIkZvbnRTaXplIjoxMiwiRm9udE5hbWUiOiJDYWxpYnJpIiwiSXNCb2xkIjpmYWxzZSwiSXNJdGFsaWMiOmZhbHNlLCJJc1VuZGVybGluZWQiOmZhbHNlLCJQYXJlbnRTdHlsZSI6bnVsbH0sIkF1dG9TaXplIjowLCJGb3JlZ3JvdW5kIjp7IiRpZCI6IjM2NzYiLCJDb2xvciI6eyIkaWQiOiIzNjc3IiwiQSI6MjU1LCJSIjowLCJHIjowLCJCIjowfX0sIk1heFdpZHRoIjowLjAsIk1heEhlaWdodCI6MC4wLCJTbWFydEZvcmVncm91bmRJc0FjdGl2ZSI6ZmFsc2UsIkhvcml6b250YWxBbGlnbm1lbnQiOjAsIlZlcnRpY2FsQWxpZ25tZW50IjowLCJTbWFydEZvcmVncm91bmQiOm51bGwsIkJhY2tncm91bmRGaWxsVHlwZSI6MCwiTWFyZ2luIjp7IiRpZCI6IjM2NzgiLCJUb3AiOjAuMCwiTGVmdCI6MC4wLCJSaWdodCI6MC4wLCJCb3R0b20iOjAuMH0sIlBhZGRpbmciOnsiJGlkIjoiMzY3OSIsIlRvcCI6MC4wLCJMZWZ0IjowLjAsIlJpZ2h0IjowLjAsIkJvdHRvbSI6MC4wfSwiQmFja2dyb3VuZCI6bnVsbCwiSXNWaXNpYmxlIjpmYWxzZSwiV2lkdGgiOjAuMCwiSGVpZ2h0IjowLjAsIkJvcmRlclN0eWxlIjpudWxsLCJQYXJlbnRTdHlsZSI6bnVsbH0sIlJlY3RhbmdsZVN0eWxlIjp7IiRpZCI6IjM2ODAiLCJNYXJnaW4iOnsiJGlkIjoiMzY4MSIsIlRvcCI6MC4wLCJMZWZ0IjowLjAsIlJpZ2h0IjowLjAsIkJvdHRvbSI6MC4wfSwiUGFkZGluZyI6eyIkaWQiOiIzNjgyIiwiVG9wIjowLjAsIkxlZnQiOjAuMCwiUmlnaHQiOjAuMCwiQm90dG9tIjowLjB9LCJCYWNrZ3JvdW5kIjp7IiRpZCI6IjM2ODMiLCJDb2xvciI6eyIkaWQiOiIzNjg0IiwiQSI6NjMsIlIiOjI1NSwiRyI6MTkyLCJCIjowfX0sIklzVmlzaWJsZSI6ZmFsc2UsIldpZHRoIjowLjAsIkhlaWdodCI6MC4wLCJCb3JkZXJTdHlsZSI6eyIkaWQiOiIzNjg1IiwiTGluZUNvbG9yIjp7IiRpZCI6IjM2ODYiLCIkdHlwZSI6Ik5MUkUuQ29tbW9uLkRvbS5Tb2xpZENvbG9yQnJ1c2gsIE5MUkUuQ29tbW9uIiwiQ29sb3IiOnsiJGlkIjoiMzY4NyIsIkEiOjI1NSwiUiI6MjU1LCJHIjowLCJCIjowfX0sIkxpbmVXZWlnaHQiOjAuMCwiTGluZVR5cGUiOjAsIlBhcmVudFN0eWxlIjpudWxsfSwiUGFyZW50U3R5bGUiOm51bGx9LCJNYXJnaW4iOnsiJGlkIjoiMzY4OCIsIlRvcCI6MC4wLCJMZWZ0IjowLjAsIlJpZ2h0IjowLjAsIkJvdHRvbSI6MC4wfSwiUGFkZGluZyI6eyIkaWQiOiIzNjg5IiwiVG9wIjowLjAsIkxlZnQiOjAuMCwiUmlnaHQiOjAuMCwiQm90dG9tIjowLjB9LCJCYWNrZ3JvdW5kIjpudWxsLCJJc1Zpc2libGUiOnRydWUsIldpZHRoIjowLjAsIkhlaWdodCI6MC4wLCJCb3JkZXJTdHlsZSI6bnVsbCwiUGFyZW50U3R5bGUiOm51bGx9LCJCYWNrZ3JvdW5kU3R5bGUiOnsiJGlkIjoiMzY5MCIsIk1hcmdpbiI6eyIkaWQiOiIzNjkxIiwiVG9wIjowLjAsIkxlZnQiOjAuMCwiUmlnaHQiOjAuMCwiQm90dG9tIjowLjB9LCJQYWRkaW5nIjp7IiRpZCI6IjM2OTIiLCJUb3AiOjAuMCwiTGVmdCI6MC4wLCJSaWdodCI6MC4wLCJCb3R0b20iOjAuMH0sIkJhY2tncm91bmQiOnsiJGlkIjoiMzY5MyIsIkNvbG9yIjp7IiRpZCI6IjM2OTQiLCJBIjozOCwiUiI6MjU1LCJHIjoxOTIsIkIiOjB9fSwiSXNWaXNpYmxlIjp0cnVlLCJXaWR0aCI6MC4wLCJIZWlnaHQiOjAuMCwiQm9yZGVyU3R5bGUiOnsiJGlkIjoiMzY5NSIsIkxpbmVDb2xvciI6eyIkaWQiOiIzNjk2IiwiJHR5cGUiOiJOTFJFLkNvbW1vbi5Eb20uU29saWRDb2xvckJydXNoLCBOTFJFLkNvbW1vbiIsIkNvbG9yIjp7IiRpZCI6IjM2OTciLCJBIjoyNTUsIlIiOjIzNCwiRyI6MjIsIkIiOjMwfX0sIkxpbmVXZWlnaHQiOjAuMCwiTGluZVR5cGUiOjAsIlBhcmVudFN0eWxlIjpudWxsfSwiUGFyZW50U3R5bGUiOm51bGx9LCJNYXJnaW4iOnsiJGlkIjoiMzY5OCIsIlRvcCI6MC4wLCJMZWZ0IjowLjAsIlJpZ2h0IjowLjAsIkJvdHRvbSI6MC4wfSwiUGFkZGluZyI6eyIkaWQiOiIzNjk5IiwiVG9wIjowLjAsIkxlZnQiOjAuMCwiUmlnaHQiOjAuMCwiQm90dG9tIjowLjB9LCJJc1Zpc2libGUiOnRydWUsIldpZHRoIjowLjAsIkhlaWdodCI6MC4wLCJCb3JkZXJTdHlsZSI6eyIkaWQiOiIzNzAwIiwiTGluZUNvbG9yIjpudWxsLCJMaW5lV2VpZ2h0IjowLjAsIkxpbmVUeXBlIjowLCJQYXJlbnRTdHlsZSI6bnVsbH0sIlBhcmVudFN0eWxlIjpudWxsfSwiTWFyZ2luIjp7IiRpZCI6IjM3MDEiLCJUb3AiOjAuMCwiTGVmdCI6MC4wLCJSaWdodCI6MC4wLCJCb3R0b20iOjAuMH0sIlBhZGRpbmciOnsiJGlkIjoiMzcwMiIsIlRvcCI6MC4wLCJMZWZ0IjowLjAsIlJpZ2h0IjowLjAsIkJvdHRvbSI6MC4wfSwiSXNWaXNpYmxlIjp0cnVlLCJXaWR0aCI6MC4wLCJIZWlnaHQiOjAuMCwiQm9yZGVyU3R5bGUiOnsiJGlkIjoiMzcwMyIsIkxpbmVDb2xvciI6bnVsbCwiTGluZVdlaWdodCI6MC4wLCJMaW5lVHlwZSI6MCwiUGFyZW50U3R5bGUiOm51bGx9LCJQYXJlbnRTdHlsZSI6bnVsbH19LHsiJGlkIjoiMzcwNCIsIl9hY3Rpdml0aWVzIjpbeyIkaWQiOiIzNzA1IiwiX3Jvd3MiOlt7IiRpZCI6IjM3MDYiLCJfdGFza3MiOlt7IiRpZCI6IjM3MDciLCJfYXR0YWNoZWRNaWxlc3RvbmVzIjpbXSwiVGFza0RlZmluaXRpb24iOnsiJGlkIjoiMzcwOCIsIkdyb3VwTmFtZSI6bnVsbCwiU3RhcnREYXRlIjoiMjAyNi0wNi0wMVQyMzo1OTowMCIsIkVuZERhdGUiOiIyMDI2LTA3LTMxVDIzOjU5OjAwIiwiUGVyY2VudGFnZUNvbXBsZXRlIjpudWxsLCJTdHlsZSI6eyIkaWQiOiIzNzA5IiwiU2hhcGUiOjEsIlNoYXBlVGhpY2tuZXNzIjowLCJEdXJhdGlvbkZvcm1hdCI6MCwiSW5jbHVkZU5vbldvcmtpbmdEYXlzSW5EdXJhdGlvbiI6ZmFsc2UsIlBlcmNlbnRhZ2VDb21wbGV0ZVN0eWxlIjp7IiRpZCI6IjM3MTAiLCJGb250U2V0dGluZ3MiOnsiJGlkIjoiMzcxMSIsIkZvbnRTaXplIjoxMCwiRm9udE5hbWUiOiJDYWxpYnJpIiwiSXNCb2xkIjpmYWxzZSwiSXNJdGFsaWMiOmZhbHNlLCJJc1VuZGVybGluZWQiOmZhbHNlLCJQYXJlbnRTdHlsZSI6bnVsbH0sIkF1dG9TaXplIjowLCJGb3JlZ3JvdW5kIjp7IiRpZCI6IjM3MTIiLCJDb2xvciI6eyIkaWQiOiIzNzEz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cxNCIsIlRvcCI6MC4wLCJMZWZ0IjowLjAsIlJpZ2h0IjowLjAsIkJvdHRvbSI6MC4wfSwiUGFkZGluZyI6eyIkaWQiOiIzNzE1IiwiVG9wIjowLjAsIkxlZnQiOjAuMCwiUmlnaHQiOjAuMCwiQm90dG9tIjowLjB9LCJCYWNrZ3JvdW5kIjp7IiRpZCI6IjM3MTYiLCJDb2xvciI6eyIkaWQiOiIzNzE3IiwiQSI6ODksIlIiOjAsIkciOjAsIkIiOjB9fSwiSXNWaXNpYmxlIjp0cnVlLCJXaWR0aCI6MC4wLCJIZWlnaHQiOjAuMCwiQm9yZGVyU3R5bGUiOnsiJGlkIjoiMzcxOCIsIkxpbmVDb2xvciI6bnVsbCwiTGluZVdlaWdodCI6MC4wLCJMaW5lVHlwZSI6MCwiUGFyZW50U3R5bGUiOm51bGx9LCJQYXJlbnRTdHlsZSI6bnVsbH0sIkR1cmF0aW9uU3R5bGUiOnsiJGlkIjoiMzcxOSIsIkZvbnRTZXR0aW5ncyI6eyIkaWQiOiIzNzIwIiwiRm9udFNpemUiOjEwLCJGb250TmFtZSI6IkNhbGlicmkiLCJJc0JvbGQiOmZhbHNlLCJJc0l0YWxpYyI6ZmFsc2UsIklzVW5kZXJsaW5lZCI6ZmFsc2UsIlBhcmVudFN0eWxlIjpudWxsfSwiQXV0b1NpemUiOjAsIkZvcmVncm91bmQiOnsiJGlkIjoiMzcyMSIsIkNvbG9yIjp7IiRpZCI6IjM3MjI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NzIzIiwiVG9wIjowLjAsIkxlZnQiOjAuMCwiUmlnaHQiOjAuMCwiQm90dG9tIjowLjB9LCJQYWRkaW5nIjp7IiRpZCI6IjM3MjQiLCJUb3AiOjAuMCwiTGVmdCI6MC4wLCJSaWdodCI6MC4wLCJCb3R0b20iOjAuMH0sIkJhY2tncm91bmQiOnsiJGlkIjoiMzcyNSIsIkNvbG9yIjp7IiRpZCI6IjM3MjYiLCJBIjo4OSwiUiI6MCwiRyI6MCwiQiI6MH19LCJJc1Zpc2libGUiOnRydWUsIldpZHRoIjowLjAsIkhlaWdodCI6MC4wLCJCb3JkZXJTdHlsZSI6eyIkaWQiOiIzNzI3IiwiTGluZUNvbG9yIjpudWxsLCJMaW5lV2VpZ2h0IjowLjAsIkxpbmVUeXBlIjowLCJQYXJlbnRTdHlsZSI6bnVsbH0sIlBhcmVudFN0eWxlIjpudWxsfSwiSG9yaXpvbnRhbENvbm5lY3RvclN0eWxlIjp7IiRpZCI6IjM3MjgiLCJMaW5lQ29sb3IiOnsiJGlkIjoiMzcyOSIsIiR0eXBlIjoiTkxSRS5Db21tb24uRG9tLlNvbGlkQ29sb3JCcnVzaCwgTkxSRS5Db21tb24iLCJDb2xvciI6eyIkaWQiOiIzNzMwIiwiQSI6MjU1LCJSIjoyMDQsIkciOjIwNCwiQiI6MjA0fX0sIkxpbmVXZWlnaHQiOjEuMCwiTGluZVR5cGUiOjAsIlBhcmVudFN0eWxlIjpudWxsfSwiVmVydGljYWxDb25uZWN0b3JTdHlsZSI6eyIkaWQiOiIzNzMxIiwiTGluZUNvbG9yIjp7IiRpZCI6IjM3MzIiLCIkdHlwZSI6Ik5MUkUuQ29tbW9uLkRvbS5Tb2xpZENvbG9yQnJ1c2gsIE5MUkUuQ29tbW9uIiwiQ29sb3IiOnsiJGlkIjoiMzczMy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VmFyaWFuY2VQb3NpdGlvbiI6NiwiU3BhY2luZyI6MywiSXNCZWxvd1RpbWViYW5kIjp0cnVlLCJQZXJjZW50YWdlQ29tcGxldGVTaGFwZU9wYWNpdHkiOjM1LCJCYXNlbGluZVN0eWxlIjp7IiRpZCI6IjM3MzQiLCJTaGFwZVN0eWxlIjp7IiRpZCI6IjM3MzUiLCJNYXJnaW4iOnsiJGlkIjoiMzczNiIsIlRvcCI6MC4wLCJMZWZ0IjowLjAsIlJpZ2h0IjowLjAsIkJvdHRvbSI6MC4wfSwiUGFkZGluZyI6eyIkaWQiOiIzNzM3IiwiVG9wIjowLjAsIkxlZnQiOjAuMCwiUmlnaHQiOjAuMCwiQm90dG9tIjowLjB9LCJCYWNrZ3JvdW5kIjp7IiRpZCI6IjM3MzgiLCJDb2xvciI6eyIkaWQiOiIzNzM5IiwiQSI6MTUzLCJSIjowLCJHIjowLCJCIjowfX0sIklzVmlzaWJsZSI6dHJ1ZSwiV2lkdGgiOjAuMCwiSGVpZ2h0IjowLjAsIkJvcmRlclN0eWxlIjpudWxsLCJQYXJlbnRTdHlsZSI6bnVsbH0sIk1hcmdpbiI6eyIkaWQiOiIzNzQwIiwiVG9wIjowLjAsIkxlZnQiOjAuMCwiUmlnaHQiOjAuMCwiQm90dG9tIjowLjB9LCJQYWRkaW5nIjp7IiRpZCI6IjM3NDEiLCJUb3AiOjAuMCwiTGVmdCI6MC4wLCJSaWdodCI6MC4wLCJCb3R0b20iOjAuMH0sIkJhY2tncm91bmQiOm51bGwsIklzVmlzaWJsZSI6dHJ1ZSwiV2lkdGgiOjAuMCwiSGVpZ2h0IjowLjAsIkJvcmRlclN0eWxlIjpudWxsLCJQYXJlbnRTdHlsZSI6bnVsbH0sIlNoYXBlU3R5bGUiOnsiJGlkIjoiMzc0MiIsIk1hcmdpbiI6eyIkaWQiOiIzNzQzIiwiVG9wIjowLjAsIkxlZnQiOjQuMCwiUmlnaHQiOjQuMCwiQm90dG9tIjowLjB9LCJQYWRkaW5nIjp7IiRpZCI6IjM3NDQiLCJUb3AiOjAuMCwiTGVmdCI6MC4wLCJSaWdodCI6MC4wLCJCb3R0b20iOjAuMH0sIkJhY2tncm91bmQiOnsiJGlkIjoiMzc0NSIsIkNvbG9yIjp7IiRpZCI6IjM3NDYiLCJBIjoyNTUsIlIiOjI1NCwiRyI6MTg2LCJCIjoxMH19LCJJc1Zpc2libGUiOnRydWUsIldpZHRoIjowLjAsIkhlaWdodCI6MTAuMCwiQm9yZGVyU3R5bGUiOnsiJGlkIjoiMzc0NyIsIkxpbmVDb2xvciI6eyIkaWQiOiIzNzQ4IiwiJHR5cGUiOiJOTFJFLkNvbW1vbi5Eb20uU29saWRDb2xvckJydXNoLCBOTFJFLkNvbW1vbiIsIkNvbG9yIjp7IiRpZCI6IjM3NDkiLCJBIjoyNTUsIlIiOjIzNCwiRyI6MjIsIkIiOjMwfX0sIkxpbmVXZWlnaHQiOjAuMCwiTGluZVR5cGUiOjAsIlBhcmVudFN0eWxlIjpudWxsfSwiUGFyZW50U3R5bGUiOm51bGx9LCJUaXRsZVN0eWxlIjp7IiRpZCI6IjM3NTAiLCJGb250U2V0dGluZ3MiOnsiJGlkIjoiMzc1MSIsIkZvbnRTaXplIjoxMSwiRm9udE5hbWUiOiJDYWxpYnJpIiwiSXNCb2xkIjpmYWxzZSwiSXNJdGFsaWMiOmZhbHNlLCJJc1VuZGVybGluZWQiOmZhbHNlLCJQYXJlbnRTdHlsZSI6bnVsbH0sIkF1dG9TaXplIjowLCJGb3JlZ3JvdW5kIjp7IiRpZCI6IjM3NTIiLCJDb2xvciI6eyIkaWQiOiIzNzUzIiwiQSI6MjU1LCJSIjo3MiwiRyI6NzIsIkIiOjcyfX0sIk1heFdpZHRoIjo3MjAuMCwiTWF4SGVpZ2h0IjoiSW5maW5pdHkiLCJTbWFydEZvcmVncm91bmRJc0FjdGl2ZSI6ZmFsc2UsIkhvcml6b250YWxBbGlnbm1lbnQiOjIsIlZlcnRpY2FsQWxpZ25tZW50IjowLCJTbWFydEZvcmVncm91bmQiOm51bGwsIkJhY2tncm91bmRGaWxsVHlwZSI6MCwiTWFyZ2luIjp7IiRpZCI6IjM3NTQiLCJUb3AiOjAuMCwiTGVmdCI6MC4wLCJSaWdodCI6MC4wLCJCb3R0b20iOjAuMH0sIlBhZGRpbmciOnsiJGlkIjoiMzc1NSIsIlRvcCI6MC4wLCJMZWZ0IjowLjAsIlJpZ2h0IjowLjAsIkJvdHRvbSI6MC4wfSwiQmFja2dyb3VuZCI6eyIkaWQiOiIzNzU2IiwiQ29sb3IiOnsiJGlkIjoiMzc1NyIsIkEiOjAsIlIiOjI1NSwiRyI6MjU1LCJCIjoyNTV9fSwiSXNWaXNpYmxlIjp0cnVlLCJXaWR0aCI6MC4wLCJIZWlnaHQiOjAuMCwiQm9yZGVyU3R5bGUiOnsiJGlkIjoiMzc1OCIsIkxpbmVDb2xvciI6bnVsbCwiTGluZVdlaWdodCI6MC4wLCJMaW5lVHlwZSI6MCwiUGFyZW50U3R5bGUiOm51bGx9LCJQYXJlbnRTdHlsZSI6bnVsbH0sIkRhdGVTdHlsZSI6eyIkaWQiOiIzNzU5IiwiRm9udFNldHRpbmdzIjp7IiRpZCI6IjM3NjAiLCJGb250U2l6ZSI6MTAsIkZvbnROYW1lIjoiQ2FsaWJyaSIsIklzQm9sZCI6ZmFsc2UsIklzSXRhbGljIjpmYWxzZSwiSXNVbmRlcmxpbmVkIjpmYWxzZSwiUGFyZW50U3R5bGUiOm51bGx9LCJBdXRvU2l6ZSI6MCwiRm9yZWdyb3VuZCI6eyIkaWQiOiIzNzYxIiwiQ29sb3IiOnsiJGlkIjoiMzc2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c2MyIsIlRvcCI6MC4wLCJMZWZ0IjowLjAsIlJpZ2h0IjowLjAsIkJvdHRvbSI6MC4wfSwiUGFkZGluZyI6eyIkaWQiOiIzNzY0IiwiVG9wIjowLjAsIkxlZnQiOjAuMCwiUmlnaHQiOjAuMCwiQm90dG9tIjowLjB9LCJCYWNrZ3JvdW5kIjp7IiRpZCI6IjM3NjUiLCJDb2xvciI6eyIkaWQiOiIzNzY2IiwiQSI6ODksIlIiOjAsIkciOjAsIkIiOjB9fSwiSXNWaXNpYmxlIjp0cnVlLCJXaWR0aCI6MC4wLCJIZWlnaHQiOjAuMCwiQm9yZGVyU3R5bGUiOnsiJGlkIjoiMzc2NyIsIkxpbmVDb2xvciI6bnVsbCwiTGluZVdlaWdodCI6MC4wLCJMaW5lVHlwZSI6MCwiUGFyZW50U3R5bGUiOm51bGx9LCJQYXJlbnRTdHlsZSI6bnVsbH0sIkRhdGVGb3JtYXQiOnsiJGlkIjoiMzc2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zY5IiwiRm9ybWF0IjowLCJJc1Zpc2libGUiOmZhbHNlLCJMYXN0S25vd25WaXNpYmlsaXR5U3RhdGUiOmZhbHNlfSwiSXNWaXNpYmxlIjpmYWxzZSwiVmFyaWFuY2VTdHlsZSI6eyIkaWQiOiIzNzcwIiwiVGV4dFN0eWxlIjp7IiRpZCI6IjM3NzEiLCJGb250U2V0dGluZ3MiOnsiJGlkIjoiMzc3MiIsIkZvbnRTaXplIjoxMCwiRm9udE5hbWUiOiJDYWxpYnJpIiwiSXNCb2xkIjpmYWxzZSwiSXNJdGFsaWMiOmZhbHNlLCJJc1VuZGVybGluZWQiOmZhbHNlLCJQYXJlbnRTdHlsZSI6bnVsbH0sIkF1dG9TaXplIjowLCJGb3JlZ3JvdW5kIjp7IiRpZCI6IjM3NzMiLCJDb2xvciI6eyIkaWQiOiIzNzc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NzUiLCJUb3AiOjAuMCwiTGVmdCI6MC4wLCJSaWdodCI6MC4wLCJCb3R0b20iOjAuMH0sIlBhZGRpbmciOnsiJGlkIjoiMzc3NiIsIlRvcCI6MC4wLCJMZWZ0IjowLjAsIlJpZ2h0IjowLjAsIkJvdHRvbSI6MC4wfSwiQmFja2dyb3VuZCI6eyIkaWQiOiIzNzc3IiwiQ29sb3IiOnsiJGlkIjoiMzc3OCIsIkEiOjUwLCJSIjowLCJHIjowLCJCIjowfX0sIklzVmlzaWJsZSI6dHJ1ZSwiV2lkdGgiOjAuMCwiSGVpZ2h0IjowLjAsIkJvcmRlclN0eWxlIjpudWxsLCJQYXJlbnRTdHlsZSI6bnVsbH0sIlBhcmVudFN0eWxlIjpudWxsfSwiUGFyZW50U3R5bGUiOm51bGx9LCJJbmRleCI6NDAsIlNtYXJ0RHVyYXRpb25BY3RpdmF0ZWQiOmZhbHNlLCJEYXRlRm9ybWF0Ijp7IiRyZWYiOiIzNzY4In0sIldlZWtOdW1iZXJpbmciOnsiJGlkIjoiMzc3OSIsIkZvcm1hdCI6MCwiSXNWaXNpYmxlIjpmYWxzZSwiTGFzdEtub3duVmlzaWJpbGl0eVN0YXRlIjpmYWxzZX0sIkJhc2VsaW5lRGF0YSI6eyIkaWQiOiIzNzgwIiwiU3RhcnREYXRlIjoiMjAyNi0wNi0wMVQyMzo1OTowMCIsIkVuZERhdGUiOiIyMDI2LTA3LTMxVDIzOjU5OjAwIn0sIklkIjoiM2I1YTQ2NGMtMmI1ZC00ZjA5LWJmYzItZjc1ZTI1NjhiMTUxIiwiSW1wb3J0SWQiOm51bGwsIlRpdGxlIjoiUU5BVi00MCBHYXplYm8gSW50ZWdyYXRpb24gLSBBZGVuZGEiLCJOb3RlIjpudWxsLCJIeXBlcmxpbmsiOnsiJGlkIjoiMzc4MSIsIkFkZHJlc3MiOiIiLCJTdWJBZGRyZXNzIjoiIn0sIklzQ2hhbmdlZCI6ZmFsc2UsIklzTmV3IjpmYWxzZX19XSwiX21pbGVzdG9uZXMiOltdLCJJZCI6IjAwMDAwMDAwLTAwMDAtMDAwMC0wMDAwLTAwMDAwMDAwMDAwMCIsIklzU2luZ2xlSXRlbVJvdyI6dHJ1ZX0seyIkaWQiOiIzNzgyIiwiX3Rhc2tzIjpbeyIkaWQiOiIzNzgzIiwiX2F0dGFjaGVkTWlsZXN0b25lcyI6W3siJGlkIjoiMzc4NCIsIkRhdGUiOiIyMDI2LTA1LTMxVDIzOjU5OjAwIiwiU3R5bGUiOnsiJGlkIjoiMzc4NSIsIlNoYXBlIjoxLCJDb25uZWN0b3JNYXJnaW4iOnsiJGlkIjoiMzc4NiIsIlRvcCI6MC4wLCJMZWZ0IjoyLjAsIlJpZ2h0IjoyLjAsIkJvdHRvbSI6MC4wfSwiQ29ubmVjdG9yU3R5bGUiOnsiJGlkIjoiMzc4NyIsIkxpbmVDb2xvciI6eyIkaWQiOiIzNzg4IiwiJHR5cGUiOiJOTFJFLkNvbW1vbi5Eb20uU29saWRDb2xvckJydXNoLCBOTFJFLkNvbW1vbiIsIkNvbG9yIjp7IiRpZCI6IjM3ODkiLCJBIjoxMjcsIlIiOjY4LCJHIjo4NCwiQiI6MTA2fX0sIkxpbmVXZWlnaHQiOjEuMCwiTGluZVR5cGUiOjAsIlBhcmVudFN0eWxlIjpudWxsfSwiSXNCZWxvd1RpbWViYW5kIjp0cnVlLCJQb3NpdGlvbk9uVGFzayI6MywiSGlkZURhdGUiOmZhbHNlLCJTaGFwZVNpemUiOjAsIlNwYWNpbmciOjAuMCwiUGFkZGluZyI6eyIkaWQiOiIzNzkwIiwiVG9wIjo1LjAsIkxlZnQiOjMuMCwiUmlnaHQiOjAuMCwiQm90dG9tIjoyLjB9LCJTaGFwZVN0eWxlIjp7IiRpZCI6IjM3OTEiLCJNYXJnaW4iOnsiJGlkIjoiMzc5MiIsIlRvcCI6MC4wLCJMZWZ0IjowLjAsIlJpZ2h0IjowLjAsIkJvdHRvbSI6MC4wfSwiUGFkZGluZyI6eyIkaWQiOiIzNzkzIiwiVG9wIjowLjAsIkxlZnQiOjAuMCwiUmlnaHQiOjAuMCwiQm90dG9tIjowLjB9LCJCYWNrZ3JvdW5kIjp7IiRpZCI6IjM3OTQiLCJDb2xvciI6eyIkaWQiOiIzNzk1IiwiQSI6MjU1LCJSIjo2OCwiRyI6ODQsIkIiOjEwNn19LCJJc1Zpc2libGUiOnRydWUsIldpZHRoIjoxMi4wLCJIZWlnaHQiOjE0LjAsIkJvcmRlclN0eWxlIjp7IiRpZCI6IjM3OTYiLCJMaW5lQ29sb3IiOnsiJGlkIjoiMzc5NyIsIiR0eXBlIjoiTkxSRS5Db21tb24uRG9tLlNvbGlkQ29sb3JCcnVzaCwgTkxSRS5Db21tb24iLCJDb2xvciI6eyIkaWQiOiIzNzk4IiwiQSI6MjU1LCJSIjoyMzQsIkciOjIyLCJCIjozMH19LCJMaW5lV2VpZ2h0IjowLjAsIkxpbmVUeXBlIjowLCJQYXJlbnRTdHlsZSI6bnVsbH0sIlBhcmVudFN0eWxlIjpudWxsfSwiVGl0bGVTdHlsZSI6eyIkaWQiOiIzNzk5IiwiRm9udFNldHRpbmdzIjp7IiRpZCI6IjM4MDAiLCJGb250U2l6ZSI6MTEsIkZvbnROYW1lIjoiQ2FsaWJyaSIsIklzQm9sZCI6dHJ1ZSwiSXNJdGFsaWMiOmZhbHNlLCJJc1VuZGVybGluZWQiOmZhbHNlLCJQYXJlbnRTdHlsZSI6bnVsbH0sIkF1dG9TaXplIjoyLCJGb3JlZ3JvdW5kIjp7IiRpZCI6IjM4MDEiLCJDb2xvciI6eyIkaWQiOiIzODAyIiwiQSI6MjU1LCJSIjoxMjcsIkciOjk2LCJCIjowfX0sIk1heFdpZHRoIjoxNDAuMCwiTWF4SGVpZ2h0IjoiSW5maW5pdHkiLCJTbWFydEZvcmVncm91bmRJc0FjdGl2ZSI6ZmFsc2UsIkhvcml6b250YWxBbGlnbm1lbnQiOjEsIlZlcnRpY2FsQWxpZ25tZW50IjowLCJTbWFydEZvcmVncm91bmQiOm51bGwsIkJhY2tncm91bmRGaWxsVHlwZSI6MCwiTWFyZ2luIjp7IiRpZCI6IjM4MDMiLCJUb3AiOjAuMCwiTGVmdCI6MC4wLCJSaWdodCI6MC4wLCJCb3R0b20iOjAuMH0sIlBhZGRpbmciOnsiJGlkIjoiMzgwNCIsIlRvcCI6MC4wLCJMZWZ0IjowLjAsIlJpZ2h0IjowLjAsIkJvdHRvbSI6MC4wfSwiQmFja2dyb3VuZCI6eyIkaWQiOiIzODA1IiwiQ29sb3IiOnsiJGlkIjoiMzgwNiIsIkEiOjAsIlIiOjI1NSwiRyI6MjU1LCJCIjoyNTV9fSwiSXNWaXNpYmxlIjp0cnVlLCJXaWR0aCI6MC4wLCJIZWlnaHQiOjAuMCwiQm9yZGVyU3R5bGUiOnsiJGlkIjoiMzgwNyIsIkxpbmVDb2xvciI6bnVsbCwiTGluZVdlaWdodCI6MC4wLCJMaW5lVHlwZSI6MCwiUGFyZW50U3R5bGUiOm51bGx9LCJQYXJlbnRTdHlsZSI6bnVsbH0sIkRhdGVTdHlsZSI6eyIkaWQiOiIzODA4IiwiRm9udFNldHRpbmdzIjp7IiRpZCI6IjM4MDkiLCJGb250U2l6ZSI6MTAsIkZvbnROYW1lIjoiQ2FsaWJyaSIsIklzQm9sZCI6ZmFsc2UsIklzSXRhbGljIjpmYWxzZSwiSXNVbmRlcmxpbmVkIjpmYWxzZSwiUGFyZW50U3R5bGUiOm51bGx9LCJBdXRvU2l6ZSI6MCwiRm9yZWdyb3VuZCI6eyIkaWQiOiIzODEwIiwiQ29sb3IiOnsiJGlkIjoiMzgx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gxMiIsIlRvcCI6MC4wLCJMZWZ0IjowLjAsIlJpZ2h0IjowLjAsIkJvdHRvbSI6MC4wfSwiUGFkZGluZyI6eyIkaWQiOiIzODEzIiwiVG9wIjowLjAsIkxlZnQiOjAuMCwiUmlnaHQiOjAuMCwiQm90dG9tIjowLjB9LCJCYWNrZ3JvdW5kIjp7IiRpZCI6IjM4MTQiLCJDb2xvciI6eyIkaWQiOiIzODE1IiwiQSI6MCwiUiI6MjU1LCJHIjoyNTUsIkIiOjI1NX19LCJJc1Zpc2libGUiOmZhbHNlLCJXaWR0aCI6MC4wLCJIZWlnaHQiOjAuMCwiQm9yZGVyU3R5bGUiOnsiJGlkIjoiMzgxNiIsIkxpbmVDb2xvciI6bnVsbCwiTGluZVdlaWdodCI6MC4wLCJMaW5lVHlwZSI6MCwiUGFyZW50U3R5bGUiOm51bGx9LCJQYXJlbnRTdHlsZSI6bnVsbH0sIkRhdGVGb3JtYXQiOnsiJGlkIjoiMzgx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DE4IiwiRm9ybWF0IjowLCJJc1Zpc2libGUiOmZhbHNlLCJMYXN0S25vd25WaXNpYmlsaXR5U3RhdGUiOmZhbHNlfSwiSXNWaXNpYmxlIjp0cnVlLCJWYXJpYW5jZVN0eWxlIjp7IiRpZCI6IjM4MTkiLCJUZXh0U3R5bGUiOnsiJGlkIjoiMzgyMCIsIkZvbnRTZXR0aW5ncyI6eyIkaWQiOiIzODIxIiwiRm9udFNpemUiOjEwLCJGb250TmFtZSI6IkNhbGlicmkiLCJJc0JvbGQiOmZhbHNlLCJJc0l0YWxpYyI6ZmFsc2UsIklzVW5kZXJsaW5lZCI6ZmFsc2UsIlBhcmVudFN0eWxlIjpudWxsfSwiQXV0b1NpemUiOjAsIkZvcmVncm91bmQiOnsiJGlkIjoiMzgyMiIsIkNvbG9yIjp7IiRpZCI6IjM4MjM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zgyNCIsIlRvcCI6MC4wLCJMZWZ0IjowLjAsIlJpZ2h0IjowLjAsIkJvdHRvbSI6MC4wfSwiUGFkZGluZyI6eyIkaWQiOiIzODI1IiwiVG9wIjowLjAsIkxlZnQiOjAuMCwiUmlnaHQiOjAuMCwiQm90dG9tIjowLjB9LCJCYWNrZ3JvdW5kIjp7IiRpZCI6IjM4MjYiLCJDb2xvciI6eyIkaWQiOiIzODI3IiwiQSI6NTAsIlIiOjAsIkciOjAsIkIiOjB9fSwiSXNWaXNpYmxlIjp0cnVlLCJXaWR0aCI6MC4wLCJIZWlnaHQiOjAuMCwiQm9yZGVyU3R5bGUiOm51bGwsIlBhcmVudFN0eWxlIjpudWxsfSwiUGFyZW50U3R5bGUiOm51bGx9LCJQYXJlbnRTdHlsZSI6bnVsbH0sIkluZGV4Ijo0MywiUGVyY2VudGFnZUNvbXBsZXRlIjpudWxsLCJQb3NpdGlvbiI6eyJSYXRpbyI6MC4wLCJJc0N1c3RvbSI6ZmFsc2V9LCJEYXRlRm9ybWF0Ijp7IiRyZWYiOiIzODE3In0sIldlZWtOdW1iZXJpbmciOnsiJGlkIjoiMzgyOCIsIkZvcm1hdCI6MCwiSXNWaXNpYmxlIjpmYWxzZSwiTGFzdEtub3duVmlzaWJpbGl0eVN0YXRlIjpmYWxzZX0sIkJhc2VsaW5lRGF0YSI6eyIkaWQiOiIzODI5IiwiRGF0ZSI6IjIwMjYtMDUtMzFUMjM6NTk6MDAifSwiUmVsYXRlZFRhc2tJZCI6IjhiYWZkMmIwLTY0OTAtNGFmYi1iMWMxLTFlMDI3ZTE4ZjFjMiIsIklkIjoiMzY1ZTk5NzQtZTExYS00N2VkLWFkOTMtYjljYTMxYTk2OWFhIiwiSW1wb3J0SWQiOiIiLCJUaXRsZSI6IlN5c3RlbSBXb3JraW5nIG9uIFNpbXVsYXRpb24iLCJOb3RlIjpudWxsLCJIeXBlcmxpbmsiOnsiJGlkIjoiMzgzMCIsIkFkZHJlc3MiOiIiLCJTdWJBZGRyZXNzIjoiIn0sIklzQ2hhbmdlZCI6ZmFsc2UsIklzTmV3IjpmYWxzZX1dLCJUYXNrRGVmaW5pdGlvbiI6eyIkaWQiOiIzODMxIiwiR3JvdXBOYW1lIjpudWxsLCJTdGFydERhdGUiOiIyMDI2LTA0LTEzVDIzOjU5OjAwWiIsIkVuZERhdGUiOiIyMDI2LTA1LTMxVDIzOjU5OjAwIiwiUGVyY2VudGFnZUNvbXBsZXRlIjpudWxsLCJTdHlsZSI6eyIkaWQiOiIzODMyIiwiU2hhcGUiOjEsIlNoYXBlVGhpY2tuZXNzIjowLCJEdXJhdGlvbkZvcm1hdCI6MCwiSW5jbHVkZU5vbldvcmtpbmdEYXlzSW5EdXJhdGlvbiI6ZmFsc2UsIlBlcmNlbnRhZ2VDb21wbGV0ZVN0eWxlIjp7IiRpZCI6IjM4MzMiLCJGb250U2V0dGluZ3MiOnsiJGlkIjoiMzgzNCIsIkZvbnRTaXplIjoxMCwiRm9udE5hbWUiOiJDYWxpYnJpIiwiSXNCb2xkIjpmYWxzZSwiSXNJdGFsaWMiOmZhbHNlLCJJc1VuZGVybGluZWQiOmZhbHNlLCJQYXJlbnRTdHlsZSI6bnVsbH0sIkF1dG9TaXplIjowLCJGb3JlZ3JvdW5kIjp7IiRpZCI6IjM4MzUiLCJDb2xvciI6eyIkaWQiOiIzODM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gzNyIsIlRvcCI6MC4wLCJMZWZ0IjowLjAsIlJpZ2h0IjowLjAsIkJvdHRvbSI6MC4wfSwiUGFkZGluZyI6eyIkaWQiOiIzODM4IiwiVG9wIjowLjAsIkxlZnQiOjAuMCwiUmlnaHQiOjAuMCwiQm90dG9tIjowLjB9LCJCYWNrZ3JvdW5kIjp7IiRpZCI6IjM4MzkiLCJDb2xvciI6eyIkaWQiOiIzODQwIiwiQSI6ODksIlIiOjAsIkciOjAsIkIiOjB9fSwiSXNWaXNpYmxlIjp0cnVlLCJXaWR0aCI6MC4wLCJIZWlnaHQiOjAuMCwiQm9yZGVyU3R5bGUiOnsiJGlkIjoiMzg0MSIsIkxpbmVDb2xvciI6bnVsbCwiTGluZVdlaWdodCI6MC4wLCJMaW5lVHlwZSI6MCwiUGFyZW50U3R5bGUiOm51bGx9LCJQYXJlbnRTdHlsZSI6bnVsbH0sIkR1cmF0aW9uU3R5bGUiOnsiJGlkIjoiMzg0MiIsIkZvbnRTZXR0aW5ncyI6eyIkaWQiOiIzODQzIiwiRm9udFNpemUiOjEwLCJGb250TmFtZSI6IkNhbGlicmkiLCJJc0JvbGQiOmZhbHNlLCJJc0l0YWxpYyI6ZmFsc2UsIklzVW5kZXJsaW5lZCI6ZmFsc2UsIlBhcmVudFN0eWxlIjpudWxsfSwiQXV0b1NpemUiOjAsIkZvcmVncm91bmQiOnsiJGlkIjoiMzg0NCIsIkNvbG9yIjp7IiRpZCI6IjM4N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ODQ2IiwiVG9wIjowLjAsIkxlZnQiOjAuMCwiUmlnaHQiOjAuMCwiQm90dG9tIjowLjB9LCJQYWRkaW5nIjp7IiRpZCI6IjM4NDciLCJUb3AiOjAuMCwiTGVmdCI6MC4wLCJSaWdodCI6MC4wLCJCb3R0b20iOjAuMH0sIkJhY2tncm91bmQiOnsiJGlkIjoiMzg0OCIsIkNvbG9yIjp7IiRpZCI6IjM4NDkiLCJBIjo4OSwiUiI6MCwiRyI6MCwiQiI6MH19LCJJc1Zpc2libGUiOnRydWUsIldpZHRoIjowLjAsIkhlaWdodCI6MC4wLCJCb3JkZXJTdHlsZSI6eyIkaWQiOiIzODUwIiwiTGluZUNvbG9yIjpudWxsLCJMaW5lV2VpZ2h0IjowLjAsIkxpbmVUeXBlIjowLCJQYXJlbnRTdHlsZSI6bnVsbH0sIlBhcmVudFN0eWxlIjpudWxsfSwiSG9yaXpvbnRhbENvbm5lY3RvclN0eWxlIjp7IiRpZCI6IjM4NTEiLCJMaW5lQ29sb3IiOnsiJGlkIjoiMzg1MiIsIiR0eXBlIjoiTkxSRS5Db21tb24uRG9tLlNvbGlkQ29sb3JCcnVzaCwgTkxSRS5Db21tb24iLCJDb2xvciI6eyIkaWQiOiIzODUzIiwiQSI6MjU1LCJSIjoyMDQsIkciOjIwNCwiQiI6MjA0fX0sIkxpbmVXZWlnaHQiOjEuMCwiTGluZVR5cGUiOjAsIlBhcmVudFN0eWxlIjpudWxsfSwiVmVydGljYWxDb25uZWN0b3JTdHlsZSI6eyIkaWQiOiIzODU0IiwiTGluZUNvbG9yIjp7IiRpZCI6IjM4NTUiLCIkdHlwZSI6Ik5MUkUuQ29tbW9uLkRvbS5Tb2xpZENvbG9yQnJ1c2gsIE5MUkUuQ29tbW9uIiwiQ29sb3IiOnsiJGlkIjoiMzg1Ni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VmFyaWFuY2VQb3NpdGlvbiI6NiwiU3BhY2luZyI6MywiSXNCZWxvd1RpbWViYW5kIjp0cnVlLCJQZXJjZW50YWdlQ29tcGxldGVTaGFwZU9wYWNpdHkiOjM1LCJCYXNlbGluZVN0eWxlIjp7IiRpZCI6IjM4NTciLCJTaGFwZVN0eWxlIjp7IiRpZCI6IjM4NTgiLCJNYXJnaW4iOnsiJGlkIjoiMzg1OSIsIlRvcCI6MC4wLCJMZWZ0IjowLjAsIlJpZ2h0IjowLjAsIkJvdHRvbSI6MC4wfSwiUGFkZGluZyI6eyIkaWQiOiIzODYwIiwiVG9wIjowLjAsIkxlZnQiOjAuMCwiUmlnaHQiOjAuMCwiQm90dG9tIjowLjB9LCJCYWNrZ3JvdW5kIjp7IiRpZCI6IjM4NjEiLCJDb2xvciI6eyIkaWQiOiIzODYyIiwiQSI6MTUzLCJSIjowLCJHIjowLCJCIjowfX0sIklzVmlzaWJsZSI6ZmFsc2UsIldpZHRoIjowLjAsIkhlaWdodCI6MC4wLCJCb3JkZXJTdHlsZSI6bnVsbCwiUGFyZW50U3R5bGUiOm51bGx9LCJNYXJnaW4iOnsiJGlkIjoiMzg2MyIsIlRvcCI6MC4wLCJMZWZ0IjowLjAsIlJpZ2h0IjowLjAsIkJvdHRvbSI6MC4wfSwiUGFkZGluZyI6eyIkaWQiOiIzODY0IiwiVG9wIjowLjAsIkxlZnQiOjAuMCwiUmlnaHQiOjAuMCwiQm90dG9tIjowLjB9LCJCYWNrZ3JvdW5kIjpudWxsLCJJc1Zpc2libGUiOnRydWUsIldpZHRoIjowLjAsIkhlaWdodCI6MC4wLCJCb3JkZXJTdHlsZSI6bnVsbCwiUGFyZW50U3R5bGUiOm51bGx9LCJTaGFwZVN0eWxlIjp7IiRpZCI6IjM4NjUiLCJNYXJnaW4iOnsiJGlkIjoiMzg2NiIsIlRvcCI6MC4wLCJMZWZ0Ijo0LjAsIlJpZ2h0Ijo0LjAsIkJvdHRvbSI6MC4wfSwiUGFkZGluZyI6eyIkaWQiOiIzODY3IiwiVG9wIjowLjAsIkxlZnQiOjAuMCwiUmlnaHQiOjAuMCwiQm90dG9tIjowLjB9LCJCYWNrZ3JvdW5kIjp7IiRpZCI6IjM4NjgiLCJDb2xvciI6eyIkaWQiOiIzODY5IiwiQSI6MjU1LCJSIjoyMDYsIkciOjE0NiwiQiI6MH19LCJJc1Zpc2libGUiOnRydWUsIldpZHRoIjoxMTAuMCwiSGVpZ2h0IjoxMC4wLCJCb3JkZXJTdHlsZSI6eyIkaWQiOiIzODcwIiwiTGluZUNvbG9yIjp7IiRpZCI6IjM4NzEiLCIkdHlwZSI6Ik5MUkUuQ29tbW9uLkRvbS5Tb2xpZENvbG9yQnJ1c2gsIE5MUkUuQ29tbW9uIiwiQ29sb3IiOnsiJGlkIjoiMzg3MiIsIkEiOjI1NSwiUiI6MjM0LCJHIjoyMiwiQiI6MzB9fSwiTGluZVdlaWdodCI6MC4wLCJMaW5lVHlwZSI6MCwiUGFyZW50U3R5bGUiOm51bGx9LCJQYXJlbnRTdHlsZSI6bnVsbH0sIlRpdGxlU3R5bGUiOnsiJGlkIjoiMzg3MyIsIkZvbnRTZXR0aW5ncyI6eyIkaWQiOiIzODc0IiwiRm9udFNpemUiOjExLCJGb250TmFtZSI6IkNhbGlicmkiLCJJc0JvbGQiOmZhbHNlLCJJc0l0YWxpYyI6ZmFsc2UsIklzVW5kZXJsaW5lZCI6ZmFsc2UsIlBhcmVudFN0eWxlIjpudWxsfSwiQXV0b1NpemUiOjIsIkZvcmVncm91bmQiOnsiJGlkIjoiMzg3NSIsIkNvbG9yIjp7IiRpZCI6IjM4NzYiLCJBIjoyNTUsIlIiOjcyLCJHIjo3MiwiQiI6NzJ9fSwiTWF4V2lkdGgiOjEyOS4wLCJNYXhIZWlnaHQiOiJJbmZpbml0eSIsIlNtYXJ0Rm9yZWdyb3VuZElzQWN0aXZlIjpmYWxzZSwiSG9yaXpvbnRhbEFsaWdubWVudCI6MSwiVmVydGljYWxBbGlnbm1lbnQiOjAsIlNtYXJ0Rm9yZWdyb3VuZCI6bnVsbCwiQmFja2dyb3VuZEZpbGxUeXBlIjowLCJNYXJnaW4iOnsiJGlkIjoiMzg3NyIsIlRvcCI6MC4wLCJMZWZ0IjowLjAsIlJpZ2h0IjowLjAsIkJvdHRvbSI6MC4wfSwiUGFkZGluZyI6eyIkaWQiOiIzODc4IiwiVG9wIjowLjAsIkxlZnQiOjAuMCwiUmlnaHQiOjAuMCwiQm90dG9tIjowLjB9LCJCYWNrZ3JvdW5kIjp7IiRpZCI6IjM4NzkiLCJDb2xvciI6eyIkaWQiOiIzODgwIiwiQSI6MCwiUiI6MjU1LCJHIjoyNTUsIkIiOjI1NX19LCJJc1Zpc2libGUiOnRydWUsIldpZHRoIjowLjAsIkhlaWdodCI6MC4wLCJCb3JkZXJTdHlsZSI6eyIkaWQiOiIzODgxIiwiTGluZUNvbG9yIjpudWxsLCJMaW5lV2VpZ2h0IjowLjAsIkxpbmVUeXBlIjowLCJQYXJlbnRTdHlsZSI6bnVsbH0sIlBhcmVudFN0eWxlIjpudWxsfSwiRGF0ZVN0eWxlIjp7IiRpZCI6IjM4ODIiLCJGb250U2V0dGluZ3MiOnsiJGlkIjoiMzg4MyIsIkZvbnRTaXplIjoxMCwiRm9udE5hbWUiOiJDYWxpYnJpIiwiSXNCb2xkIjpmYWxzZSwiSXNJdGFsaWMiOmZhbHNlLCJJc1VuZGVybGluZWQiOmZhbHNlLCJQYXJlbnRTdHlsZSI6bnVsbH0sIkF1dG9TaXplIjowLCJGb3JlZ3JvdW5kIjp7IiRpZCI6IjM4ODQiLCJDb2xvciI6eyIkaWQiOiIzODg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ODg2IiwiVG9wIjowLjAsIkxlZnQiOjAuMCwiUmlnaHQiOjAuMCwiQm90dG9tIjowLjB9LCJQYWRkaW5nIjp7IiRpZCI6IjM4ODciLCJUb3AiOjAuMCwiTGVmdCI6MC4wLCJSaWdodCI6MC4wLCJCb3R0b20iOjAuMH0sIkJhY2tncm91bmQiOnsiJGlkIjoiMzg4OCIsIkNvbG9yIjp7IiRpZCI6IjM4ODkiLCJBIjo4OSwiUiI6MCwiRyI6MCwiQiI6MH19LCJJc1Zpc2libGUiOnRydWUsIldpZHRoIjowLjAsIkhlaWdodCI6MC4wLCJCb3JkZXJTdHlsZSI6eyIkaWQiOiIzODkwIiwiTGluZUNvbG9yIjpudWxsLCJMaW5lV2VpZ2h0IjowLjAsIkxpbmVUeXBlIjowLCJQYXJlbnRTdHlsZSI6bnVsbH0sIlBhcmVudFN0eWxlIjpudWxsfSwiRGF0ZUZvcm1hdCI6eyIkaWQiOiIzODk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4OTIiLCJGb3JtYXQiOjAsIklzVmlzaWJsZSI6ZmFsc2UsIkxhc3RLbm93blZpc2liaWxpdHlTdGF0ZSI6ZmFsc2V9LCJJc1Zpc2libGUiOnRydWUsIlZhcmlhbmNlU3R5bGUiOnsiJGlkIjoiMzg5MyIsIlRleHRTdHlsZSI6eyIkaWQiOiIzODk0IiwiRm9udFNldHRpbmdzIjp7IiRpZCI6IjM4OTUiLCJGb250U2l6ZSI6MTAsIkZvbnROYW1lIjoiQ2FsaWJyaSIsIklzQm9sZCI6ZmFsc2UsIklzSXRhbGljIjpmYWxzZSwiSXNVbmRlcmxpbmVkIjpmYWxzZSwiUGFyZW50U3R5bGUiOm51bGx9LCJBdXRvU2l6ZSI6MCwiRm9yZWdyb3VuZCI6eyIkaWQiOiIzODk2IiwiQ29sb3IiOnsiJGlkIjoiMzg5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Dk4IiwiVG9wIjowLjAsIkxlZnQiOjAuMCwiUmlnaHQiOjAuMCwiQm90dG9tIjowLjB9LCJQYWRkaW5nIjp7IiRpZCI6IjM4OTkiLCJUb3AiOjAuMCwiTGVmdCI6MC4wLCJSaWdodCI6MC4wLCJCb3R0b20iOjAuMH0sIkJhY2tncm91bmQiOnsiJGlkIjoiMzkwMCIsIkNvbG9yIjp7IiRpZCI6IjM5MDEiLCJBIjo1MCwiUiI6MCwiRyI6MCwiQiI6MH19LCJJc1Zpc2libGUiOnRydWUsIldpZHRoIjowLjAsIkhlaWdodCI6MC4wLCJCb3JkZXJTdHlsZSI6bnVsbCwiUGFyZW50U3R5bGUiOm51bGx9LCJQYXJlbnRTdHlsZSI6bnVsbH0sIlBhcmVudFN0eWxlIjpudWxsfSwiSW5kZXgiOjQyLCJTbWFydER1cmF0aW9uQWN0aXZhdGVkIjpmYWxzZSwiRGF0ZUZvcm1hdCI6eyIkcmVmIjoiMzg5MSJ9LCJXZWVrTnVtYmVyaW5nIjp7IiRpZCI6IjM5MDIiLCJGb3JtYXQiOjAsIklzVmlzaWJsZSI6ZmFsc2UsIkxhc3RLbm93blZpc2liaWxpdHlTdGF0ZSI6ZmFsc2V9LCJCYXNlbGluZURhdGEiOnsiJGlkIjoiMzkwMyIsIlN0YXJ0RGF0ZSI6IjIwMjYtMDQtMTNUMjM6NTk6MDAiLCJFbmREYXRlIjoiMjAyNi0wNS0zMVQyMzo1OTowMCJ9LCJJZCI6IjhiYWZkMmIwLTY0OTAtNGFmYi1iMWMxLTFlMDI3ZTE4ZjFjMiIsIkltcG9ydElkIjpudWxsLCJUaXRsZSI6IlFTTEFNIEdhemVibyBJbnRlZ3IuIiwiTm90ZSI6bnVsbCwiSHlwZXJsaW5rIjp7IiRpZCI6IjM5MDQiLCJBZGRyZXNzIjoiIiwiU3ViQWRkcmVzcyI6IiJ9LCJJc0NoYW5nZWQiOmZhbHNlLCJJc05ldyI6ZmFsc2V9fV0sIl9taWxlc3RvbmVzIjpbXSwiSWQiOiIwMDAwMDAwMC0wMDAwLTAwMDAtMDAwMC0wMDAwMDAwMDAwMDAiLCJJc1NpbmdsZUl0ZW1Sb3ciOnRydWV9LHsiJGlkIjoiMzkwNSIsIl90YXNrcyI6W3siJGlkIjoiMzkwNiIsIl9hdHRhY2hlZE1pbGVzdG9uZXMiOlt7IiRpZCI6IjM5MDciLCJEYXRlIjoiMjAyNi0xMi0zMVQyMzo1OTowMCIsIlN0eWxlIjp7IiRpZCI6IjM5MDgiLCJTaGFwZSI6MSwiQ29ubmVjdG9yTWFyZ2luIjp7IiRpZCI6IjM5MDkiLCJUb3AiOjAuMCwiTGVmdCI6Mi4wLCJSaWdodCI6Mi4wLCJCb3R0b20iOjAuMH0sIkNvbm5lY3RvclN0eWxlIjp7IiRpZCI6IjM5MTAiLCJMaW5lQ29sb3IiOnsiJGlkIjoiMzkxMSIsIiR0eXBlIjoiTkxSRS5Db21tb24uRG9tLlNvbGlkQ29sb3JCcnVzaCwgTkxSRS5Db21tb24iLCJDb2xvciI6eyIkaWQiOiIzOTEyIiwiQSI6MTI3LCJSIjo2OCwiRyI6ODQsIkIiOjEwNn19LCJMaW5lV2VpZ2h0IjoxLjAsIkxpbmVUeXBlIjowLCJQYXJlbnRTdHlsZSI6bnVsbH0sIklzQmVsb3dUaW1lYmFuZCI6dHJ1ZSwiUG9zaXRpb25PblRhc2siOjMsIkhpZGVEYXRlIjpmYWxzZSwiU2hhcGVTaXplIjowLCJTcGFjaW5nIjowLjAsIlBhZGRpbmciOnsiJGlkIjoiMzkxMyIsIlRvcCI6NS4wLCJMZWZ0IjozLjAsIlJpZ2h0IjowLjAsIkJvdHRvbSI6Mi4wfSwiU2hhcGVTdHlsZSI6eyIkaWQiOiIzOTE0IiwiTWFyZ2luIjp7IiRpZCI6IjM5MTUiLCJUb3AiOjAuMCwiTGVmdCI6MC4wLCJSaWdodCI6MC4wLCJCb3R0b20iOjAuMH0sIlBhZGRpbmciOnsiJGlkIjoiMzkxNiIsIlRvcCI6MC4wLCJMZWZ0IjowLjAsIlJpZ2h0IjowLjAsIkJvdHRvbSI6MC4wfSwiQmFja2dyb3VuZCI6eyIkaWQiOiIzOTE3IiwiQ29sb3IiOnsiJGlkIjoiMzkxOCIsIkEiOjI1NSwiUiI6NjgsIkciOjg0LCJCIjoxMDZ9fSwiSXNWaXNpYmxlIjp0cnVlLCJXaWR0aCI6MTIuMCwiSGVpZ2h0IjoxNC4wLCJCb3JkZXJTdHlsZSI6eyIkaWQiOiIzOTE5IiwiTGluZUNvbG9yIjp7IiRpZCI6IjM5MjAiLCIkdHlwZSI6Ik5MUkUuQ29tbW9uLkRvbS5Tb2xpZENvbG9yQnJ1c2gsIE5MUkUuQ29tbW9uIiwiQ29sb3IiOnsiJGlkIjoiMzkyMSIsIkEiOjI1NSwiUiI6MjM0LCJHIjoyMiwiQiI6MzB9fSwiTGluZVdlaWdodCI6MC4wLCJMaW5lVHlwZSI6MCwiUGFyZW50U3R5bGUiOm51bGx9LCJQYXJlbnRTdHlsZSI6bnVsbH0sIlRpdGxlU3R5bGUiOnsiJGlkIjoiMzkyMiIsIkZvbnRTZXR0aW5ncyI6eyIkaWQiOiIzOTIzIiwiRm9udFNpemUiOjExLCJGb250TmFtZSI6IkNhbGlicmkiLCJJc0JvbGQiOnRydWUsIklzSXRhbGljIjpmYWxzZSwiSXNVbmRlcmxpbmVkIjpmYWxzZSwiUGFyZW50U3R5bGUiOm51bGx9LCJBdXRvU2l6ZSI6MiwiRm9yZWdyb3VuZCI6eyIkaWQiOiIzOTI0IiwiQ29sb3IiOnsiJGlkIjoiMzkyNSIsIkEiOjI1NSwiUiI6MTI3LCJHIjo5NiwiQiI6MH19LCJNYXhXaWR0aCI6MTk1LjAsIk1heEhlaWdodCI6IkluZmluaXR5IiwiU21hcnRGb3JlZ3JvdW5kSXNBY3RpdmUiOmZhbHNlLCJIb3Jpem9udGFsQWxpZ25tZW50IjoxLCJWZXJ0aWNhbEFsaWdubWVudCI6MCwiU21hcnRGb3JlZ3JvdW5kIjpudWxsLCJCYWNrZ3JvdW5kRmlsbFR5cGUiOjAsIk1hcmdpbiI6eyIkaWQiOiIzOTI2IiwiVG9wIjowLjAsIkxlZnQiOjAuMCwiUmlnaHQiOjAuMCwiQm90dG9tIjowLjB9LCJQYWRkaW5nIjp7IiRpZCI6IjM5MjciLCJUb3AiOjAuMCwiTGVmdCI6MC4wLCJSaWdodCI6MC4wLCJCb3R0b20iOjAuMH0sIkJhY2tncm91bmQiOnsiJGlkIjoiMzkyOCIsIkNvbG9yIjp7IiRpZCI6IjM5MjkiLCJBIjowLCJSIjoyNTUsIkciOjI1NSwiQiI6MjU1fX0sIklzVmlzaWJsZSI6dHJ1ZSwiV2lkdGgiOjAuMCwiSGVpZ2h0IjowLjAsIkJvcmRlclN0eWxlIjp7IiRpZCI6IjM5MzAiLCJMaW5lQ29sb3IiOm51bGwsIkxpbmVXZWlnaHQiOjAuMCwiTGluZVR5cGUiOjAsIlBhcmVudFN0eWxlIjpudWxsfSwiUGFyZW50U3R5bGUiOm51bGx9LCJEYXRlU3R5bGUiOnsiJGlkIjoiMzkzMSIsIkZvbnRTZXR0aW5ncyI6eyIkaWQiOiIzOTMyIiwiRm9udFNpemUiOjEwLCJGb250TmFtZSI6IkNhbGlicmkiLCJJc0JvbGQiOmZhbHNlLCJJc0l0YWxpYyI6ZmFsc2UsIklzVW5kZXJsaW5lZCI6ZmFsc2UsIlBhcmVudFN0eWxlIjpudWxsfSwiQXV0b1NpemUiOjAsIkZvcmVncm91bmQiOnsiJGlkIjoiMzkzMyIsIkNvbG9yIjp7IiRpZCI6IjM5Mz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5MzUiLCJUb3AiOjAuMCwiTGVmdCI6MC4wLCJSaWdodCI6MC4wLCJCb3R0b20iOjAuMH0sIlBhZGRpbmciOnsiJGlkIjoiMzkzNiIsIlRvcCI6MC4wLCJMZWZ0IjowLjAsIlJpZ2h0IjowLjAsIkJvdHRvbSI6MC4wfSwiQmFja2dyb3VuZCI6eyIkaWQiOiIzOTM3IiwiQ29sb3IiOnsiJGlkIjoiMzkzOCIsIkEiOjAsIlIiOjI1NSwiRyI6MjU1LCJCIjoyNTV9fSwiSXNWaXNpYmxlIjpmYWxzZSwiV2lkdGgiOjAuMCwiSGVpZ2h0IjowLjAsIkJvcmRlclN0eWxlIjp7IiRpZCI6IjM5MzkiLCJMaW5lQ29sb3IiOm51bGwsIkxpbmVXZWlnaHQiOjAuMCwiTGluZVR5cGUiOjAsIlBhcmVudFN0eWxlIjpudWxsfSwiUGFyZW50U3R5bGUiOm51bGx9LCJEYXRlRm9ybWF0Ijp7IiRpZCI6IjM5N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k0MSIsIkZvcm1hdCI6MCwiSXNWaXNpYmxlIjpmYWxzZSwiTGFzdEtub3duVmlzaWJpbGl0eVN0YXRlIjpmYWxzZX0sIklzVmlzaWJsZSI6dHJ1ZSwiVmFyaWFuY2VTdHlsZSI6eyIkaWQiOiIzOTQyIiwiVGV4dFN0eWxlIjp7IiRpZCI6IjM5NDMiLCJGb250U2V0dGluZ3MiOnsiJGlkIjoiMzk0NCIsIkZvbnRTaXplIjoxMCwiRm9udE5hbWUiOiJDYWxpYnJpIiwiSXNCb2xkIjpmYWxzZSwiSXNJdGFsaWMiOmZhbHNlLCJJc1VuZGVybGluZWQiOmZhbHNlLCJQYXJlbnRTdHlsZSI6bnVsbH0sIkF1dG9TaXplIjowLCJGb3JlZ3JvdW5kIjp7IiRpZCI6IjM5NDUiLCJDb2xvciI6eyIkaWQiOiIzOTQ2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M5NDciLCJUb3AiOjAuMCwiTGVmdCI6MC4wLCJSaWdodCI6MC4wLCJCb3R0b20iOjAuMH0sIlBhZGRpbmciOnsiJGlkIjoiMzk0OCIsIlRvcCI6MC4wLCJMZWZ0IjowLjAsIlJpZ2h0IjowLjAsIkJvdHRvbSI6MC4wfSwiQmFja2dyb3VuZCI6eyIkaWQiOiIzOTQ5IiwiQ29sb3IiOnsiJGlkIjoiMzk1MCIsIkEiOjUwLCJSIjowLCJHIjowLCJCIjowfX0sIklzVmlzaWJsZSI6dHJ1ZSwiV2lkdGgiOjAuMCwiSGVpZ2h0IjowLjAsIkJvcmRlclN0eWxlIjpudWxsLCJQYXJlbnRTdHlsZSI6bnVsbH0sIlBhcmVudFN0eWxlIjpudWxsfSwiUGFyZW50U3R5bGUiOm51bGx9LCJJbmRleCI6NDUsIlBlcmNlbnRhZ2VDb21wbGV0ZSI6bnVsbCwiUG9zaXRpb24iOnsiUmF0aW8iOjAuMCwiSXNDdXN0b20iOmZhbHNlfSwiRGF0ZUZvcm1hdCI6eyIkcmVmIjoiMzk0MCJ9LCJXZWVrTnVtYmVyaW5nIjp7IiRpZCI6IjM5NTEiLCJGb3JtYXQiOjAsIklzVmlzaWJsZSI6ZmFsc2UsIkxhc3RLbm93blZpc2liaWxpdHlTdGF0ZSI6ZmFsc2V9LCJCYXNlbGluZURhdGEiOnsiJGlkIjoiMzk1MiIsIkRhdGUiOiIyMDI2LTEyLTMxVDIzOjU5OjAwIn0sIlJlbGF0ZWRUYXNrSWQiOiJiMDA4NGI3YS1iMTlmLTQ1NGEtYjkxMC01OGU1OWNlMDM2MDQiLCJJZCI6IjA5MmJhYTYwLTBhYzItNDVmNy1hMjY3LTMyYmFmMDlhMDFmOCIsIkltcG9ydElkIjoiIiwiVGl0bGUiOiJBdXRvbm9tdXMgTmF2aWdhdGlvbiBvbiBKb3NlbGl0byAoVFJMOCkiLCJOb3RlIjpudWxsLCJIeXBlcmxpbmsiOnsiJGlkIjoiMzk1MyIsIkFkZHJlc3MiOiIiLCJTdWJBZGRyZXNzIjoiIn0sIklzQ2hhbmdlZCI6ZmFsc2UsIklzTmV3IjpmYWxzZX1dLCJUYXNrRGVmaW5pdGlvbiI6eyIkaWQiOiIzOTU0IiwiR3JvdXBOYW1lIjpudWxsLCJTdGFydERhdGUiOiIyMDI2LTEwLTAxVDIzOjU5OjAwWiIsIkVuZERhdGUiOiIyMDI2LTEyLTMxVDIzOjU5OjAwWiIsIlBlcmNlbnRhZ2VDb21wbGV0ZSI6bnVsbCwiU3R5bGUiOnsiJGlkIjoiMzk1NSIsIlNoYXBlIjoxLCJTaGFwZVRoaWNrbmVzcyI6MCwiRHVyYXRpb25Gb3JtYXQiOjAsIkluY2x1ZGVOb25Xb3JraW5nRGF5c0luRHVyYXRpb24iOmZhbHNlLCJQZXJjZW50YWdlQ29tcGxldGVTdHlsZSI6eyIkaWQiOiIzOTU2IiwiRm9udFNldHRpbmdzIjp7IiRpZCI6IjM5NTciLCJGb250U2l6ZSI6MTAsIkZvbnROYW1lIjoiQ2FsaWJyaSIsIklzQm9sZCI6ZmFsc2UsIklzSXRhbGljIjpmYWxzZSwiSXNVbmRlcmxpbmVkIjpmYWxzZSwiUGFyZW50U3R5bGUiOm51bGx9LCJBdXRvU2l6ZSI6MCwiRm9yZWdyb3VuZCI6eyIkaWQiOiIzOTU4IiwiQ29sb3IiOnsiJGlkIjoiMzk1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5NjAiLCJUb3AiOjAuMCwiTGVmdCI6MC4wLCJSaWdodCI6MC4wLCJCb3R0b20iOjAuMH0sIlBhZGRpbmciOnsiJGlkIjoiMzk2MSIsIlRvcCI6MC4wLCJMZWZ0IjowLjAsIlJpZ2h0IjowLjAsIkJvdHRvbSI6MC4wfSwiQmFja2dyb3VuZCI6eyIkaWQiOiIzOTYyIiwiQ29sb3IiOnsiJGlkIjoiMzk2MyIsIkEiOjg5LCJSIjowLCJHIjowLCJCIjowfX0sIklzVmlzaWJsZSI6dHJ1ZSwiV2lkdGgiOjAuMCwiSGVpZ2h0IjowLjAsIkJvcmRlclN0eWxlIjp7IiRpZCI6IjM5NjQiLCJMaW5lQ29sb3IiOm51bGwsIkxpbmVXZWlnaHQiOjAuMCwiTGluZVR5cGUiOjAsIlBhcmVudFN0eWxlIjpudWxsfSwiUGFyZW50U3R5bGUiOm51bGx9LCJEdXJhdGlvblN0eWxlIjp7IiRpZCI6IjM5NjUiLCJGb250U2V0dGluZ3MiOnsiJGlkIjoiMzk2NiIsIkZvbnRTaXplIjoxMCwiRm9udE5hbWUiOiJDYWxpYnJpIiwiSXNCb2xkIjpmYWxzZSwiSXNJdGFsaWMiOmZhbHNlLCJJc1VuZGVybGluZWQiOmZhbHNlLCJQYXJlbnRTdHlsZSI6bnVsbH0sIkF1dG9TaXplIjowLCJGb3JlZ3JvdW5kIjp7IiRpZCI6IjM5NjciLCJDb2xvciI6eyIkaWQiOiIzOTY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k2OSIsIlRvcCI6MC4wLCJMZWZ0IjowLjAsIlJpZ2h0IjowLjAsIkJvdHRvbSI6MC4wfSwiUGFkZGluZyI6eyIkaWQiOiIzOTcwIiwiVG9wIjowLjAsIkxlZnQiOjAuMCwiUmlnaHQiOjAuMCwiQm90dG9tIjowLjB9LCJCYWNrZ3JvdW5kIjp7IiRpZCI6IjM5NzEiLCJDb2xvciI6eyIkaWQiOiIzOTcyIiwiQSI6ODksIlIiOjAsIkciOjAsIkIiOjB9fSwiSXNWaXNpYmxlIjp0cnVlLCJXaWR0aCI6MC4wLCJIZWlnaHQiOjAuMCwiQm9yZGVyU3R5bGUiOnsiJGlkIjoiMzk3MyIsIkxpbmVDb2xvciI6bnVsbCwiTGluZVdlaWdodCI6MC4wLCJMaW5lVHlwZSI6MCwiUGFyZW50U3R5bGUiOm51bGx9LCJQYXJlbnRTdHlsZSI6bnVsbH0sIkhvcml6b250YWxDb25uZWN0b3JTdHlsZSI6eyIkaWQiOiIzOTc0IiwiTGluZUNvbG9yIjp7IiRpZCI6IjM5NzUiLCIkdHlwZSI6Ik5MUkUuQ29tbW9uLkRvbS5Tb2xpZENvbG9yQnJ1c2gsIE5MUkUuQ29tbW9uIiwiQ29sb3IiOnsiJGlkIjoiMzk3NiIsIkEiOjI1NSwiUiI6MjA0LCJHIjoyMDQsIkIiOjIwNH19LCJMaW5lV2VpZ2h0IjoxLjAsIkxpbmVUeXBlIjowLCJQYXJlbnRTdHlsZSI6bnVsbH0sIlZlcnRpY2FsQ29ubmVjdG9yU3R5bGUiOnsiJGlkIjoiMzk3NyIsIkxpbmVDb2xvciI6eyIkaWQiOiIzOTc4IiwiJHR5cGUiOiJOTFJFLkNvbW1vbi5Eb20uU29saWRDb2xvckJydXNoLCBOTFJFLkNvbW1vbiIsIkNvbG9yIjp7IiRpZCI6IjM5Nzk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ZhcmlhbmNlUG9zaXRpb24iOjYsIlNwYWNpbmciOjMsIklzQmVsb3dUaW1lYmFuZCI6dHJ1ZSwiUGVyY2VudGFnZUNvbXBsZXRlU2hhcGVPcGFjaXR5IjozNSwiQmFzZWxpbmVTdHlsZSI6eyIkaWQiOiIzOTgwIiwiU2hhcGVTdHlsZSI6eyIkaWQiOiIzOTgxIiwiTWFyZ2luIjp7IiRpZCI6IjM5ODIiLCJUb3AiOjAuMCwiTGVmdCI6MC4wLCJSaWdodCI6MC4wLCJCb3R0b20iOjAuMH0sIlBhZGRpbmciOnsiJGlkIjoiMzk4MyIsIlRvcCI6MC4wLCJMZWZ0IjowLjAsIlJpZ2h0IjowLjAsIkJvdHRvbSI6MC4wfSwiQmFja2dyb3VuZCI6eyIkaWQiOiIzOTg0IiwiQ29sb3IiOnsiJGlkIjoiMzk4NSIsIkEiOjE1MywiUiI6MCwiRyI6MCwiQiI6MH19LCJJc1Zpc2libGUiOmZhbHNlLCJXaWR0aCI6MC4wLCJIZWlnaHQiOjAuMCwiQm9yZGVyU3R5bGUiOm51bGwsIlBhcmVudFN0eWxlIjpudWxsfSwiTWFyZ2luIjp7IiRpZCI6IjM5ODYiLCJUb3AiOjAuMCwiTGVmdCI6MC4wLCJSaWdodCI6MC4wLCJCb3R0b20iOjAuMH0sIlBhZGRpbmciOnsiJGlkIjoiMzk4NyIsIlRvcCI6MC4wLCJMZWZ0IjowLjAsIlJpZ2h0IjowLjAsIkJvdHRvbSI6MC4wfSwiQmFja2dyb3VuZCI6bnVsbCwiSXNWaXNpYmxlIjp0cnVlLCJXaWR0aCI6MC4wLCJIZWlnaHQiOjAuMCwiQm9yZGVyU3R5bGUiOm51bGwsIlBhcmVudFN0eWxlIjpudWxsfSwiU2hhcGVTdHlsZSI6eyIkaWQiOiIzOTg4IiwiTWFyZ2luIjp7IiRpZCI6IjM5ODkiLCJUb3AiOjAuMCwiTGVmdCI6NC4wLCJSaWdodCI6NC4wLCJCb3R0b20iOjAuMH0sIlBhZGRpbmciOnsiJGlkIjoiMzk5MCIsIlRvcCI6MC4wLCJMZWZ0IjowLjAsIlJpZ2h0IjowLjAsIkJvdHRvbSI6MC4wfSwiQmFja2dyb3VuZCI6eyIkaWQiOiIzOTkxIiwiQ29sb3IiOnsiJGlkIjoiMzk5MiIsIkEiOjI1NSwiUiI6MjA2LCJHIjoxNDYsIkIiOjB9fSwiSXNWaXNpYmxlIjp0cnVlLCJXaWR0aCI6MjE4LjAsIkhlaWdodCI6MTAuMCwiQm9yZGVyU3R5bGUiOnsiJGlkIjoiMzk5MyIsIkxpbmVDb2xvciI6eyIkaWQiOiIzOTk0IiwiJHR5cGUiOiJOTFJFLkNvbW1vbi5Eb20uU29saWRDb2xvckJydXNoLCBOTFJFLkNvbW1vbiIsIkNvbG9yIjp7IiRpZCI6IjM5OTUiLCJBIjoyNTUsIlIiOjIzNCwiRyI6MjIsIkIiOjMwfX0sIkxpbmVXZWlnaHQiOjAuMCwiTGluZVR5cGUiOjAsIlBhcmVudFN0eWxlIjpudWxsfSwiUGFyZW50U3R5bGUiOm51bGx9LCJUaXRsZVN0eWxlIjp7IiRpZCI6IjM5OTYiLCJGb250U2V0dGluZ3MiOnsiJGlkIjoiMzk5NyIsIkZvbnRTaXplIjoxMSwiRm9udE5hbWUiOiJDYWxpYnJpIiwiSXNCb2xkIjpmYWxzZSwiSXNJdGFsaWMiOmZhbHNlLCJJc1VuZGVybGluZWQiOmZhbHNlLCJQYXJlbnRTdHlsZSI6bnVsbH0sIkF1dG9TaXplIjoyLCJGb3JlZ3JvdW5kIjp7IiRpZCI6IjM5OTgiLCJDb2xvciI6eyIkaWQiOiIzOTk5IiwiQSI6MjU1LCJSIjo3MiwiRyI6NzIsIkIiOjcyfX0sIk1heFdpZHRoIjoyMDUuMzgwMjg0NTA0Mjc4MjIsIk1heEhlaWdodCI6IkluZmluaXR5IiwiU21hcnRGb3JlZ3JvdW5kSXNBY3RpdmUiOmZhbHNlLCJIb3Jpem9udGFsQWxpZ25tZW50IjoxLCJWZXJ0aWNhbEFsaWdubWVudCI6MCwiU21hcnRGb3JlZ3JvdW5kIjpudWxsLCJCYWNrZ3JvdW5kRmlsbFR5cGUiOjAsIk1hcmdpbiI6eyIkaWQiOiI0MDAwIiwiVG9wIjowLjAsIkxlZnQiOjAuMCwiUmlnaHQiOjAuMCwiQm90dG9tIjowLjB9LCJQYWRkaW5nIjp7IiRpZCI6IjQwMDEiLCJUb3AiOjAuMCwiTGVmdCI6MC4wLCJSaWdodCI6MC4wLCJCb3R0b20iOjAuMH0sIkJhY2tncm91bmQiOnsiJGlkIjoiNDAwMiIsIkNvbG9yIjp7IiRpZCI6IjQwMDMiLCJBIjowLCJSIjoyNTUsIkciOjI1NSwiQiI6MjU1fX0sIklzVmlzaWJsZSI6dHJ1ZSwiV2lkdGgiOjAuMCwiSGVpZ2h0IjowLjAsIkJvcmRlclN0eWxlIjp7IiRpZCI6IjQwMDQiLCJMaW5lQ29sb3IiOm51bGwsIkxpbmVXZWlnaHQiOjAuMCwiTGluZVR5cGUiOjAsIlBhcmVudFN0eWxlIjpudWxsfSwiUGFyZW50U3R5bGUiOm51bGx9LCJEYXRlU3R5bGUiOnsiJGlkIjoiNDAwNSIsIkZvbnRTZXR0aW5ncyI6eyIkaWQiOiI0MDA2IiwiRm9udFNpemUiOjEwLCJGb250TmFtZSI6IkNhbGlicmkiLCJJc0JvbGQiOmZhbHNlLCJJc0l0YWxpYyI6ZmFsc2UsIklzVW5kZXJsaW5lZCI6ZmFsc2UsIlBhcmVudFN0eWxlIjpudWxsfSwiQXV0b1NpemUiOjAsIkZvcmVncm91bmQiOnsiJGlkIjoiNDAwNyIsIkNvbG9yIjp7IiRpZCI6IjQwMD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wMDkiLCJUb3AiOjAuMCwiTGVmdCI6MC4wLCJSaWdodCI6MC4wLCJCb3R0b20iOjAuMH0sIlBhZGRpbmciOnsiJGlkIjoiNDAxMCIsIlRvcCI6MC4wLCJMZWZ0IjowLjAsIlJpZ2h0IjowLjAsIkJvdHRvbSI6MC4wfSwiQmFja2dyb3VuZCI6eyIkaWQiOiI0MDExIiwiQ29sb3IiOnsiJGlkIjoiNDAxMiIsIkEiOjg5LCJSIjowLCJHIjowLCJCIjowfX0sIklzVmlzaWJsZSI6dHJ1ZSwiV2lkdGgiOjAuMCwiSGVpZ2h0IjowLjAsIkJvcmRlclN0eWxlIjp7IiRpZCI6IjQwMTMiLCJMaW5lQ29sb3IiOm51bGwsIkxpbmVXZWlnaHQiOjAuMCwiTGluZVR5cGUiOjAsIlBhcmVudFN0eWxlIjpudWxsfSwiUGFyZW50U3R5bGUiOm51bGx9LCJEYXRlRm9ybWF0Ijp7IiRpZCI6IjQwM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AxNSIsIkZvcm1hdCI6MCwiSXNWaXNpYmxlIjpmYWxzZSwiTGFzdEtub3duVmlzaWJpbGl0eVN0YXRlIjpmYWxzZX0sIklzVmlzaWJsZSI6dHJ1ZSwiVmFyaWFuY2VTdHlsZSI6eyIkaWQiOiI0MDE2IiwiVGV4dFN0eWxlIjp7IiRpZCI6IjQwMTciLCJGb250U2V0dGluZ3MiOnsiJGlkIjoiNDAxOCIsIkZvbnRTaXplIjoxMCwiRm9udE5hbWUiOiJDYWxpYnJpIiwiSXNCb2xkIjpmYWxzZSwiSXNJdGFsaWMiOmZhbHNlLCJJc1VuZGVybGluZWQiOmZhbHNlLCJQYXJlbnRTdHlsZSI6bnVsbH0sIkF1dG9TaXplIjowLCJGb3JlZ3JvdW5kIjp7IiRpZCI6IjQwMTkiLCJDb2xvciI6eyIkaWQiOiI0MDI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wMjEiLCJUb3AiOjAuMCwiTGVmdCI6MC4wLCJSaWdodCI6MC4wLCJCb3R0b20iOjAuMH0sIlBhZGRpbmciOnsiJGlkIjoiNDAyMiIsIlRvcCI6MC4wLCJMZWZ0IjowLjAsIlJpZ2h0IjowLjAsIkJvdHRvbSI6MC4wfSwiQmFja2dyb3VuZCI6eyIkaWQiOiI0MDIzIiwiQ29sb3IiOnsiJGlkIjoiNDAyNCIsIkEiOjUwLCJSIjowLCJHIjowLCJCIjowfX0sIklzVmlzaWJsZSI6dHJ1ZSwiV2lkdGgiOjAuMCwiSGVpZ2h0IjowLjAsIkJvcmRlclN0eWxlIjpudWxsLCJQYXJlbnRTdHlsZSI6bnVsbH0sIlBhcmVudFN0eWxlIjpudWxsfSwiUGFyZW50U3R5bGUiOm51bGx9LCJJbmRleCI6NDQsIlNtYXJ0RHVyYXRpb25BY3RpdmF0ZWQiOmZhbHNlLCJEYXRlRm9ybWF0Ijp7IiRyZWYiOiI0MDE0In0sIldlZWtOdW1iZXJpbmciOnsiJGlkIjoiNDAyNSIsIkZvcm1hdCI6MCwiSXNWaXNpYmxlIjpmYWxzZSwiTGFzdEtub3duVmlzaWJpbGl0eVN0YXRlIjpmYWxzZX0sIkJhc2VsaW5lRGF0YSI6eyIkaWQiOiI0MDI2IiwiU3RhcnREYXRlIjoiMjAyNi0xMC0wMVQyMzo1OTowMCIsIkVuZERhdGUiOiIyMDI2LTEyLTMxVDIzOjU5OjAwIn0sIklkIjoiYjAwODRiN2EtYjE5Zi00NTRhLWI5MTAtNThlNTljZTAzNjA0IiwiSW1wb3J0SWQiOm51bGwsIlRpdGxlIjoiSm9zZWxpdG8gU2ltIEludGVncmF0aW9uICsgwr9yZWFsIGZsaWhndHM/IiwiTm90ZSI6bnVsbCwiSHlwZXJsaW5rIjp7IiRpZCI6IjQwMjciLCJBZGRyZXNzIjoiIiwiU3ViQWRkcmVzcyI6IiJ9LCJJc0NoYW5nZWQiOmZhbHNlLCJJc05ldyI6ZmFsc2V9fV0sIl9taWxlc3RvbmVzIjpbXSwiSWQiOiIwMDAwMDAwMC0wMDAwLTAwMDAtMDAwMC0wMDAwMDAwMDAwMDAiLCJJc1NpbmdsZUl0ZW1Sb3ciOnRydWV9XSwiSW5kZXgiOjAsIklkIjoiOGU1YzdkNzktY2JlMi00Mzk1LTg1ZDQtY2JiNTM2MzBlN2Q2IiwiSGVhZGVyVGV4dCI6bnVsbCwiSXNEZWZhdWx0Ijp0cnVlLCJTdHlsZSI6eyIkaWQiOiI0MDI4IiwiSGVhZGVyU3R5bGUiOnsiJGlkIjoiNDAyOSIsIlRleHRTdHlsZSI6eyIkaWQiOiI0MDMwIiwiRm9udFNldHRpbmdzIjp7IiRpZCI6IjQwMzEiLCJGb250U2l6ZSI6MTIsIkZvbnROYW1lIjoiQ2FsaWJyaSIsIklzQm9sZCI6ZmFsc2UsIklzSXRhbGljIjpmYWxzZSwiSXNVbmRlcmxpbmVkIjpmYWxzZSwiUGFyZW50U3R5bGUiOm51bGx9LCJBdXRvU2l6ZSI6MCwiRm9yZWdyb3VuZCI6eyIkaWQiOiI0MDMyIiwiQ29sb3IiOnsiJGlkIjoiNDAzMyIsIkEiOjI1NSwiUiI6MCwiRyI6MCwiQiI6MH19LCJNYXhXaWR0aCI6MC4wLCJNYXhIZWlnaHQiOjAuMCwiU21hcnRGb3JlZ3JvdW5kSXNBY3RpdmUiOmZhbHNlLCJIb3Jpem9udGFsQWxpZ25tZW50IjowLCJWZXJ0aWNhbEFsaWdubWVudCI6MCwiU21hcnRGb3JlZ3JvdW5kIjpudWxsLCJCYWNrZ3JvdW5kRmlsbFR5cGUiOjAsIk1hcmdpbiI6eyIkaWQiOiI0MDM0IiwiVG9wIjowLjAsIkxlZnQiOjAuMCwiUmlnaHQiOjAuMCwiQm90dG9tIjowLjB9LCJQYWRkaW5nIjp7IiRpZCI6IjQwMzUiLCJUb3AiOjAuMCwiTGVmdCI6MC4wLCJSaWdodCI6MC4wLCJCb3R0b20iOjAuMH0sIkJhY2tncm91bmQiOm51bGwsIklzVmlzaWJsZSI6ZmFsc2UsIldpZHRoIjowLjAsIkhlaWdodCI6MC4wLCJCb3JkZXJTdHlsZSI6bnVsbCwiUGFyZW50U3R5bGUiOm51bGx9LCJSZWN0YW5nbGVTdHlsZSI6eyIkaWQiOiI0MDM2IiwiTWFyZ2luIjp7IiRpZCI6IjQwMzciLCJUb3AiOjAuMCwiTGVmdCI6MC4wLCJSaWdodCI6MC4wLCJCb3R0b20iOjAuMH0sIlBhZGRpbmciOnsiJGlkIjoiNDAzOCIsIlRvcCI6MC4wLCJMZWZ0IjowLjAsIlJpZ2h0IjowLjAsIkJvdHRvbSI6MC4wfSwiQmFja2dyb3VuZCI6eyIkaWQiOiI0MDM5IiwiQ29sb3IiOnsiJGlkIjoiNDA0MCIsIkEiOjYzLCJSIjoyNTUsIkciOjE5MiwiQiI6MH19LCJJc1Zpc2libGUiOmZhbHNlLCJXaWR0aCI6MC4wLCJIZWlnaHQiOjAuMCwiQm9yZGVyU3R5bGUiOnsiJGlkIjoiNDA0MSIsIkxpbmVDb2xvciI6eyIkaWQiOiI0MDQyIiwiJHR5cGUiOiJOTFJFLkNvbW1vbi5Eb20uU29saWRDb2xvckJydXNoLCBOTFJFLkNvbW1vbiIsIkNvbG9yIjp7IiRpZCI6IjQwNDMiLCJBIjoyNTUsIlIiOjI1NSwiRyI6MCwiQiI6MH19LCJMaW5lV2VpZ2h0IjowLjAsIkxpbmVUeXBlIjowLCJQYXJlbnRTdHlsZSI6bnVsbH0sIlBhcmVudFN0eWxlIjpudWxsfSwiTWFyZ2luIjp7IiRpZCI6IjQwNDQiLCJUb3AiOjAuMCwiTGVmdCI6MC4wLCJSaWdodCI6MC4wLCJCb3R0b20iOjAuMH0sIlBhZGRpbmciOnsiJGlkIjoiNDA0NSIsIlRvcCI6MC4wLCJMZWZ0IjowLjAsIlJpZ2h0IjowLjAsIkJvdHRvbSI6MC4wfSwiQmFja2dyb3VuZCI6bnVsbCwiSXNWaXNpYmxlIjp0cnVlLCJXaWR0aCI6MC4wLCJIZWlnaHQiOjAuMCwiQm9yZGVyU3R5bGUiOm51bGwsIlBhcmVudFN0eWxlIjpudWxsfSwiQmFja2dyb3VuZFN0eWxlIjp7IiRpZCI6IjQwNDYiLCJNYXJnaW4iOnsiJGlkIjoiNDA0NyIsIlRvcCI6MC4wLCJMZWZ0IjowLjAsIlJpZ2h0IjowLjAsIkJvdHRvbSI6MC4wfSwiUGFkZGluZyI6eyIkaWQiOiI0MDQ4IiwiVG9wIjowLjAsIkxlZnQiOjAuMCwiUmlnaHQiOjAuMCwiQm90dG9tIjowLjB9LCJCYWNrZ3JvdW5kIjp7IiRpZCI6IjQwNDkiLCJDb2xvciI6eyIkaWQiOiI0MDUwIiwiQSI6MzgsIlIiOjI1NSwiRyI6MTkyLCJCIjowfX0sIklzVmlzaWJsZSI6dHJ1ZSwiV2lkdGgiOjAuMCwiSGVpZ2h0IjowLjAsIkJvcmRlclN0eWxlIjp7IiRpZCI6IjQwNTEiLCJMaW5lQ29sb3IiOnsiJGlkIjoiNDA1MiIsIiR0eXBlIjoiTkxSRS5Db21tb24uRG9tLlNvbGlkQ29sb3JCcnVzaCwgTkxSRS5Db21tb24iLCJDb2xvciI6eyIkaWQiOiI0MDUzIiwiQSI6MjU1LCJSIjoyMzQsIkciOjIyLCJCIjozMH19LCJMaW5lV2VpZ2h0IjowLjAsIkxpbmVUeXBlIjowLCJQYXJlbnRTdHlsZSI6bnVsbH0sIlBhcmVudFN0eWxlIjpudWxsfSwiTWFyZ2luIjp7IiRpZCI6IjQwNTQiLCJUb3AiOjAuMCwiTGVmdCI6MC4wLCJSaWdodCI6MC4wLCJCb3R0b20iOjAuMH0sIlBhZGRpbmciOnsiJGlkIjoiNDA1NSIsIlRvcCI6MC4wLCJMZWZ0IjowLjAsIlJpZ2h0IjowLjAsIkJvdHRvbSI6MC4wfSwiSXNWaXNpYmxlIjp0cnVlLCJXaWR0aCI6MC4wLCJIZWlnaHQiOjAuMCwiQm9yZGVyU3R5bGUiOnsiJGlkIjoiNDA1NiIsIkxpbmVDb2xvciI6bnVsbCwiTGluZVdlaWdodCI6MC4wLCJMaW5lVHlwZSI6MCwiUGFyZW50U3R5bGUiOm51bGx9LCJQYXJlbnRTdHlsZSI6bnVsbH19XSwiSWQiOiIzZmU3ZjBiNy0xZjU5LTQ5MzctYTkyMC03NzllYjI4YjA5ZjAiLCJJbmRleCI6MiwiSGVhZGVyVGV4dCI6IkF1dG9ub211cyBOYXZpZ2F0aW9uIChBZXJvc3RhY2syKVxyXG4oVVBNKSIsIlN0eWxlIjp7IiRpZCI6IjQwNTciLCJTdHlsZUlkIjoiMDAwMDAwMDAtMDAwMC0wMDAwLTAwMDAtMDAwMDAwMDAwMDAwIiwiSGVhZGVyU3R5bGUiOnsiJGlkIjoiNDA1OCIsIlRleHRJc1ZlcnRpY2FsIjpmYWxzZSwiVGV4dFN0eWxlIjp7IiRpZCI6IjQwNTkiLCJGb250U2V0dGluZ3MiOnsiJGlkIjoiNDA2MCIsIkZvbnRTaXplIjoxMCwiRm9udE5hbWUiOiJGcmFua2xpbiBHb3RoaWMgTWVkaXVtIiwiSXNCb2xkIjpmYWxzZSwiSXNJdGFsaWMiOmZhbHNlLCJJc1VuZGVybGluZWQiOmZhbHNlLCJQYXJlbnRTdHlsZSI6bnVsbH0sIkF1dG9TaXplIjoyLCJGb3JlZ3JvdW5kIjp7IiRpZCI6IjQwNjEiLCJDb2xvciI6eyIkaWQiOiI0MDYyIiwiQSI6MjU1LCJSIjoxMTgsIkciOjkwLCJCIjowfX0sIk1heFdpZHRoIjoxODIuNzI0Mjc3MjI3NzEsIk1heEhlaWdodCI6IkluZmluaXR5IiwiU21hcnRGb3JlZ3JvdW5kSXNBY3RpdmUiOmZhbHNlLCJIb3Jpem9udGFsQWxpZ25tZW50IjowLCJWZXJ0aWNhbEFsaWdubWVudCI6MCwiU21hcnRGb3JlZ3JvdW5kIjpudWxsLCJCYWNrZ3JvdW5kRmlsbFR5cGUiOjAsIk1hcmdpbiI6eyIkaWQiOiI0MDYzIiwiVG9wIjowLjAsIkxlZnQiOjAuMCwiUmlnaHQiOjAuMCwiQm90dG9tIjowLjB9LCJQYWRkaW5nIjp7IiRpZCI6IjQwNjQiLCJUb3AiOjAuMCwiTGVmdCI6MC4wLCJSaWdodCI6MC4wLCJCb3R0b20iOjAuMH0sIkJhY2tncm91bmQiOm51bGwsIklzVmlzaWJsZSI6ZmFsc2UsIldpZHRoIjowLjAsIkhlaWdodCI6MC4wLCJCb3JkZXJTdHlsZSI6bnVsbCwiUGFyZW50U3R5bGUiOm51bGx9LCJSZWN0YW5nbGVTdHlsZSI6eyIkaWQiOiI0MDY1IiwiTWFyZ2luIjp7IiRpZCI6IjQwNjYiLCJUb3AiOjAuMCwiTGVmdCI6MC4wLCJSaWdodCI6MC4wLCJCb3R0b20iOjAuMH0sIlBhZGRpbmciOnsiJGlkIjoiNDA2NyIsIlRvcCI6MC4wLCJMZWZ0IjowLjAsIlJpZ2h0IjowLjAsIkJvdHRvbSI6MC4wfSwiQmFja2dyb3VuZCI6eyIkaWQiOiI0MDY4IiwiQ29sb3IiOnsiJGlkIjoiNDA2OSIsIkEiOjEyNywiUiI6MjU1LCJHIjoxOTIsIkIiOjB9fSwiSXNWaXNpYmxlIjp0cnVlLCJXaWR0aCI6MC4wLCJIZWlnaHQiOjAuMCwiQm9yZGVyU3R5bGUiOnsiJGlkIjoiNDA3MCIsIkxpbmVDb2xvciI6eyIkaWQiOiI0MDcxIiwiJHR5cGUiOiJOTFJFLkNvbW1vbi5Eb20uU29saWRDb2xvckJydXNoLCBOTFJFLkNvbW1vbiIsIkNvbG9yIjp7IiRpZCI6IjQwNzIiLCJBIjoyNTUsIlIiOjI1NSwiRyI6MCwiQiI6MH19LCJMaW5lV2VpZ2h0IjowLjAsIkxpbmVUeXBlIjowLCJQYXJlbnRTdHlsZSI6bnVsbH0sIlBhcmVudFN0eWxlIjpudWxsfSwiTWFyZ2luIjp7IiRpZCI6IjQwNzMiLCJUb3AiOjAuMCwiTGVmdCI6MC4wLCJSaWdodCI6MC4wLCJCb3R0b20iOjAuMH0sIlBhZGRpbmciOnsiJGlkIjoiNDA3NCIsIlRvcCI6MC4wLCJMZWZ0IjowLjAsIlJpZ2h0IjowLjAsIkJvdHRvbSI6MC4wfSwiQmFja2dyb3VuZCI6bnVsbCwiSXNWaXNpYmxlIjp0cnVlLCJXaWR0aCI6MC4wLCJIZWlnaHQiOjAuMCwiQm9yZGVyU3R5bGUiOm51bGwsIlBhcmVudFN0eWxlIjpudWxsfSwiQmFja2dyb3VuZFN0eWxlIjp7IiRpZCI6IjQwNzUiLCJNYXJnaW4iOnsiJGlkIjoiNDA3NiIsIlRvcCI6MC4wLCJMZWZ0IjowLjAsIlJpZ2h0IjowLjAsIkJvdHRvbSI6MC4wfSwiUGFkZGluZyI6eyIkaWQiOiI0MDc3IiwiVG9wIjowLjAsIkxlZnQiOjAuMCwiUmlnaHQiOjAuMCwiQm90dG9tIjowLjB9LCJCYWNrZ3JvdW5kIjp7IiRpZCI6IjQwNzgiLCJDb2xvciI6eyIkaWQiOiI0MDc5IiwiQSI6MzgsIlIiOjI1NSwiRyI6MTkyLCJCIjowfX0sIklzVmlzaWJsZSI6dHJ1ZSwiV2lkdGgiOjAuMCwiSGVpZ2h0IjowLjAsIkJvcmRlclN0eWxlIjp7IiRpZCI6IjQwODAiLCJMaW5lQ29sb3IiOnsiJGlkIjoiNDA4MSIsIiR0eXBlIjoiTkxSRS5Db21tb24uRG9tLlNvbGlkQ29sb3JCcnVzaCwgTkxSRS5Db21tb24iLCJDb2xvciI6eyIkaWQiOiI0MDgyIiwiQSI6MjU1LCJSIjoyMzQsIkciOjIyLCJCIjozMH19LCJMaW5lV2VpZ2h0IjowLjAsIkxpbmVUeXBlIjowLCJQYXJlbnRTdHlsZSI6bnVsbH0sIlBhcmVudFN0eWxlIjpudWxsfSwiSXNBYm92ZVRpbWViYW5kIjpmYWxzZSwiU3BhY2luZyI6MiwiRGVmYXVsdFN3aW1sYW5lVGFza1N0eWxlIjp7IiRpZCI6IjQwODMiLCIkdHlwZSI6Ik5MUkUuQ29tbW9uLkRvbS5TdHlsZXMuRXhwbGljaXRTZXRhYmxlVGFza1N0eWxlLCBOTFJFLkNvbW1vbiIsIlNoYXBlIjo2LCJTaGFwZVRoaWNrbmVzcyI6MSwiRHVyYXRpb25Gb3JtYXQiOjAsIkluY2x1ZGVOb25Xb3JraW5nRGF5c0luRHVyYXRpb24iOmZhbHNlLCJQZXJjZW50YWdlQ29tcGxldGVTdHlsZSI6eyIkaWQiOiI0MDg0IiwiRm9udFNldHRpbmdzIjp7IiRpZCI6IjQwODUiLCJGb250U2l6ZSI6MTAsIkZvbnROYW1lIjoiQ2FsaWJyaSIsIklzQm9sZCI6ZmFsc2UsIklzSXRhbGljIjpmYWxzZSwiSXNVbmRlcmxpbmVkIjpmYWxzZSwiUGFyZW50U3R5bGUiOm51bGx9LCJBdXRvU2l6ZSI6MCwiRm9yZWdyb3VuZCI6eyIkaWQiOiI0MDg2IiwiQ29sb3IiOnsiJGlkIjoiNDA4N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wODgiLCJUb3AiOjAuMCwiTGVmdCI6MC4wLCJSaWdodCI6MC4wLCJCb3R0b20iOjAuMH0sIlBhZGRpbmciOnsiJGlkIjoiNDA4OSIsIlRvcCI6MC4wLCJMZWZ0IjowLjAsIlJpZ2h0IjowLjAsIkJvdHRvbSI6MC4wfSwiQmFja2dyb3VuZCI6eyIkaWQiOiI0MDkwIiwiQ29sb3IiOnsiJGlkIjoiNDA5MSIsIkEiOjg5LCJSIjowLCJHIjowLCJCIjowfX0sIklzVmlzaWJsZSI6dHJ1ZSwiV2lkdGgiOjAuMCwiSGVpZ2h0IjowLjAsIkJvcmRlclN0eWxlIjp7IiRpZCI6IjQwOTIiLCJMaW5lQ29sb3IiOm51bGwsIkxpbmVXZWlnaHQiOjAuMCwiTGluZVR5cGUiOjAsIlBhcmVudFN0eWxlIjpudWxsfSwiUGFyZW50U3R5bGUiOm51bGx9LCJEdXJhdGlvblN0eWxlIjp7IiRpZCI6IjQwOTMiLCJGb250U2V0dGluZ3MiOnsiJGlkIjoiNDA5NCIsIkZvbnRTaXplIjoxMCwiRm9udE5hbWUiOiJDYWxpYnJpIiwiSXNCb2xkIjpmYWxzZSwiSXNJdGFsaWMiOmZhbHNlLCJJc1VuZGVybGluZWQiOmZhbHNlLCJQYXJlbnRTdHlsZSI6bnVsbH0sIkF1dG9TaXplIjowLCJGb3JlZ3JvdW5kIjp7IiRpZCI6IjQwOTUiLCJDb2xvciI6eyIkaWQiOiI0MDk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A5NyIsIlRvcCI6MC4wLCJMZWZ0IjowLjAsIlJpZ2h0IjowLjAsIkJvdHRvbSI6MC4wfSwiUGFkZGluZyI6eyIkaWQiOiI0MDk4IiwiVG9wIjowLjAsIkxlZnQiOjAuMCwiUmlnaHQiOjAuMCwiQm90dG9tIjowLjB9LCJCYWNrZ3JvdW5kIjp7IiRpZCI6IjQwOTkiLCJDb2xvciI6eyIkaWQiOiI0MTAwIiwiQSI6ODksIlIiOjAsIkciOjAsIkIiOjB9fSwiSXNWaXNpYmxlIjp0cnVlLCJXaWR0aCI6MC4wLCJIZWlnaHQiOjAuMCwiQm9yZGVyU3R5bGUiOnsiJGlkIjoiNDEwMSIsIkxpbmVDb2xvciI6bnVsbCwiTGluZVdlaWdodCI6MC4wLCJMaW5lVHlwZSI6MCwiUGFyZW50U3R5bGUiOm51bGx9LCJQYXJlbnRTdHlsZSI6bnVsbH0sIkhvcml6b250YWxDb25uZWN0b3JTdHlsZSI6eyIkaWQiOiI0MTAyIiwiTGluZUNvbG9yIjp7IiRpZCI6IjQxMDMiLCIkdHlwZSI6Ik5MUkUuQ29tbW9uLkRvbS5Tb2xpZENvbG9yQnJ1c2gsIE5MUkUuQ29tbW9uIiwiQ29sb3IiOnsiJGlkIjoiNDEwNCIsIkEiOjI1NSwiUiI6MjA0LCJHIjoyMDQsIkIiOjIwNH19LCJMaW5lV2VpZ2h0IjoxLjAsIkxpbmVUeXBlIjowLCJQYXJlbnRTdHlsZSI6bnVsbH0sIlZlcnRpY2FsQ29ubmVjdG9yU3R5bGUiOnsiJGlkIjoiNDEwNSIsIkxpbmVDb2xvciI6eyIkaWQiOiI0MTA2IiwiJHR5cGUiOiJOTFJFLkNvbW1vbi5Eb20uU29saWRDb2xvckJydXNoLCBOTFJFLkNvbW1vbiIsIkNvbG9yIjp7IiRpZCI6IjQxMDc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ZhcmlhbmNlUG9zaXRpb24iOjYsIlNwYWNpbmciOjUsIklzQmVsb3dUaW1lYmFuZCI6dHJ1ZSwiUGVyY2VudGFnZUNvbXBsZXRlU2hhcGVPcGFjaXR5IjozNSwiQmFzZWxpbmVTdHlsZSI6eyIkaWQiOiI0MTA4IiwiU2hhcGVTdHlsZSI6eyIkaWQiOiI0MTA5IiwiTWFyZ2luIjp7IiRpZCI6IjQxMTAiLCJUb3AiOjAuMCwiTGVmdCI6MC4wLCJSaWdodCI6MC4wLCJCb3R0b20iOjAuMH0sIlBhZGRpbmciOnsiJGlkIjoiNDExMSIsIlRvcCI6MC4wLCJMZWZ0IjowLjAsIlJpZ2h0IjowLjAsIkJvdHRvbSI6MC4wfSwiQmFja2dyb3VuZCI6eyIkaWQiOiI0MTEyIiwiQ29sb3IiOnsiJGlkIjoiNDExMyIsIkEiOjE1MywiUiI6MCwiRyI6MCwiQiI6MH19LCJJc1Zpc2libGUiOnRydWUsIldpZHRoIjowLjAsIkhlaWdodCI6MC4wLCJCb3JkZXJTdHlsZSI6eyIkaWQiOiI0MTE0IiwiTGluZUNvbG9yIjp7IiRpZCI6IjQxMTUiLCIkdHlwZSI6Ik5MUkUuQ29tbW9uLkRvbS5Tb2xpZENvbG9yQnJ1c2gsIE5MUkUuQ29tbW9uIiwiQ29sb3IiOnsiJGlkIjoiNDExNiIsIkEiOjI1NSwiUiI6MjU1LCJHIjowLCJCIjowfX0sIkxpbmVXZWlnaHQiOjAuMCwiTGluZVR5cGUiOjAsIlBhcmVudFN0eWxlIjpudWxsfSwiUGFyZW50U3R5bGUiOm51bGx9LCJNYXJnaW4iOnsiJGlkIjoiNDExNyIsIlRvcCI6MC4wLCJMZWZ0IjowLjAsIlJpZ2h0IjowLjAsIkJvdHRvbSI6MC4wfSwiUGFkZGluZyI6eyIkaWQiOiI0MTE4IiwiVG9wIjowLjAsIkxlZnQiOjAuMCwiUmlnaHQiOjAuMCwiQm90dG9tIjowLjB9LCJCYWNrZ3JvdW5kIjpudWxsLCJJc1Zpc2libGUiOnRydWUsIldpZHRoIjowLjAsIkhlaWdodCI6MC4wLCJCb3JkZXJTdHlsZSI6bnVsbCwiUGFyZW50U3R5bGUiOm51bGx9LCJTaGFwZVN0eWxlIjp7IiRpZCI6IjQxMTkiLCJNYXJnaW4iOnsiJGlkIjoiNDEyMCIsIlRvcCI6MC4wLCJMZWZ0Ijo0LjAsIlJpZ2h0Ijo0LjAsIkJvdHRvbSI6MC4wfSwiUGFkZGluZyI6eyIkaWQiOiI0MTIxIiwiVG9wIjowLjAsIkxlZnQiOjAuMCwiUmlnaHQiOjAuMCwiQm90dG9tIjowLjB9LCJCYWNrZ3JvdW5kIjp7IiRpZCI6IjQxMjIiLCJDb2xvciI6eyIkaWQiOiI0MTIzIiwiQSI6MjU1LCJSIjoyNTQsIkciOjE4NiwiQiI6MTB9fSwiSXNWaXNpYmxlIjp0cnVlLCJXaWR0aCI6MC4wLCJIZWlnaHQiOjE2LjAsIkJvcmRlclN0eWxlIjp7IiRpZCI6IjQxMjQiLCJMaW5lQ29sb3IiOnsiJGlkIjoiNDEyNSIsIiR0eXBlIjoiTkxSRS5Db21tb24uRG9tLlNvbGlkQ29sb3JCcnVzaCwgTkxSRS5Db21tb24iLCJDb2xvciI6eyIkaWQiOiI0MTI2IiwiQSI6MjU1LCJSIjoyMzQsIkciOjIyLCJCIjozMH19LCJMaW5lV2VpZ2h0IjowLjAsIkxpbmVUeXBlIjowLCJQYXJlbnRTdHlsZSI6bnVsbH0sIlBhcmVudFN0eWxlIjpudWxsfSwiVGl0bGVTdHlsZSI6eyIkaWQiOiI0MTI3IiwiRm9udFNldHRpbmdzIjp7IiRpZCI6IjQxMjgiLCJGb250U2l6ZSI6MTEsIkZvbnROYW1lIjoiQ2FsaWJyaSIsIklzQm9sZCI6ZmFsc2UsIklzSXRhbGljIjpmYWxzZSwiSXNVbmRlcmxpbmVkIjpmYWxzZSwiUGFyZW50U3R5bGUiOm51bGx9LCJBdXRvU2l6ZSI6MCwiRm9yZWdyb3VuZCI6eyIkaWQiOiI0MTI5IiwiQ29sb3IiOnsiJGlkIjoiNDEzMCIsIkEiOjI1NSwiUiI6NzIsIkciOjcyLCJCIjo3Mn19LCJNYXhXaWR0aCI6MjAwLjAsIk1heEhlaWdodCI6IkluZmluaXR5IiwiU21hcnRGb3JlZ3JvdW5kSXNBY3RpdmUiOmZhbHNlLCJIb3Jpem9udGFsQWxpZ25tZW50IjoxLCJWZXJ0aWNhbEFsaWdubWVudCI6MCwiU21hcnRGb3JlZ3JvdW5kIjpudWxsLCJCYWNrZ3JvdW5kRmlsbFR5cGUiOjAsIk1hcmdpbiI6eyIkaWQiOiI0MTMxIiwiVG9wIjowLjAsIkxlZnQiOjAuMCwiUmlnaHQiOjAuMCwiQm90dG9tIjowLjB9LCJQYWRkaW5nIjp7IiRpZCI6IjQxMzIiLCJUb3AiOjAuMCwiTGVmdCI6MC4wLCJSaWdodCI6MC4wLCJCb3R0b20iOjAuMH0sIkJhY2tncm91bmQiOnsiJGlkIjoiNDEzMyIsIkNvbG9yIjp7IiRpZCI6IjQxMzQiLCJBIjo4OSwiUiI6MCwiRyI6MCwiQiI6MH19LCJJc1Zpc2libGUiOnRydWUsIldpZHRoIjowLjAsIkhlaWdodCI6MC4wLCJCb3JkZXJTdHlsZSI6eyIkaWQiOiI0MTM1IiwiTGluZUNvbG9yIjpudWxsLCJMaW5lV2VpZ2h0IjowLjAsIkxpbmVUeXBlIjowLCJQYXJlbnRTdHlsZSI6bnVsbH0sIlBhcmVudFN0eWxlIjpudWxsfSwiRGF0ZVN0eWxlIjp7IiRpZCI6IjQxMzYiLCJGb250U2V0dGluZ3MiOnsiJGlkIjoiNDEzNyIsIkZvbnRTaXplIjoxMCwiRm9udE5hbWUiOiJDYWxpYnJpIiwiSXNCb2xkIjpmYWxzZSwiSXNJdGFsaWMiOmZhbHNlLCJJc1VuZGVybGluZWQiOmZhbHNlLCJQYXJlbnRTdHlsZSI6bnVsbH0sIkF1dG9TaXplIjowLCJGb3JlZ3JvdW5kIjp7IiRpZCI6IjQxMzgiLCJDb2xvciI6eyIkaWQiOiI0MTM5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TQwIiwiVG9wIjowLjAsIkxlZnQiOjAuMCwiUmlnaHQiOjAuMCwiQm90dG9tIjowLjB9LCJQYWRkaW5nIjp7IiRpZCI6IjQxNDEiLCJUb3AiOjAuMCwiTGVmdCI6MC4wLCJSaWdodCI6MC4wLCJCb3R0b20iOjAuMH0sIkJhY2tncm91bmQiOnsiJGlkIjoiNDE0MiIsIkNvbG9yIjp7IiRpZCI6IjQxNDMiLCJBIjo4OSwiUiI6MCwiRyI6MCwiQiI6MH19LCJJc1Zpc2libGUiOnRydWUsIldpZHRoIjowLjAsIkhlaWdodCI6MC4wLCJCb3JkZXJTdHlsZSI6eyIkaWQiOiI0MTQ0IiwiTGluZUNvbG9yIjpudWxsLCJMaW5lV2VpZ2h0IjowLjAsIkxpbmVUeXBlIjowLCJQYXJlbnRTdHlsZSI6bnVsbH0sIlBhcmVudFN0eWxlIjpudWxsfSwiRGF0ZUZvcm1hdCI6eyIkaWQiOiI0MTQ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xNDYiLCJGb3JtYXQiOjAsIklzVmlzaWJsZSI6ZmFsc2UsIkxhc3RLbm93blZpc2liaWxpdHlTdGF0ZSI6ZmFsc2V9LCJJc1Zpc2libGUiOnRydWUsIlZhcmlhbmNlU3R5bGUiOnsiJGlkIjoiNDE0NyIsIlRleHRTdHlsZSI6eyIkaWQiOiI0MTQ4IiwiRm9udFNldHRpbmdzIjp7IiRpZCI6IjQxNDkiLCJGb250U2l6ZSI6MTAsIkZvbnROYW1lIjoiQ2FsaWJyaSIsIklzQm9sZCI6ZmFsc2UsIklzSXRhbGljIjpmYWxzZSwiSXNVbmRlcmxpbmVkIjpmYWxzZSwiUGFyZW50U3R5bGUiOm51bGx9LCJBdXRvU2l6ZSI6MCwiRm9yZWdyb3VuZCI6eyIkaWQiOiI0MTUwIiwiQ29sb3IiOnsiJGlkIjoiNDE1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TUyIiwiVG9wIjowLjAsIkxlZnQiOjAuMCwiUmlnaHQiOjAuMCwiQm90dG9tIjowLjB9LCJQYWRkaW5nIjp7IiRpZCI6IjQxNTMiLCJUb3AiOjAuMCwiTGVmdCI6MC4wLCJSaWdodCI6MC4wLCJCb3R0b20iOjAuMH0sIkJhY2tncm91bmQiOnsiJGlkIjoiNDE1NCIsIkNvbG9yIjp7IiRpZCI6IjQxNTUiLCJBIjo1MCwiUiI6MCwiRyI6MCwiQiI6MH19LCJJc1Zpc2libGUiOnRydWUsIldpZHRoIjowLjAsIkhlaWdodCI6MC4wLCJCb3JkZXJTdHlsZSI6bnVsbCwiUGFyZW50U3R5bGUiOm51bGx9LCJQYXJlbnRTdHlsZSI6bnVsbH0sIlBhcmVudFN0eWxlIjpudWxsLCJfZXhwbGljaXRseVNldCI6eyIkaWQiOiI0MTU2IiwiU2hhcGVTdHlsZSI6ZmFsc2UsIlRpdGxlU3R5bGUiOmZhbHNlLCJEYXRlU3R5bGUiOmZhbHNlLCJWYXJpYW5jZVN0eWxlIjpmYWxzZSwiSG9yaXpvbnRhbENvbm5lY3RvclN0eWxlIjpmYWxzZSwiVmVydGljYWxDb25uZWN0b3JTdHlsZSI6ZmFsc2UsIlBlcmNlbnRhZ2VDb21wbGV0ZVNoYXBlT3BhY2l0eSI6ZmFsc2UsIkRhdGVGb3JtYXQiOmZhbHNlLCJJc1Zpc2libGUiOmZhbHNlLCJTaGFwZSI6ZmFsc2UsIlNoYXBlVGhpY2tuZXNz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HVyYXRpb25Gb3JtYXQiOmZhbHNlLCJXZWVrTnVtYmVyaW5nIjpmYWxzZX19LCJEZWZhdWx0U3dpbWxhbmVNb3RTdHlsZSI6eyIkaWQiOiI0MTU3IiwiU2hhcGUiOjIsIkNvbm5lY3Rvck1hcmdpbiI6eyIkaWQiOiI0MTU4IiwiVG9wIjowLjAsIkxlZnQiOjIuMCwiUmlnaHQiOjIuMCwiQm90dG9tIjowLjB9LCJDb25uZWN0b3JTdHlsZSI6eyIkaWQiOiI0MTU5IiwiTGluZUNvbG9yIjp7IiRpZCI6IjQxNjAiLCIkdHlwZSI6Ik5MUkUuQ29tbW9uLkRvbS5Tb2xpZENvbG9yQnJ1c2gsIE5MUkUuQ29tbW9uIiwiQ29sb3IiOnsiJGlkIjoiNDE2MSIsIkEiOjEyNywiUiI6NzksIkciOjEyOSwiQiI6MTg5fX0sIkxpbmVXZWlnaHQiOjEuMCwiTGluZVR5cGUiOjAsIlBhcmVudFN0eWxlIjpudWxsfSwiSXNCZWxvd1RpbWViYW5kIjpmYWxzZSwiUG9zaXRpb25PblRhc2siOjEsIkhpZGVEYXRlIjpmYWxzZSwiU2hhcGVTaXplIjoxLCJTcGFjaW5nIjowLjAsIlBhZGRpbmciOnsiJGlkIjoiNDE2MiIsIlRvcCI6NS4wLCJMZWZ0IjozLjAsIlJpZ2h0IjowLjAsIkJvdHRvbSI6Mi4wfSwiU2hhcGVTdHlsZSI6eyIkaWQiOiI0MTYzIiwiTWFyZ2luIjp7IiRpZCI6IjQxNjQiLCJUb3AiOjAuMCwiTGVmdCI6MC4wLCJSaWdodCI6MC4wLCJCb3R0b20iOjAuMH0sIlBhZGRpbmciOnsiJGlkIjoiNDE2NSIsIlRvcCI6MC4wLCJMZWZ0IjowLjAsIlJpZ2h0IjowLjAsIkJvdHRvbSI6MC4wfSwiQmFja2dyb3VuZCI6eyIkaWQiOiI0MTY2IiwiQ29sb3IiOnsiJGlkIjoiNDE2NyIsIkEiOjEyNywiUiI6MjU1LCJHIjoxOTIsIkIiOjB9fSwiSXNWaXNpYmxlIjp0cnVlLCJXaWR0aCI6MTMuMCwiSGVpZ2h0IjoxMy4wLCJCb3JkZXJTdHlsZSI6eyIkaWQiOiI0MTY4IiwiTGluZUNvbG9yIjp7IiRpZCI6IjQxNjkiLCIkdHlwZSI6Ik5MUkUuQ29tbW9uLkRvbS5Tb2xpZENvbG9yQnJ1c2gsIE5MUkUuQ29tbW9uIiwiQ29sb3IiOnsiJGlkIjoiNDE3MCIsIkEiOjI1NSwiUiI6MjM0LCJHIjoyMiwiQiI6MzB9fSwiTGluZVdlaWdodCI6MC4wLCJMaW5lVHlwZSI6MCwiUGFyZW50U3R5bGUiOm51bGx9LCJQYXJlbnRTdHlsZSI6bnVsbH0sIlRpdGxlU3R5bGUiOnsiJGlkIjoiNDE3MSIsIkZvbnRTZXR0aW5ncyI6eyIkaWQiOiI0MTcyIiwiRm9udFNpemUiOjExLCJGb250TmFtZSI6IkNhbGlicmkiLCJJc0JvbGQiOnRydWUsIklzSXRhbGljIjpmYWxzZSwiSXNVbmRlcmxpbmVkIjpmYWxzZSwiUGFyZW50U3R5bGUiOm51bGx9LCJBdXRvU2l6ZSI6MCwiRm9yZWdyb3VuZCI6eyIkaWQiOiI0MTczIiwiQ29sb3IiOnsiJGlkIjoiNDE3N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Tc1IiwiVG9wIjowLjAsIkxlZnQiOjAuMCwiUmlnaHQiOjAuMCwiQm90dG9tIjowLjB9LCJQYWRkaW5nIjp7IiRpZCI6IjQxNzYiLCJUb3AiOjAuMCwiTGVmdCI6MC4wLCJSaWdodCI6MC4wLCJCb3R0b20iOjAuMH0sIkJhY2tncm91bmQiOnsiJGlkIjoiNDE3NyIsIkNvbG9yIjp7IiRpZCI6IjQxNzgiLCJBIjo4OSwiUiI6MCwiRyI6MCwiQiI6MH19LCJJc1Zpc2libGUiOnRydWUsIldpZHRoIjowLjAsIkhlaWdodCI6MC4wLCJCb3JkZXJTdHlsZSI6eyIkaWQiOiI0MTc5IiwiTGluZUNvbG9yIjpudWxsLCJMaW5lV2VpZ2h0IjowLjAsIkxpbmVUeXBlIjowLCJQYXJlbnRTdHlsZSI6bnVsbH0sIlBhcmVudFN0eWxlIjpudWxsfSwiRGF0ZVN0eWxlIjp7IiRpZCI6IjQxODAiLCJGb250U2V0dGluZ3MiOnsiJGlkIjoiNDE4MSIsIkZvbnRTaXplIjoxMCwiRm9udE5hbWUiOiJDYWxpYnJpIiwiSXNCb2xkIjpmYWxzZSwiSXNJdGFsaWMiOmZhbHNlLCJJc1VuZGVybGluZWQiOmZhbHNlLCJQYXJlbnRTdHlsZSI6bnVsbH0sIkF1dG9TaXplIjowLCJGb3JlZ3JvdW5kIjp7IiRpZCI6IjQxODIiLCJDb2xvciI6eyIkaWQiOiI0MTg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Tg0IiwiVG9wIjowLjAsIkxlZnQiOjAuMCwiUmlnaHQiOjAuMCwiQm90dG9tIjowLjB9LCJQYWRkaW5nIjp7IiRpZCI6IjQxODUiLCJUb3AiOjAuMCwiTGVmdCI6MC4wLCJSaWdodCI6MC4wLCJCb3R0b20iOjAuMH0sIkJhY2tncm91bmQiOnsiJGlkIjoiNDE4NiIsIkNvbG9yIjp7IiRpZCI6IjQxODciLCJBIjo4OSwiUiI6MCwiRyI6MCwiQiI6MH19LCJJc1Zpc2libGUiOnRydWUsIldpZHRoIjowLjAsIkhlaWdodCI6MC4wLCJCb3JkZXJTdHlsZSI6eyIkaWQiOiI0MTg4IiwiTGluZUNvbG9yIjpudWxsLCJMaW5lV2VpZ2h0IjowLjAsIkxpbmVUeXBlIjowLCJQYXJlbnRTdHlsZSI6bnVsbH0sIlBhcmVudFN0eWxlIjpudWxsfSwiRGF0ZUZvcm1hdCI6eyIkaWQiOiI0MTg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xOTAiLCJGb3JtYXQiOjAsIklzVmlzaWJsZSI6ZmFsc2UsIkxhc3RLbm93blZpc2liaWxpdHlTdGF0ZSI6ZmFsc2V9LCJJc1Zpc2libGUiOnRydWUsIlZhcmlhbmNlU3R5bGUiOnsiJGlkIjoiNDE5MSIsIlRleHRTdHlsZSI6eyIkaWQiOiI0MTkyIiwiRm9udFNldHRpbmdzIjp7IiRpZCI6IjQxOTMiLCJGb250U2l6ZSI6MTAsIkZvbnROYW1lIjoiQ2FsaWJyaSIsIklzQm9sZCI6ZmFsc2UsIklzSXRhbGljIjpmYWxzZSwiSXNVbmRlcmxpbmVkIjpmYWxzZSwiUGFyZW50U3R5bGUiOm51bGx9LCJBdXRvU2l6ZSI6MCwiRm9yZWdyb3VuZCI6eyIkaWQiOiI0MTk0IiwiQ29sb3IiOnsiJGlkIjoiNDE5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Tk2IiwiVG9wIjowLjAsIkxlZnQiOjAuMCwiUmlnaHQiOjAuMCwiQm90dG9tIjowLjB9LCJQYWRkaW5nIjp7IiRpZCI6IjQxOTciLCJUb3AiOjAuMCwiTGVmdCI6MC4wLCJSaWdodCI6MC4wLCJCb3R0b20iOjAuMH0sIkJhY2tncm91bmQiOnsiJGlkIjoiNDE5OCIsIkNvbG9yIjp7IiRpZCI6IjQxOTkiLCJBIjo1MCwiUiI6MCwiRyI6MCwiQiI6MH19LCJJc1Zpc2libGUiOnRydWUsIldpZHRoIjowLjAsIkhlaWdodCI6MC4wLCJCb3JkZXJTdHlsZSI6bnVsbCwiUGFyZW50U3R5bGUiOm51bGx9LCJQYXJlbnRTdHlsZSI6bnVsbH0sIlBhcmVudFN0eWxlIjpudWxsfSwiRGVmYXVsdFN3aW1sYW5lTWlsZXN0b25lU3R5bGUiOnsiJGlkIjoiNDIwMCIsIlRpdGxlUG9zaXRpb24iOiJSaWdodCIsIkRhdGVQb3NpdGlvbiI6IkxlZnQiLCJWYXJpYW5jZVBvc2l0aW9uIjoiTGVmdCIsIlNoYXBlVHlwZSI6MSwiU2hhcGVTaXplIjowLCJTcGFjaW5nIjo1LCJTaGFwZVN0eWxlIjp7IiRpZCI6IjQyMDEiLCJNYXJnaW4iOnsiJGlkIjoiNDIwMiIsIlRvcCI6MC4wLCJMZWZ0IjowLjAsIlJpZ2h0IjowLjAsIkJvdHRvbSI6MC4wfSwiUGFkZGluZyI6eyIkaWQiOiI0MjAzIiwiVG9wIjowLjAsIkxlZnQiOjAuMCwiUmlnaHQiOjAuMCwiQm90dG9tIjowLjB9LCJCYWNrZ3JvdW5kIjp7IiRpZCI6IjQyMDQiLCJDb2xvciI6eyIkaWQiOiI0MjA1IiwiQSI6MjU1LCJSIjoyMDYsIkciOjE0NiwiQiI6MH19LCJJc1Zpc2libGUiOnRydWUsIldpZHRoIjoxMi4wLCJIZWlnaHQiOjE0LjAsIkJvcmRlclN0eWxlIjp7IiRpZCI6IjQyMDYiLCJMaW5lQ29sb3IiOnsiJGlkIjoiNDIwNyIsIiR0eXBlIjoiTkxSRS5Db21tb24uRG9tLlNvbGlkQ29sb3JCcnVzaCwgTkxSRS5Db21tb24iLCJDb2xvciI6eyIkaWQiOiI0MjA4IiwiQSI6MjU1LCJSIjoyMzQsIkciOjIyLCJCIjozMH19LCJMaW5lV2VpZ2h0IjowLjAsIkxpbmVUeXBlIjowLCJQYXJlbnRTdHlsZSI6bnVsbH0sIlBhcmVudFN0eWxlIjpudWxsfSwiVGl0bGVTdHlsZSI6eyIkaWQiOiI0MjA5IiwiRm9udFNldHRpbmdzIjp7IiRpZCI6IjQyMTAiLCJGb250U2l6ZSI6MTEsIkZvbnROYW1lIjoiQ2FsaWJyaSIsIklzQm9sZCI6dHJ1ZSwiSXNJdGFsaWMiOmZhbHNlLCJJc1VuZGVybGluZWQiOmZhbHNlLCJQYXJlbnRTdHlsZSI6bnVsbH0sIkF1dG9TaXplIjowLCJGb3JlZ3JvdW5kIjp7IiRpZCI6IjQyMTEiLCJDb2xvciI6eyIkaWQiOiI0MjEyIiwiQSI6MjU1LCJSIjoxMjcsIkciOjk2LCJCIjowfX0sIk1heFdpZHRoIjoyMDAuMCwiTWF4SGVpZ2h0IjoiSW5maW5pdHkiLCJTbWFydEZvcmVncm91bmRJc0FjdGl2ZSI6ZmFsc2UsIkhvcml6b250YWxBbGlnbm1lbnQiOjAsIlZlcnRpY2FsQWxpZ25tZW50IjowLCJTbWFydEZvcmVncm91bmQiOm51bGwsIkJhY2tncm91bmRGaWxsVHlwZSI6MCwiTWFyZ2luIjp7IiRpZCI6IjQyMTMiLCJUb3AiOjAuMCwiTGVmdCI6MC4wLCJSaWdodCI6MC4wLCJCb3R0b20iOjAuMH0sIlBhZGRpbmciOnsiJGlkIjoiNDIxNCIsIlRvcCI6MC4wLCJMZWZ0IjowLjAsIlJpZ2h0IjowLjAsIkJvdHRvbSI6MC4wfSwiQmFja2dyb3VuZCI6eyIkaWQiOiI0MjE1IiwiQ29sb3IiOnsiJGlkIjoiNDIxNiIsIkEiOjg5LCJSIjowLCJHIjowLCJCIjowfX0sIklzVmlzaWJsZSI6dHJ1ZSwiV2lkdGgiOjAuMCwiSGVpZ2h0IjowLjAsIkJvcmRlclN0eWxlIjp7IiRpZCI6IjQyMTciLCJMaW5lQ29sb3IiOm51bGwsIkxpbmVXZWlnaHQiOjAuMCwiTGluZVR5cGUiOjAsIlBhcmVudFN0eWxlIjpudWxsfSwiUGFyZW50U3R5bGUiOm51bGx9LCJEYXRlU3R5bGUiOnsiJGlkIjoiNDIxOCIsIkZvbnRTZXR0aW5ncyI6eyIkaWQiOiI0MjE5IiwiRm9udFNpemUiOjEwLCJGb250TmFtZSI6IkNhbGlicmkiLCJJc0JvbGQiOmZhbHNlLCJJc0l0YWxpYyI6ZmFsc2UsIklzVW5kZXJsaW5lZCI6ZmFsc2UsIlBhcmVudFN0eWxlIjpudWxsfSwiQXV0b1NpemUiOjAsIkZvcmVncm91bmQiOnsiJGlkIjoiNDIyMCIsIkNvbG9yIjp7IiRpZCI6IjQyMj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QyMjIiLCJUb3AiOjAuMCwiTGVmdCI6MC4wLCJSaWdodCI6MC4wLCJCb3R0b20iOjAuMH0sIlBhZGRpbmciOnsiJGlkIjoiNDIyMyIsIlRvcCI6MC4wLCJMZWZ0IjowLjAsIlJpZ2h0IjowLjAsIkJvdHRvbSI6MC4wfSwiQmFja2dyb3VuZCI6eyIkaWQiOiI0MjI0IiwiQ29sb3IiOnsiJGlkIjoiNDIyNSIsIkEiOjg5LCJSIjowLCJHIjowLCJCIjowfX0sIklzVmlzaWJsZSI6ZmFsc2UsIldpZHRoIjowLjAsIkhlaWdodCI6MC4wLCJCb3JkZXJTdHlsZSI6eyIkaWQiOiI0MjI2IiwiTGluZUNvbG9yIjpudWxsLCJMaW5lV2VpZ2h0IjowLjAsIkxpbmVUeXBlIjowLCJQYXJlbnRTdHlsZSI6bnVsbH0sIlBhcmVudFN0eWxlIjpudWxsfSwiRGF0ZUZvcm1hdCI6eyIkaWQiOiI0MjI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yMjgiLCJGb3JtYXQiOjAsIklzVmlzaWJsZSI6ZmFsc2UsIkxhc3RLbm93blZpc2liaWxpdHlTdGF0ZSI6ZmFsc2V9LCJJc1Zpc2libGUiOnRydWUsIlZhcmlhbmNlU3R5bGUiOnsiJGlkIjoiNDIyOSIsIlRleHRTdHlsZSI6eyIkaWQiOiI0MjMwIiwiRm9udFNldHRpbmdzIjp7IiRpZCI6IjQyMzEiLCJGb250U2l6ZSI6MTAsIkZvbnROYW1lIjoiQ2FsaWJyaSIsIklzQm9sZCI6ZmFsc2UsIklzSXRhbGljIjpmYWxzZSwiSXNVbmRlcmxpbmVkIjpmYWxzZSwiUGFyZW50U3R5bGUiOm51bGx9LCJBdXRvU2l6ZSI6MCwiRm9yZWdyb3VuZCI6eyIkaWQiOiI0MjMyIiwiQ29sb3IiOnsiJGlkIjoiNDIz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jM0IiwiVG9wIjowLjAsIkxlZnQiOjAuMCwiUmlnaHQiOjAuMCwiQm90dG9tIjowLjB9LCJQYWRkaW5nIjp7IiRpZCI6IjQyMzUiLCJUb3AiOjAuMCwiTGVmdCI6MC4wLCJSaWdodCI6MC4wLCJCb3R0b20iOjAuMH0sIkJhY2tncm91bmQiOnsiJGlkIjoiNDIzNiIsIkNvbG9yIjp7IiRpZCI6IjQyMzciLCJBIjo1MCwiUiI6MCwiRyI6MCwiQiI6MH19LCJJc1Zpc2libGUiOnRydWUsIldpZHRoIjowLjAsIkhlaWdodCI6MC4wLCJCb3JkZXJTdHlsZSI6bnVsbCwiUGFyZW50U3R5bGUiOm51bGx9LCJQYXJlbnRTdHlsZSI6bnVsbH0sIlBhcmVudFN0eWxlIjpudWxsfSwiRGVmYXVsdFN3aW1sYW5lQWN0aXZpdHlTdHlsZSI6eyIkaWQiOiI0MjM4IiwiSGVhZGVyU3R5bGUiOnsiJGlkIjoiNDIzOSIsIlRleHRTdHlsZSI6eyIkaWQiOiI0MjQwIiwiRm9udFNldHRpbmdzIjp7IiRpZCI6IjQyNDEiLCJGb250U2l6ZSI6MTIsIkZvbnROYW1lIjoiQ2FsaWJyaSIsIklzQm9sZCI6ZmFsc2UsIklzSXRhbGljIjpmYWxzZSwiSXNVbmRlcmxpbmVkIjpmYWxzZSwiUGFyZW50U3R5bGUiOm51bGx9LCJBdXRvU2l6ZSI6MCwiRm9yZWdyb3VuZCI6eyIkaWQiOiI0MjQyIiwiQ29sb3IiOnsiJGlkIjoiNDI0MyIsIkEiOjI1NSwiUiI6MCwiRyI6MCwiQiI6MH19LCJNYXhXaWR0aCI6MC4wLCJNYXhIZWlnaHQiOjAuMCwiU21hcnRGb3JlZ3JvdW5kSXNBY3RpdmUiOmZhbHNlLCJIb3Jpem9udGFsQWxpZ25tZW50IjowLCJWZXJ0aWNhbEFsaWdubWVudCI6MCwiU21hcnRGb3JlZ3JvdW5kIjpudWxsLCJCYWNrZ3JvdW5kRmlsbFR5cGUiOjAsIk1hcmdpbiI6eyIkaWQiOiI0MjQ0IiwiVG9wIjowLjAsIkxlZnQiOjAuMCwiUmlnaHQiOjAuMCwiQm90dG9tIjowLjB9LCJQYWRkaW5nIjp7IiRpZCI6IjQyNDUiLCJUb3AiOjAuMCwiTGVmdCI6MC4wLCJSaWdodCI6MC4wLCJCb3R0b20iOjAuMH0sIkJhY2tncm91bmQiOm51bGwsIklzVmlzaWJsZSI6ZmFsc2UsIldpZHRoIjowLjAsIkhlaWdodCI6MC4wLCJCb3JkZXJTdHlsZSI6bnVsbCwiUGFyZW50U3R5bGUiOm51bGx9LCJSZWN0YW5nbGVTdHlsZSI6eyIkaWQiOiI0MjQ2IiwiTWFyZ2luIjp7IiRpZCI6IjQyNDciLCJUb3AiOjAuMCwiTGVmdCI6MC4wLCJSaWdodCI6MC4wLCJCb3R0b20iOjAuMH0sIlBhZGRpbmciOnsiJGlkIjoiNDI0OCIsIlRvcCI6MC4wLCJMZWZ0IjowLjAsIlJpZ2h0IjowLjAsIkJvdHRvbSI6MC4wfSwiQmFja2dyb3VuZCI6eyIkaWQiOiI0MjQ5IiwiQ29sb3IiOnsiJGlkIjoiNDI1MCIsIkEiOjYzLCJSIjoyNTUsIkciOjE5MiwiQiI6MH19LCJJc1Zpc2libGUiOmZhbHNlLCJXaWR0aCI6MC4wLCJIZWlnaHQiOjAuMCwiQm9yZGVyU3R5bGUiOnsiJGlkIjoiNDI1MSIsIkxpbmVDb2xvciI6eyIkaWQiOiI0MjUyIiwiJHR5cGUiOiJOTFJFLkNvbW1vbi5Eb20uU29saWRDb2xvckJydXNoLCBOTFJFLkNvbW1vbiIsIkNvbG9yIjp7IiRpZCI6IjQyNTMiLCJBIjoyNTUsIlIiOjI1NSwiRyI6MCwiQiI6MH19LCJMaW5lV2VpZ2h0IjowLjAsIkxpbmVUeXBlIjowLCJQYXJlbnRTdHlsZSI6bnVsbH0sIlBhcmVudFN0eWxlIjpudWxsfSwiTWFyZ2luIjp7IiRpZCI6IjQyNTQiLCJUb3AiOjAuMCwiTGVmdCI6MC4wLCJSaWdodCI6MC4wLCJCb3R0b20iOjAuMH0sIlBhZGRpbmciOnsiJGlkIjoiNDI1NSIsIlRvcCI6MC4wLCJMZWZ0IjowLjAsIlJpZ2h0IjowLjAsIkJvdHRvbSI6MC4wfSwiQmFja2dyb3VuZCI6bnVsbCwiSXNWaXNpYmxlIjp0cnVlLCJXaWR0aCI6MC4wLCJIZWlnaHQiOjAuMCwiQm9yZGVyU3R5bGUiOm51bGwsIlBhcmVudFN0eWxlIjpudWxsfSwiQmFja2dyb3VuZFN0eWxlIjp7IiRpZCI6IjQyNTYiLCJNYXJnaW4iOnsiJGlkIjoiNDI1NyIsIlRvcCI6MC4wLCJMZWZ0IjowLjAsIlJpZ2h0IjowLjAsIkJvdHRvbSI6MC4wfSwiUGFkZGluZyI6eyIkaWQiOiI0MjU4IiwiVG9wIjowLjAsIkxlZnQiOjAuMCwiUmlnaHQiOjAuMCwiQm90dG9tIjowLjB9LCJCYWNrZ3JvdW5kIjp7IiRpZCI6IjQyNTkiLCJDb2xvciI6eyIkaWQiOiI0MjYwIiwiQSI6MzgsIlIiOjI1NSwiRyI6MTkyLCJCIjowfX0sIklzVmlzaWJsZSI6dHJ1ZSwiV2lkdGgiOjAuMCwiSGVpZ2h0IjowLjAsIkJvcmRlclN0eWxlIjp7IiRpZCI6IjQyNjEiLCJMaW5lQ29sb3IiOnsiJGlkIjoiNDI2MiIsIiR0eXBlIjoiTkxSRS5Db21tb24uRG9tLlNvbGlkQ29sb3JCcnVzaCwgTkxSRS5Db21tb24iLCJDb2xvciI6eyIkaWQiOiI0MjYzIiwiQSI6MjU1LCJSIjoyMzQsIkciOjIyLCJCIjozMH19LCJMaW5lV2VpZ2h0IjowLjAsIkxpbmVUeXBlIjowLCJQYXJlbnRTdHlsZSI6bnVsbH0sIlBhcmVudFN0eWxlIjpudWxsfSwiTWFyZ2luIjp7IiRpZCI6IjQyNjQiLCJUb3AiOjAuMCwiTGVmdCI6MC4wLCJSaWdodCI6MC4wLCJCb3R0b20iOjAuMH0sIlBhZGRpbmciOnsiJGlkIjoiNDI2NSIsIlRvcCI6MC4wLCJMZWZ0IjowLjAsIlJpZ2h0IjowLjAsIkJvdHRvbSI6MC4wfSwiSXNWaXNpYmxlIjp0cnVlLCJXaWR0aCI6MC4wLCJIZWlnaHQiOjAuMCwiQm9yZGVyU3R5bGUiOnsiJGlkIjoiNDI2NiIsIkxpbmVDb2xvciI6bnVsbCwiTGluZVdlaWdodCI6MC4wLCJMaW5lVHlwZSI6MCwiUGFyZW50U3R5bGUiOm51bGx9LCJQYXJlbnRTdHlsZSI6bnVsbH0sIk1hcmdpbiI6eyIkaWQiOiI0MjY3IiwiVG9wIjowLjAsIkxlZnQiOjAuMCwiUmlnaHQiOjAuMCwiQm90dG9tIjowLjB9LCJQYWRkaW5nIjp7IiRpZCI6IjQyNjgiLCJUb3AiOjAuMCwiTGVmdCI6MC4wLCJSaWdodCI6MC4wLCJCb3R0b20iOjAuMH0sIklzVmlzaWJsZSI6dHJ1ZSwiV2lkdGgiOjAuMCwiSGVpZ2h0IjowLjAsIkJvcmRlclN0eWxlIjp7IiRpZCI6IjQyNjkiLCJMaW5lQ29sb3IiOm51bGwsIkxpbmVXZWlnaHQiOjAuMCwiTGluZVR5cGUiOjAsIlBhcmVudFN0eWxlIjpudWxsfSwiUGFyZW50U3R5bGUiOm51bGx9fSx7IiRpZCI6IjQyNzAiLCJfYWN0aXZpdGllcyI6W3siJGlkIjoiNDI3MSIsIl9yb3dzIjpbeyIkaWQiOiI0MjcyIiwiX3Rhc2tzIjpbXSwiX21pbGVzdG9uZXMiOlt7IiRpZCI6IjQyNzMiLCJJZCI6IjE1NWRjMGRmLTZmNDEtNDNhOC1hMDViLTdmMTg3ZDE2ZjNjYiIsIkluZGV4Ijo0NSwiR3JvdXBJZCI6bnVsbCwiVGl0bGUiOiJQb2xhcmltZXRyaWMgTmF2aWdhdGlvbiIsIkRhdGVUaW1lIjoiMjAyNi0wOS0zMFQxMTo1OTowMCIsIlBlcmNlbnRhZ2VDb21wbGV0ZSI6bnVsbCwiTm90ZSI6bnVsbCwiU3R5bGUiOnsiJGlkIjoiNDI3NCIsIlRpdGxlUG9zaXRpb24iOiJMZWZ0IiwiRGF0ZVBvc2l0aW9uIjoiUmlnaHQiLCJWYXJpYW5jZVBvc2l0aW9uIjoiUmlnaHQiLCJTaGFwZVR5cGUiOjEzLCJTaGFwZVNpemUiOjAsIlNwYWNpbmciOjUsIlNoYXBlU3R5bGUiOnsiJGlkIjoiNDI3NSIsIk1hcmdpbiI6eyIkaWQiOiI0Mjc2IiwiVG9wIjowLjAsIkxlZnQiOjAuMCwiUmlnaHQiOjAuMCwiQm90dG9tIjowLjB9LCJQYWRkaW5nIjp7IiRpZCI6IjQyNzciLCJUb3AiOjAuMCwiTGVmdCI6MC4wLCJSaWdodCI6MC4wLCJCb3R0b20iOjAuMH0sIkJhY2tncm91bmQiOnsiJGlkIjoiNDI3OCIsIkNvbG9yIjp7IiRpZCI6IjQyNzkiLCJBIjoyNTUsIlIiOjExMiwiRyI6MTczLCJCIjo3MX19LCJJc1Zpc2libGUiOnRydWUsIldpZHRoIjoxMi4wLCJIZWlnaHQiOjE0LjAsIkJvcmRlclN0eWxlIjp7IiRpZCI6IjQyODAiLCJMaW5lQ29sb3IiOnsiJGlkIjoiNDI4MSIsIiR0eXBlIjoiTkxSRS5Db21tb24uRG9tLlNvbGlkQ29sb3JCcnVzaCwgTkxSRS5Db21tb24iLCJDb2xvciI6eyIkaWQiOiI0MjgyIiwiQSI6MjU1LCJSIjoyNTUsIkciOjAsIkIiOjB9fSwiTGluZVdlaWdodCI6MC4wLCJMaW5lVHlwZSI6MCwiUGFyZW50U3R5bGUiOm51bGx9LCJQYXJlbnRTdHlsZSI6bnVsbH0sIlRpdGxlU3R5bGUiOnsiJGlkIjoiNDI4MyIsIkZvbnRTZXR0aW5ncyI6eyIkaWQiOiI0Mjg0IiwiRm9udFNpemUiOjExLCJGb250TmFtZSI6IkNhbGlicmkiLCJJc0JvbGQiOnRydWUsIklzSXRhbGljIjpmYWxzZSwiSXNVbmRlcmxpbmVkIjpmYWxzZSwiUGFyZW50U3R5bGUiOm51bGx9LCJBdXRvU2l6ZSI6MCwiRm9yZWdyb3VuZCI6eyIkaWQiOiI0Mjg1IiwiQ29sb3IiOnsiJGlkIjoiNDI4NiIsIkEiOjI1NSwiUiI6ODksIkciOjg5LCJCIjo4OX19LCJNYXhXaWR0aCI6MjAwLjAsIk1heEhlaWdodCI6IkluZmluaXR5IiwiU21hcnRGb3JlZ3JvdW5kSXNBY3RpdmUiOmZhbHNlLCJIb3Jpem9udGFsQWxpZ25tZW50IjoyLCJWZXJ0aWNhbEFsaWdubWVudCI6MCwiU21hcnRGb3JlZ3JvdW5kIjpudWxsLCJCYWNrZ3JvdW5kRmlsbFR5cGUiOjAsIk1hcmdpbiI6eyIkaWQiOiI0Mjg3IiwiVG9wIjowLjAsIkxlZnQiOjAuMCwiUmlnaHQiOjAuMCwiQm90dG9tIjowLjB9LCJQYWRkaW5nIjp7IiRpZCI6IjQyODgiLCJUb3AiOjAuMCwiTGVmdCI6MC4wLCJSaWdodCI6MC4wLCJCb3R0b20iOjAuMH0sIkJhY2tncm91bmQiOnsiJGlkIjoiNDI4OSIsIkNvbG9yIjp7IiRpZCI6IjQyOTAiLCJBIjowLCJSIjoyNTUsIkciOjI1NSwiQiI6MjU1fX0sIklzVmlzaWJsZSI6dHJ1ZSwiV2lkdGgiOjAuMCwiSGVpZ2h0IjowLjAsIkJvcmRlclN0eWxlIjp7IiRpZCI6IjQyOTEiLCJMaW5lQ29sb3IiOm51bGwsIkxpbmVXZWlnaHQiOjAuMCwiTGluZVR5cGUiOjAsIlBhcmVudFN0eWxlIjpudWxsfSwiUGFyZW50U3R5bGUiOm51bGx9LCJEYXRlU3R5bGUiOnsiJGlkIjoiNDI5MiIsIkZvbnRTZXR0aW5ncyI6eyIkaWQiOiI0MjkzIiwiRm9udFNpemUiOjksIkZvbnROYW1lIjoiQ2FsaWJyaSIsIklzQm9sZCI6ZmFsc2UsIklzSXRhbGljIjpmYWxzZSwiSXNVbmRlcmxpbmVkIjpmYWxzZSwiUGFyZW50U3R5bGUiOm51bGx9LCJBdXRvU2l6ZSI6MCwiRm9yZWdyb3VuZCI6eyIkaWQiOiI0Mjk0IiwiQ29sb3IiOnsiJGlkIjoiNDI5NSIsIkEiOjI1NSwiUiI6MTE1LCJHIjoxMTUsIkIiOjExNX19LCJNYXhXaWR0aCI6MjAwLjAsIk1heEhlaWdodCI6IkluZmluaXR5IiwiU21hcnRGb3JlZ3JvdW5kSXNBY3RpdmUiOmZhbHNlLCJIb3Jpem9udGFsQWxpZ25tZW50IjowLCJWZXJ0aWNhbEFsaWdubWVudCI6MCwiU21hcnRGb3JlZ3JvdW5kIjpudWxsLCJCYWNrZ3JvdW5kRmlsbFR5cGUiOjAsIk1hcmdpbiI6eyIkaWQiOiI0Mjk2IiwiVG9wIjowLjAsIkxlZnQiOjAuMCwiUmlnaHQiOjAuMCwiQm90dG9tIjowLjB9LCJQYWRkaW5nIjp7IiRpZCI6IjQyOTciLCJUb3AiOjAuMCwiTGVmdCI6MC4wLCJSaWdodCI6MC4wLCJCb3R0b20iOjAuMH0sIkJhY2tncm91bmQiOnsiJGlkIjoiNDI5OCIsIkNvbG9yIjp7IiRpZCI6IjQyOTkiLCJBIjowLCJSIjoyNTUsIkciOjI1NSwiQiI6MjU1fX0sIklzVmlzaWJsZSI6dHJ1ZSwiV2lkdGgiOjAuMCwiSGVpZ2h0IjowLjAsIkJvcmRlclN0eWxlIjp7IiRpZCI6IjQzMDAiLCJMaW5lQ29sb3IiOm51bGwsIkxpbmVXZWlnaHQiOjAuMCwiTGluZVR5cGUiOjAsIlBhcmVudFN0eWxlIjpudWxsfSwiUGFyZW50U3R5bGUiOm51bGx9LCJEYXRlRm9ybWF0Ijp7IiRpZCI6IjQzMDEiLCJGb3JtYXRTdHJpbmciOiJNTU1NIGQsIHl5eXkiLCJTZXBhcmF0b3IiOiIvIiwiVXNlSW50ZXJuYXRpb25hbERhdGVGb3JtYXQiOmZhbHNlLCJEYXRlSXNWaXNpYmxlIjp0cnVlLCJUaW1lSXNWaXNpYmxlIjpmYWxzZSwiSG91ckRpZ2l0cyI6MSwiQW1QbURlc2lnbmF0b3IiOjIsIlRyaW0wME1pbnV0ZXMiOmZhbHNlLCJMYXN0S25vd25WaXNpYmlsaXR5U3RhdGUiOnsiJGlkIjoiNDMwMiIsIkRhdGVQYXJ0SXNWaXNpYmxlIjp0cnVlLCJUaW1lUGFydElzVmlzaWJsZSI6ZmFsc2V9fSwiV2Vla051bWJlcmluZyI6eyIkaWQiOiI0MzAzIiwiRm9ybWF0IjowLCJJc1Zpc2libGUiOmZhbHNlLCJMYXN0S25vd25WaXNpYmlsaXR5U3RhdGUiOmZhbHNlfSwiSXNWaXNpYmxlIjp0cnVlLCJWYXJpYW5jZVN0eWxlIjp7IiRpZCI6IjQzMDQiLCJUZXh0U3R5bGUiOnsiJGlkIjoiNDMwNSIsIkZvbnRTZXR0aW5ncyI6eyIkaWQiOiI0MzA2IiwiRm9udFNpemUiOjEwLCJGb250TmFtZSI6IkNhbGlicmkiLCJJc0JvbGQiOmZhbHNlLCJJc0l0YWxpYyI6ZmFsc2UsIklzVW5kZXJsaW5lZCI6ZmFsc2UsIlBhcmVudFN0eWxlIjpudWxsfSwiQXV0b1NpemUiOjAsIkZvcmVncm91bmQiOnsiJGlkIjoiNDMwNyIsIkNvbG9yIjp7IiRpZCI6IjQzMDg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DMwOSIsIlRvcCI6MC4wLCJMZWZ0IjowLjAsIlJpZ2h0IjowLjAsIkJvdHRvbSI6MC4wfSwiUGFkZGluZyI6eyIkaWQiOiI0MzEwIiwiVG9wIjowLjAsIkxlZnQiOjAuMCwiUmlnaHQiOjAuMCwiQm90dG9tIjowLjB9LCJCYWNrZ3JvdW5kIjp7IiRpZCI6IjQzMTEiLCJDb2xvciI6eyIkaWQiOiI0MzEyIiwiQSI6NTAsIlIiOjAsIkciOjAsIkIiOjB9fSwiSXNWaXNpYmxlIjpmYWxzZSwiV2lkdGgiOjAuMCwiSGVpZ2h0IjowLjAsIkJvcmRlclN0eWxlIjpudWxsLCJQYXJlbnRTdHlsZSI6bnVsbH0sIlBhcmVudFN0eWxlIjpudWxsfSwiUGFyZW50U3R5bGUiOm51bGx9LCJIeXBlcmxpbmsiOm51bGwsIkJhc2VsaW5lRGF0YSI6eyIkaWQiOiI0MzEzIiwiRGF0ZSI6IjIwMjYtMDktMzBUMTE6NTk6MDAifSwiSW1wb3J0SWQiOiIifV0sIklkIjoiMDAwMDAwMDAtMDAwMC0wMDAwLTAwMDAtMDAwMDAwMDAwMDAwIiwiSXNTaW5nbGVJdGVtUm93Ijp0cnVlfSx7IiRpZCI6IjQzMTQiLCJfdGFza3MiOltdLCJfbWlsZXN0b25lcyI6W3siJGlkIjoiNDMxNSIsIklkIjoiMzE2Y2M3ZjgtZmNlOC00MGQ0LTk4MjktNGFmMGExZDlhZGZlIiwiSW5kZXgiOjQ2LCJHcm91cElkIjpudWxsLCJUaXRsZSI6Im5TTEFNIiwiRGF0ZVRpbWUiOiIyMDI2LTEwLTE1VDExOjU5OjAwIiwiUGVyY2VudGFnZUNvbXBsZXRlIjpudWxsLCJOb3RlIjpudWxsLCJTdHlsZSI6eyIkaWQiOiI0MzE2IiwiVGl0bGVQb3NpdGlvbiI6IkxlZnQiLCJEYXRlUG9zaXRpb24iOiJSaWdodCIsIlZhcmlhbmNlUG9zaXRpb24iOiJSaWdodCIsIlNoYXBlVHlwZSI6MTMsIlNoYXBlU2l6ZSI6MCwiU3BhY2luZyI6NSwiU2hhcGVTdHlsZSI6eyIkaWQiOiI0MzE3IiwiTWFyZ2luIjp7IiRpZCI6IjQzMTgiLCJUb3AiOjAuMCwiTGVmdCI6MC4wLCJSaWdodCI6MC4wLCJCb3R0b20iOjAuMH0sIlBhZGRpbmciOnsiJGlkIjoiNDMxOSIsIlRvcCI6MC4wLCJMZWZ0IjowLjAsIlJpZ2h0IjowLjAsIkJvdHRvbSI6MC4wfSwiQmFja2dyb3VuZCI6eyIkaWQiOiI0MzIwIiwiQ29sb3IiOnsiJGlkIjoiNDMyMSIsIkEiOjI1NSwiUiI6MTEyLCJHIjoxNzMsIkIiOjcxfX0sIklzVmlzaWJsZSI6dHJ1ZSwiV2lkdGgiOjEyLjAsIkhlaWdodCI6MTQuMCwiQm9yZGVyU3R5bGUiOnsiJGlkIjoiNDMyMiIsIkxpbmVDb2xvciI6eyIkaWQiOiI0MzIzIiwiJHR5cGUiOiJOTFJFLkNvbW1vbi5Eb20uU29saWRDb2xvckJydXNoLCBOTFJFLkNvbW1vbiIsIkNvbG9yIjp7IiRpZCI6IjQzMjQiLCJBIjoyNTUsIlIiOjI1NSwiRyI6MCwiQiI6MH19LCJMaW5lV2VpZ2h0IjowLjAsIkxpbmVUeXBlIjowLCJQYXJlbnRTdHlsZSI6bnVsbH0sIlBhcmVudFN0eWxlIjpudWxsfSwiVGl0bGVTdHlsZSI6eyIkaWQiOiI0MzI1IiwiRm9udFNldHRpbmdzIjp7IiRpZCI6IjQzMjYiLCJGb250U2l6ZSI6MTEsIkZvbnROYW1lIjoiQ2FsaWJyaSIsIklzQm9sZCI6dHJ1ZSwiSXNJdGFsaWMiOmZhbHNlLCJJc1VuZGVybGluZWQiOmZhbHNlLCJQYXJlbnRTdHlsZSI6bnVsbH0sIkF1dG9TaXplIjowLCJGb3JlZ3JvdW5kIjp7IiRpZCI6IjQzMjciLCJDb2xvciI6eyIkaWQiOiI0MzI4IiwiQSI6MjU1LCJSIjo4OSwiRyI6ODksIkIiOjg5fX0sIk1heFdpZHRoIjoyMDAuMCwiTWF4SGVpZ2h0IjoiSW5maW5pdHkiLCJTbWFydEZvcmVncm91bmRJc0FjdGl2ZSI6ZmFsc2UsIkhvcml6b250YWxBbGlnbm1lbnQiOjIsIlZlcnRpY2FsQWxpZ25tZW50IjowLCJTbWFydEZvcmVncm91bmQiOm51bGwsIkJhY2tncm91bmRGaWxsVHlwZSI6MCwiTWFyZ2luIjp7IiRpZCI6IjQzMjkiLCJUb3AiOjAuMCwiTGVmdCI6MC4wLCJSaWdodCI6MC4wLCJCb3R0b20iOjAuMH0sIlBhZGRpbmciOnsiJGlkIjoiNDMzMCIsIlRvcCI6MC4wLCJMZWZ0IjowLjAsIlJpZ2h0IjowLjAsIkJvdHRvbSI6MC4wfSwiQmFja2dyb3VuZCI6eyIkaWQiOiI0MzMxIiwiQ29sb3IiOnsiJGlkIjoiNDMzMiIsIkEiOjAsIlIiOjI1NSwiRyI6MjU1LCJCIjoyNTV9fSwiSXNWaXNpYmxlIjp0cnVlLCJXaWR0aCI6MC4wLCJIZWlnaHQiOjAuMCwiQm9yZGVyU3R5bGUiOnsiJGlkIjoiNDMzMyIsIkxpbmVDb2xvciI6bnVsbCwiTGluZVdlaWdodCI6MC4wLCJMaW5lVHlwZSI6MCwiUGFyZW50U3R5bGUiOm51bGx9LCJQYXJlbnRTdHlsZSI6bnVsbH0sIkRhdGVTdHlsZSI6eyIkaWQiOiI0MzM0IiwiRm9udFNldHRpbmdzIjp7IiRpZCI6IjQzMzUiLCJGb250U2l6ZSI6OSwiRm9udE5hbWUiOiJDYWxpYnJpIiwiSXNCb2xkIjpmYWxzZSwiSXNJdGFsaWMiOmZhbHNlLCJJc1VuZGVybGluZWQiOmZhbHNlLCJQYXJlbnRTdHlsZSI6bnVsbH0sIkF1dG9TaXplIjowLCJGb3JlZ3JvdW5kIjp7IiRpZCI6IjQzMzYiLCJDb2xvciI6eyIkaWQiOiI0MzM3IiwiQSI6MjU1LCJSIjoxMTUsIkciOjExNSwiQiI6MTE1fX0sIk1heFdpZHRoIjoyMDAuMCwiTWF4SGVpZ2h0IjoiSW5maW5pdHkiLCJTbWFydEZvcmVncm91bmRJc0FjdGl2ZSI6ZmFsc2UsIkhvcml6b250YWxBbGlnbm1lbnQiOjAsIlZlcnRpY2FsQWxpZ25tZW50IjowLCJTbWFydEZvcmVncm91bmQiOm51bGwsIkJhY2tncm91bmRGaWxsVHlwZSI6MCwiTWFyZ2luIjp7IiRpZCI6IjQzMzgiLCJUb3AiOjAuMCwiTGVmdCI6MC4wLCJSaWdodCI6MC4wLCJCb3R0b20iOjAuMH0sIlBhZGRpbmciOnsiJGlkIjoiNDMzOSIsIlRvcCI6MC4wLCJMZWZ0IjowLjAsIlJpZ2h0IjowLjAsIkJvdHRvbSI6MC4wfSwiQmFja2dyb3VuZCI6eyIkaWQiOiI0MzQwIiwiQ29sb3IiOnsiJGlkIjoiNDM0MSIsIkEiOjAsIlIiOjI1NSwiRyI6MjU1LCJCIjoyNTV9fSwiSXNWaXNpYmxlIjp0cnVlLCJXaWR0aCI6MC4wLCJIZWlnaHQiOjAuMCwiQm9yZGVyU3R5bGUiOnsiJGlkIjoiNDM0MiIsIkxpbmVDb2xvciI6bnVsbCwiTGluZVdlaWdodCI6MC4wLCJMaW5lVHlwZSI6MCwiUGFyZW50U3R5bGUiOm51bGx9LCJQYXJlbnRTdHlsZSI6bnVsbH0sIkRhdGVGb3JtYXQiOnsiJGlkIjoiNDM0MyIsIkZvcm1hdFN0cmluZyI6Ik1NTU0gZCwgeXl5eSIsIlNlcGFyYXRvciI6Ii8iLCJVc2VJbnRlcm5hdGlvbmFsRGF0ZUZvcm1hdCI6ZmFsc2UsIkRhdGVJc1Zpc2libGUiOnRydWUsIlRpbWVJc1Zpc2libGUiOmZhbHNlLCJIb3VyRGlnaXRzIjoxLCJBbVBtRGVzaWduYXRvciI6MiwiVHJpbTAwTWludXRlcyI6ZmFsc2UsIkxhc3RLbm93blZpc2liaWxpdHlTdGF0ZSI6eyIkaWQiOiI0MzQ0IiwiRGF0ZVBhcnRJc1Zpc2libGUiOnRydWUsIlRpbWVQYXJ0SXNWaXNpYmxlIjpmYWxzZX19LCJXZWVrTnVtYmVyaW5nIjp7IiRpZCI6IjQzNDUiLCJGb3JtYXQiOjAsIklzVmlzaWJsZSI6ZmFsc2UsIkxhc3RLbm93blZpc2liaWxpdHlTdGF0ZSI6ZmFsc2V9LCJJc1Zpc2libGUiOnRydWUsIlZhcmlhbmNlU3R5bGUiOnsiJGlkIjoiNDM0NiIsIlRleHRTdHlsZSI6eyIkaWQiOiI0MzQ3IiwiRm9udFNldHRpbmdzIjp7IiRpZCI6IjQzNDgiLCJGb250U2l6ZSI6MTAsIkZvbnROYW1lIjoiQ2FsaWJyaSIsIklzQm9sZCI6ZmFsc2UsIklzSXRhbGljIjpmYWxzZSwiSXNVbmRlcmxpbmVkIjpmYWxzZSwiUGFyZW50U3R5bGUiOm51bGx9LCJBdXRvU2l6ZSI6MCwiRm9yZWdyb3VuZCI6eyIkaWQiOiI0MzQ5IiwiQ29sb3IiOnsiJGlkIjoiNDM1M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0MzUxIiwiVG9wIjowLjAsIkxlZnQiOjAuMCwiUmlnaHQiOjAuMCwiQm90dG9tIjowLjB9LCJQYWRkaW5nIjp7IiRpZCI6IjQzNTIiLCJUb3AiOjAuMCwiTGVmdCI6MC4wLCJSaWdodCI6MC4wLCJCb3R0b20iOjAuMH0sIkJhY2tncm91bmQiOnsiJGlkIjoiNDM1MyIsIkNvbG9yIjp7IiRpZCI6IjQzNTQiLCJBIjo1MCwiUiI6MCwiRyI6MCwiQiI6MH19LCJJc1Zpc2libGUiOmZhbHNlLCJXaWR0aCI6MC4wLCJIZWlnaHQiOjAuMCwiQm9yZGVyU3R5bGUiOm51bGwsIlBhcmVudFN0eWxlIjpudWxsfSwiUGFyZW50U3R5bGUiOm51bGx9LCJQYXJlbnRTdHlsZSI6bnVsbH0sIkh5cGVybGluayI6bnVsbCwiQmFzZWxpbmVEYXRhIjp7IiRpZCI6IjQzNTUiLCJEYXRlIjoiMjAyNi0xMC0xNVQxMTo1OTowMCJ9LCJJbXBvcnRJZCI6IiJ9XSwiSWQiOiIwMDAwMDAwMC0wMDAwLTAwMDAtMDAwMC0wMDAwMDAwMDAwMDAiLCJJc1NpbmdsZUl0ZW1Sb3ciOnRydWV9LHsiJGlkIjoiNDM1NiIsIl90YXNrcyI6W10sIl9taWxlc3RvbmVzIjpbeyIkaWQiOiI0MzU3IiwiSWQiOiIwN2I5OGJjZi02NzhkLTQ2NzEtYWE2My1lNmM5MGYwNDAyYWEiLCJJbmRleCI6NDcsIkdyb3VwSWQiOm51bGwsIlRpdGxlIjoiTmV1cm9tb3JwaGljIFBvbGFyaW1ldHJpYyBOYXZpZ2F0aW9uICIsIkRhdGVUaW1lIjoiMjAyNi0xMi0xOFQxMTo1OTowMCIsIlBlcmNlbnRhZ2VDb21wbGV0ZSI6bnVsbCwiTm90ZSI6bnVsbCwiU3R5bGUiOnsiJGlkIjoiNDM1OCIsIlRpdGxlUG9zaXRpb24iOiJMZWZ0IiwiRGF0ZVBvc2l0aW9uIjoiUmlnaHQiLCJWYXJpYW5jZVBvc2l0aW9uIjoiUmlnaHQiLCJTaGFwZVR5cGUiOjEzLCJTaGFwZVNpemUiOjAsIlNwYWNpbmciOjUsIlNoYXBlU3R5bGUiOnsiJGlkIjoiNDM1OSIsIk1hcmdpbiI6eyIkaWQiOiI0MzYwIiwiVG9wIjowLjAsIkxlZnQiOjAuMCwiUmlnaHQiOjAuMCwiQm90dG9tIjowLjB9LCJQYWRkaW5nIjp7IiRpZCI6IjQzNjEiLCJUb3AiOjAuMCwiTGVmdCI6MC4wLCJSaWdodCI6MC4wLCJCb3R0b20iOjAuMH0sIkJhY2tncm91bmQiOnsiJGlkIjoiNDM2MiIsIkNvbG9yIjp7IiRpZCI6IjQzNjMiLCJBIjoyNTUsIlIiOjExMiwiRyI6MTczLCJCIjo3MX19LCJJc1Zpc2libGUiOnRydWUsIldpZHRoIjoxMi4wLCJIZWlnaHQiOjE0LjAsIkJvcmRlclN0eWxlIjp7IiRpZCI6IjQzNjQiLCJMaW5lQ29sb3IiOnsiJGlkIjoiNDM2NSIsIiR0eXBlIjoiTkxSRS5Db21tb24uRG9tLlNvbGlkQ29sb3JCcnVzaCwgTkxSRS5Db21tb24iLCJDb2xvciI6eyIkaWQiOiI0MzY2IiwiQSI6MjU1LCJSIjoyNTUsIkciOjAsIkIiOjB9fSwiTGluZVdlaWdodCI6MC4wLCJMaW5lVHlwZSI6MCwiUGFyZW50U3R5bGUiOm51bGx9LCJQYXJlbnRTdHlsZSI6bnVsbH0sIlRpdGxlU3R5bGUiOnsiJGlkIjoiNDM2NyIsIkZvbnRTZXR0aW5ncyI6eyIkaWQiOiI0MzY4IiwiRm9udFNpemUiOjExLCJGb250TmFtZSI6IkNhbGlicmkiLCJJc0JvbGQiOnRydWUsIklzSXRhbGljIjpmYWxzZSwiSXNVbmRlcmxpbmVkIjpmYWxzZSwiUGFyZW50U3R5bGUiOm51bGx9LCJBdXRvU2l6ZSI6MCwiRm9yZWdyb3VuZCI6eyIkaWQiOiI0MzY5IiwiQ29sb3IiOnsiJGlkIjoiNDM3MCIsIkEiOjI1NSwiUiI6ODksIkciOjg5LCJCIjo4OX19LCJNYXhXaWR0aCI6MjAwLjAsIk1heEhlaWdodCI6IkluZmluaXR5IiwiU21hcnRGb3JlZ3JvdW5kSXNBY3RpdmUiOmZhbHNlLCJIb3Jpem9udGFsQWxpZ25tZW50IjoyLCJWZXJ0aWNhbEFsaWdubWVudCI6MCwiU21hcnRGb3JlZ3JvdW5kIjpudWxsLCJCYWNrZ3JvdW5kRmlsbFR5cGUiOjAsIk1hcmdpbiI6eyIkaWQiOiI0MzcxIiwiVG9wIjowLjAsIkxlZnQiOjAuMCwiUmlnaHQiOjAuMCwiQm90dG9tIjowLjB9LCJQYWRkaW5nIjp7IiRpZCI6IjQzNzIiLCJUb3AiOjAuMCwiTGVmdCI6MC4wLCJSaWdodCI6MC4wLCJCb3R0b20iOjAuMH0sIkJhY2tncm91bmQiOnsiJGlkIjoiNDM3MyIsIkNvbG9yIjp7IiRpZCI6IjQzNzQiLCJBIjowLCJSIjoyNTUsIkciOjI1NSwiQiI6MjU1fX0sIklzVmlzaWJsZSI6dHJ1ZSwiV2lkdGgiOjAuMCwiSGVpZ2h0IjowLjAsIkJvcmRlclN0eWxlIjp7IiRpZCI6IjQzNzUiLCJMaW5lQ29sb3IiOm51bGwsIkxpbmVXZWlnaHQiOjAuMCwiTGluZVR5cGUiOjAsIlBhcmVudFN0eWxlIjpudWxsfSwiUGFyZW50U3R5bGUiOm51bGx9LCJEYXRlU3R5bGUiOnsiJGlkIjoiNDM3NiIsIkZvbnRTZXR0aW5ncyI6eyIkaWQiOiI0Mzc3IiwiRm9udFNpemUiOjksIkZvbnROYW1lIjoiQ2FsaWJyaSIsIklzQm9sZCI6ZmFsc2UsIklzSXRhbGljIjpmYWxzZSwiSXNVbmRlcmxpbmVkIjpmYWxzZSwiUGFyZW50U3R5bGUiOm51bGx9LCJBdXRvU2l6ZSI6MCwiRm9yZWdyb3VuZCI6eyIkaWQiOiI0Mzc4IiwiQ29sb3IiOnsiJGlkIjoiNDM3OSIsIkEiOjI1NSwiUiI6MTE1LCJHIjoxMTUsIkIiOjExNX19LCJNYXhXaWR0aCI6MjAwLjAsIk1heEhlaWdodCI6IkluZmluaXR5IiwiU21hcnRGb3JlZ3JvdW5kSXNBY3RpdmUiOmZhbHNlLCJIb3Jpem9udGFsQWxpZ25tZW50IjowLCJWZXJ0aWNhbEFsaWdubWVudCI6MCwiU21hcnRGb3JlZ3JvdW5kIjpudWxsLCJCYWNrZ3JvdW5kRmlsbFR5cGUiOjAsIk1hcmdpbiI6eyIkaWQiOiI0MzgwIiwiVG9wIjowLjAsIkxlZnQiOjAuMCwiUmlnaHQiOjAuMCwiQm90dG9tIjowLjB9LCJQYWRkaW5nIjp7IiRpZCI6IjQzODEiLCJUb3AiOjAuMCwiTGVmdCI6MC4wLCJSaWdodCI6MC4wLCJCb3R0b20iOjAuMH0sIkJhY2tncm91bmQiOnsiJGlkIjoiNDM4MiIsIkNvbG9yIjp7IiRpZCI6IjQzODMiLCJBIjowLCJSIjoyNTUsIkciOjI1NSwiQiI6MjU1fX0sIklzVmlzaWJsZSI6dHJ1ZSwiV2lkdGgiOjAuMCwiSGVpZ2h0IjowLjAsIkJvcmRlclN0eWxlIjp7IiRpZCI6IjQzODQiLCJMaW5lQ29sb3IiOm51bGwsIkxpbmVXZWlnaHQiOjAuMCwiTGluZVR5cGUiOjAsIlBhcmVudFN0eWxlIjpudWxsfSwiUGFyZW50U3R5bGUiOm51bGx9LCJEYXRlRm9ybWF0Ijp7IiRpZCI6IjQzODUiLCJGb3JtYXRTdHJpbmciOiJNTU1NIGQsIHl5eXkiLCJTZXBhcmF0b3IiOiIvIiwiVXNlSW50ZXJuYXRpb25hbERhdGVGb3JtYXQiOmZhbHNlLCJEYXRlSXNWaXNpYmxlIjp0cnVlLCJUaW1lSXNWaXNpYmxlIjpmYWxzZSwiSG91ckRpZ2l0cyI6MSwiQW1QbURlc2lnbmF0b3IiOjIsIlRyaW0wME1pbnV0ZXMiOmZhbHNlLCJMYXN0S25vd25WaXNpYmlsaXR5U3RhdGUiOnsiJGlkIjoiNDM4NiIsIkRhdGVQYXJ0SXNWaXNpYmxlIjp0cnVlLCJUaW1lUGFydElzVmlzaWJsZSI6ZmFsc2V9fSwiV2Vla051bWJlcmluZyI6eyIkaWQiOiI0Mzg3IiwiRm9ybWF0IjowLCJJc1Zpc2libGUiOmZhbHNlLCJMYXN0S25vd25WaXNpYmlsaXR5U3RhdGUiOmZhbHNlfSwiSXNWaXNpYmxlIjp0cnVlLCJWYXJpYW5jZVN0eWxlIjp7IiRpZCI6IjQzODgiLCJUZXh0U3R5bGUiOnsiJGlkIjoiNDM4OSIsIkZvbnRTZXR0aW5ncyI6eyIkaWQiOiI0MzkwIiwiRm9udFNpemUiOjEwLCJGb250TmFtZSI6IkNhbGlicmkiLCJJc0JvbGQiOmZhbHNlLCJJc0l0YWxpYyI6ZmFsc2UsIklzVW5kZXJsaW5lZCI6ZmFsc2UsIlBhcmVudFN0eWxlIjpudWxsfSwiQXV0b1NpemUiOjAsIkZvcmVncm91bmQiOnsiJGlkIjoiNDM5MSIsIkNvbG9yIjp7IiRpZCI6IjQzOT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DM5MyIsIlRvcCI6MC4wLCJMZWZ0IjowLjAsIlJpZ2h0IjowLjAsIkJvdHRvbSI6MC4wfSwiUGFkZGluZyI6eyIkaWQiOiI0Mzk0IiwiVG9wIjowLjAsIkxlZnQiOjAuMCwiUmlnaHQiOjAuMCwiQm90dG9tIjowLjB9LCJCYWNrZ3JvdW5kIjp7IiRpZCI6IjQzOTUiLCJDb2xvciI6eyIkaWQiOiI0Mzk2IiwiQSI6NTAsIlIiOjAsIkciOjAsIkIiOjB9fSwiSXNWaXNpYmxlIjpmYWxzZSwiV2lkdGgiOjAuMCwiSGVpZ2h0IjowLjAsIkJvcmRlclN0eWxlIjpudWxsLCJQYXJlbnRTdHlsZSI6bnVsbH0sIlBhcmVudFN0eWxlIjpudWxsfSwiUGFyZW50U3R5bGUiOm51bGx9LCJIeXBlcmxpbmsiOm51bGwsIkJhc2VsaW5lRGF0YSI6eyIkaWQiOiI0Mzk3IiwiRGF0ZSI6IjIwMjYtMTItMThUMTE6NTk6MDAifSwiSW1wb3J0SWQiOiIifV0sIklkIjoiMDAwMDAwMDAtMDAwMC0wMDAwLTAwMDAtMDAwMDAwMDAwMDAwIiwiSXNTaW5nbGVJdGVtUm93Ijp0cnVlfSx7IiRpZCI6IjQzOTgiLCJfdGFza3MiOltdLCJfbWlsZXN0b25lcyI6W3siJGlkIjoiNDM5OSIsIklkIjoiYTljYWI3OWEtZTM3MS00YTAwLTliMDAtNTczNjk3NGUxMzc2IiwiSW5kZXgiOjQ4LCJHcm91cElkIjpudWxsLCJUaXRsZSI6IkF1dG9ub211cyBOYXZpZ2F0aW9uIChTaW11bGF0b3IpICIsIkRhdGVUaW1lIjoiMjAyNi0wNy0zMVQxMTo1OTowMCIsIlBlcmNlbnRhZ2VDb21wbGV0ZSI6bnVsbCwiTm90ZSI6bnVsbCwiU3R5bGUiOnsiJGlkIjoiNDQwMCIsIlRpdGxlUG9zaXRpb24iOiJMZWZ0IiwiRGF0ZVBvc2l0aW9uIjoiUmlnaHQiLCJWYXJpYW5jZVBvc2l0aW9uIjoiUmlnaHQiLCJTaGFwZVR5cGUiOjEzLCJTaGFwZVNpemUiOjAsIlNwYWNpbmciOjUsIlNoYXBlU3R5bGUiOnsiJGlkIjoiNDQwMSIsIk1hcmdpbiI6eyIkaWQiOiI0NDAyIiwiVG9wIjowLjAsIkxlZnQiOjAuMCwiUmlnaHQiOjAuMCwiQm90dG9tIjowLjB9LCJQYWRkaW5nIjp7IiRpZCI6IjQ0MDMiLCJUb3AiOjAuMCwiTGVmdCI6MC4wLCJSaWdodCI6MC4wLCJCb3R0b20iOjAuMH0sIkJhY2tncm91bmQiOnsiJGlkIjoiNDQwNCIsIkNvbG9yIjp7IiRpZCI6IjQ0MDUiLCJBIjoyNTUsIlIiOjExMiwiRyI6MTczLCJCIjo3MX19LCJJc1Zpc2libGUiOnRydWUsIldpZHRoIjoxMi4wLCJIZWlnaHQiOjE0LjAsIkJvcmRlclN0eWxlIjp7IiRpZCI6IjQ0MDYiLCJMaW5lQ29sb3IiOnsiJGlkIjoiNDQwNyIsIiR0eXBlIjoiTkxSRS5Db21tb24uRG9tLlNvbGlkQ29sb3JCcnVzaCwgTkxSRS5Db21tb24iLCJDb2xvciI6eyIkaWQiOiI0NDA4IiwiQSI6MjU1LCJSIjoyNTUsIkciOjAsIkIiOjB9fSwiTGluZVdlaWdodCI6MC4wLCJMaW5lVHlwZSI6MCwiUGFyZW50U3R5bGUiOm51bGx9LCJQYXJlbnRTdHlsZSI6bnVsbH0sIlRpdGxlU3R5bGUiOnsiJGlkIjoiNDQwOSIsIkZvbnRTZXR0aW5ncyI6eyIkaWQiOiI0NDEwIiwiRm9udFNpemUiOjExLCJGb250TmFtZSI6IkNhbGlicmkiLCJJc0JvbGQiOnRydWUsIklzSXRhbGljIjpmYWxzZSwiSXNVbmRlcmxpbmVkIjpmYWxzZSwiUGFyZW50U3R5bGUiOm51bGx9LCJBdXRvU2l6ZSI6MCwiRm9yZWdyb3VuZCI6eyIkaWQiOiI0NDExIiwiQ29sb3IiOnsiJGlkIjoiNDQxMiIsIkEiOjI1NSwiUiI6ODksIkciOjg5LCJCIjo4OX19LCJNYXhXaWR0aCI6MjAwLjAsIk1heEhlaWdodCI6IkluZmluaXR5IiwiU21hcnRGb3JlZ3JvdW5kSXNBY3RpdmUiOmZhbHNlLCJIb3Jpem9udGFsQWxpZ25tZW50IjoyLCJWZXJ0aWNhbEFsaWdubWVudCI6MCwiU21hcnRGb3JlZ3JvdW5kIjpudWxsLCJCYWNrZ3JvdW5kRmlsbFR5cGUiOjAsIk1hcmdpbiI6eyIkaWQiOiI0NDEzIiwiVG9wIjowLjAsIkxlZnQiOjAuMCwiUmlnaHQiOjAuMCwiQm90dG9tIjowLjB9LCJQYWRkaW5nIjp7IiRpZCI6IjQ0MTQiLCJUb3AiOjAuMCwiTGVmdCI6MC4wLCJSaWdodCI6MC4wLCJCb3R0b20iOjAuMH0sIkJhY2tncm91bmQiOnsiJGlkIjoiNDQxNSIsIkNvbG9yIjp7IiRpZCI6IjQ0MTYiLCJBIjowLCJSIjoyNTUsIkciOjI1NSwiQiI6MjU1fX0sIklzVmlzaWJsZSI6dHJ1ZSwiV2lkdGgiOjAuMCwiSGVpZ2h0IjowLjAsIkJvcmRlclN0eWxlIjp7IiRpZCI6IjQ0MTciLCJMaW5lQ29sb3IiOm51bGwsIkxpbmVXZWlnaHQiOjAuMCwiTGluZVR5cGUiOjAsIlBhcmVudFN0eWxlIjpudWxsfSwiUGFyZW50U3R5bGUiOm51bGx9LCJEYXRlU3R5bGUiOnsiJGlkIjoiNDQxOCIsIkZvbnRTZXR0aW5ncyI6eyIkaWQiOiI0NDE5IiwiRm9udFNpemUiOjksIkZvbnROYW1lIjoiQ2FsaWJyaSIsIklzQm9sZCI6ZmFsc2UsIklzSXRhbGljIjpmYWxzZSwiSXNVbmRlcmxpbmVkIjpmYWxzZSwiUGFyZW50U3R5bGUiOm51bGx9LCJBdXRvU2l6ZSI6MCwiRm9yZWdyb3VuZCI6eyIkaWQiOiI0NDIwIiwiQ29sb3IiOnsiJGlkIjoiNDQyMSIsIkEiOjI1NSwiUiI6MTE1LCJHIjoxMTUsIkIiOjExNX19LCJNYXhXaWR0aCI6MjAwLjAsIk1heEhlaWdodCI6IkluZmluaXR5IiwiU21hcnRGb3JlZ3JvdW5kSXNBY3RpdmUiOmZhbHNlLCJIb3Jpem9udGFsQWxpZ25tZW50IjowLCJWZXJ0aWNhbEFsaWdubWVudCI6MCwiU21hcnRGb3JlZ3JvdW5kIjpudWxsLCJCYWNrZ3JvdW5kRmlsbFR5cGUiOjAsIk1hcmdpbiI6eyIkaWQiOiI0NDIyIiwiVG9wIjowLjAsIkxlZnQiOjAuMCwiUmlnaHQiOjAuMCwiQm90dG9tIjowLjB9LCJQYWRkaW5nIjp7IiRpZCI6IjQ0MjMiLCJUb3AiOjAuMCwiTGVmdCI6MC4wLCJSaWdodCI6MC4wLCJCb3R0b20iOjAuMH0sIkJhY2tncm91bmQiOnsiJGlkIjoiNDQyNCIsIkNvbG9yIjp7IiRpZCI6IjQ0MjUiLCJBIjowLCJSIjoyNTUsIkciOjI1NSwiQiI6MjU1fX0sIklzVmlzaWJsZSI6dHJ1ZSwiV2lkdGgiOjAuMCwiSGVpZ2h0IjowLjAsIkJvcmRlclN0eWxlIjp7IiRpZCI6IjQ0MjYiLCJMaW5lQ29sb3IiOm51bGwsIkxpbmVXZWlnaHQiOjAuMCwiTGluZVR5cGUiOjAsIlBhcmVudFN0eWxlIjpudWxsfSwiUGFyZW50U3R5bGUiOm51bGx9LCJEYXRlRm9ybWF0Ijp7IiRpZCI6IjQ0MjciLCJGb3JtYXRTdHJpbmciOiJNTU1NIGQsIHl5eXkiLCJTZXBhcmF0b3IiOiIvIiwiVXNlSW50ZXJuYXRpb25hbERhdGVGb3JtYXQiOmZhbHNlLCJEYXRlSXNWaXNpYmxlIjp0cnVlLCJUaW1lSXNWaXNpYmxlIjpmYWxzZSwiSG91ckRpZ2l0cyI6MSwiQW1QbURlc2lnbmF0b3IiOjIsIlRyaW0wME1pbnV0ZXMiOmZhbHNlLCJMYXN0S25vd25WaXNpYmlsaXR5U3RhdGUiOnsiJGlkIjoiNDQyOCIsIkRhdGVQYXJ0SXNWaXNpYmxlIjp0cnVlLCJUaW1lUGFydElzVmlzaWJsZSI6ZmFsc2V9fSwiV2Vla051bWJlcmluZyI6eyIkaWQiOiI0NDI5IiwiRm9ybWF0IjowLCJJc1Zpc2libGUiOmZhbHNlLCJMYXN0S25vd25WaXNpYmlsaXR5U3RhdGUiOmZhbHNlfSwiSXNWaXNpYmxlIjp0cnVlLCJWYXJpYW5jZVN0eWxlIjp7IiRpZCI6IjQ0MzAiLCJUZXh0U3R5bGUiOnsiJGlkIjoiNDQzMSIsIkZvbnRTZXR0aW5ncyI6eyIkaWQiOiI0NDMyIiwiRm9udFNpemUiOjEwLCJGb250TmFtZSI6IkNhbGlicmkiLCJJc0JvbGQiOmZhbHNlLCJJc0l0YWxpYyI6ZmFsc2UsIklzVW5kZXJsaW5lZCI6ZmFsc2UsIlBhcmVudFN0eWxlIjpudWxsfSwiQXV0b1NpemUiOjAsIkZvcmVncm91bmQiOnsiJGlkIjoiNDQzMyIsIkNvbG9yIjp7IiRpZCI6IjQ0MzQ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NDQzNSIsIlRvcCI6MC4wLCJMZWZ0IjowLjAsIlJpZ2h0IjowLjAsIkJvdHRvbSI6MC4wfSwiUGFkZGluZyI6eyIkaWQiOiI0NDM2IiwiVG9wIjowLjAsIkxlZnQiOjAuMCwiUmlnaHQiOjAuMCwiQm90dG9tIjowLjB9LCJCYWNrZ3JvdW5kIjp7IiRpZCI6IjQ0MzciLCJDb2xvciI6eyIkaWQiOiI0NDM4IiwiQSI6NTAsIlIiOjAsIkciOjAsIkIiOjB9fSwiSXNWaXNpYmxlIjpmYWxzZSwiV2lkdGgiOjAuMCwiSGVpZ2h0IjowLjAsIkJvcmRlclN0eWxlIjpudWxsLCJQYXJlbnRTdHlsZSI6bnVsbH0sIlBhcmVudFN0eWxlIjpudWxsfSwiUGFyZW50U3R5bGUiOm51bGx9LCJIeXBlcmxpbmsiOm51bGwsIkJhc2VsaW5lRGF0YSI6eyIkaWQiOiI0NDM5IiwiRGF0ZSI6IjIwMjYtMDctMzFUMTE6NTk6MDAifSwiSW1wb3J0SWQiOiIifV0sIklkIjoiMDAwMDAwMDAtMDAwMC0wMDAwLTAwMDAtMDAwMDAwMDAwMDAwIiwiSXNTaW5nbGVJdGVtUm93Ijp0cnVlfSx7IiRpZCI6IjQ0NDAiLCJfdGFza3MiOltdLCJfbWlsZXN0b25lcyI6W3siJGlkIjoiNDQ0MSIsIklkIjoiNjcyOWZiYjktZTE0Yi00NTRjLTlkN2QtOGRiM2RiMmNmZTMzIiwiSW5kZXgiOjQ5LCJHcm91cElkIjpudWxsLCJUaXRsZSI6IkF1dG9ub211cyBOYXZpZ2F0aW9uIChSZWFsKSAiLCJEYXRlVGltZSI6IjIwMjctMDEtMjJUMTE6NTk6MDAiLCJQZXJjZW50YWdlQ29tcGxldGUiOm51bGwsIk5vdGUiOm51bGwsIlN0eWxlIjp7IiRpZCI6IjQ0NDIiLCJUaXRsZVBvc2l0aW9uIjoiTGVmdCIsIkRhdGVQb3NpdGlvbiI6IlJpZ2h0IiwiVmFyaWFuY2VQb3NpdGlvbiI6IlJpZ2h0IiwiU2hhcGVUeXBlIjoxMywiU2hhcGVTaXplIjowLCJTcGFjaW5nIjo1LCJTaGFwZVN0eWxlIjp7IiRpZCI6IjQ0NDMiLCJNYXJnaW4iOnsiJGlkIjoiNDQ0NCIsIlRvcCI6MC4wLCJMZWZ0IjowLjAsIlJpZ2h0IjowLjAsIkJvdHRvbSI6MC4wfSwiUGFkZGluZyI6eyIkaWQiOiI0NDQ1IiwiVG9wIjowLjAsIkxlZnQiOjAuMCwiUmlnaHQiOjAuMCwiQm90dG9tIjowLjB9LCJCYWNrZ3JvdW5kIjp7IiRpZCI6IjQ0NDYiLCJDb2xvciI6eyIkaWQiOiI0NDQ3IiwiQSI6MjU1LCJSIjoxMTIsIkciOjE3MywiQiI6NzF9fSwiSXNWaXNpYmxlIjp0cnVlLCJXaWR0aCI6MTIuMCwiSGVpZ2h0IjoxNC4wLCJCb3JkZXJTdHlsZSI6eyIkaWQiOiI0NDQ4IiwiTGluZUNvbG9yIjp7IiRpZCI6IjQ0NDkiLCIkdHlwZSI6Ik5MUkUuQ29tbW9uLkRvbS5Tb2xpZENvbG9yQnJ1c2gsIE5MUkUuQ29tbW9uIiwiQ29sb3IiOnsiJGlkIjoiNDQ1MCIsIkEiOjI1NSwiUiI6MjU1LCJHIjowLCJCIjowfX0sIkxpbmVXZWlnaHQiOjAuMCwiTGluZVR5cGUiOjAsIlBhcmVudFN0eWxlIjpudWxsfSwiUGFyZW50U3R5bGUiOm51bGx9LCJUaXRsZVN0eWxlIjp7IiRpZCI6IjQ0NTEiLCJGb250U2V0dGluZ3MiOnsiJGlkIjoiNDQ1MiIsIkZvbnRTaXplIjoxMSwiRm9udE5hbWUiOiJDYWxpYnJpIiwiSXNCb2xkIjp0cnVlLCJJc0l0YWxpYyI6ZmFsc2UsIklzVW5kZXJsaW5lZCI6ZmFsc2UsIlBhcmVudFN0eWxlIjpudWxsfSwiQXV0b1NpemUiOjAsIkZvcmVncm91bmQiOnsiJGlkIjoiNDQ1MyIsIkNvbG9yIjp7IiRpZCI6IjQ0NTQiLCJBIjoyNTUsIlIiOjg5LCJHIjo4OSwiQiI6ODl9fSwiTWF4V2lkdGgiOjIwMC4wLCJNYXhIZWlnaHQiOiJJbmZpbml0eSIsIlNtYXJ0Rm9yZWdyb3VuZElzQWN0aXZlIjpmYWxzZSwiSG9yaXpvbnRhbEFsaWdubWVudCI6MiwiVmVydGljYWxBbGlnbm1lbnQiOjAsIlNtYXJ0Rm9yZWdyb3VuZCI6bnVsbCwiQmFja2dyb3VuZEZpbGxUeXBlIjowLCJNYXJnaW4iOnsiJGlkIjoiNDQ1NSIsIlRvcCI6MC4wLCJMZWZ0IjowLjAsIlJpZ2h0IjowLjAsIkJvdHRvbSI6MC4wfSwiUGFkZGluZyI6eyIkaWQiOiI0NDU2IiwiVG9wIjowLjAsIkxlZnQiOjAuMCwiUmlnaHQiOjAuMCwiQm90dG9tIjowLjB9LCJCYWNrZ3JvdW5kIjp7IiRpZCI6IjQ0NTciLCJDb2xvciI6eyIkaWQiOiI0NDU4IiwiQSI6MCwiUiI6MjU1LCJHIjoyNTUsIkIiOjI1NX19LCJJc1Zpc2libGUiOnRydWUsIldpZHRoIjowLjAsIkhlaWdodCI6MC4wLCJCb3JkZXJTdHlsZSI6eyIkaWQiOiI0NDU5IiwiTGluZUNvbG9yIjpudWxsLCJMaW5lV2VpZ2h0IjowLjAsIkxpbmVUeXBlIjowLCJQYXJlbnRTdHlsZSI6bnVsbH0sIlBhcmVudFN0eWxlIjpudWxsfSwiRGF0ZVN0eWxlIjp7IiRpZCI6IjQ0NjAiLCJGb250U2V0dGluZ3MiOnsiJGlkIjoiNDQ2MSIsIkZvbnRTaXplIjo5LCJGb250TmFtZSI6IkNhbGlicmkiLCJJc0JvbGQiOmZhbHNlLCJJc0l0YWxpYyI6ZmFsc2UsIklzVW5kZXJsaW5lZCI6ZmFsc2UsIlBhcmVudFN0eWxlIjpudWxsfSwiQXV0b1NpemUiOjAsIkZvcmVncm91bmQiOnsiJGlkIjoiNDQ2MiIsIkNvbG9yIjp7IiRpZCI6IjQ0NjMiLCJBIjoyNTUsIlIiOjExNSwiRyI6MTE1LCJCIjoxMTV9fSwiTWF4V2lkdGgiOjIwMC4wLCJNYXhIZWlnaHQiOiJJbmZpbml0eSIsIlNtYXJ0Rm9yZWdyb3VuZElzQWN0aXZlIjpmYWxzZSwiSG9yaXpvbnRhbEFsaWdubWVudCI6MCwiVmVydGljYWxBbGlnbm1lbnQiOjAsIlNtYXJ0Rm9yZWdyb3VuZCI6bnVsbCwiQmFja2dyb3VuZEZpbGxUeXBlIjowLCJNYXJnaW4iOnsiJGlkIjoiNDQ2NCIsIlRvcCI6MC4wLCJMZWZ0IjowLjAsIlJpZ2h0IjowLjAsIkJvdHRvbSI6MC4wfSwiUGFkZGluZyI6eyIkaWQiOiI0NDY1IiwiVG9wIjowLjAsIkxlZnQiOjAuMCwiUmlnaHQiOjAuMCwiQm90dG9tIjowLjB9LCJCYWNrZ3JvdW5kIjp7IiRpZCI6IjQ0NjYiLCJDb2xvciI6eyIkaWQiOiI0NDY3IiwiQSI6MCwiUiI6MjU1LCJHIjoyNTUsIkIiOjI1NX19LCJJc1Zpc2libGUiOnRydWUsIldpZHRoIjowLjAsIkhlaWdodCI6MC4wLCJCb3JkZXJTdHlsZSI6eyIkaWQiOiI0NDY4IiwiTGluZUNvbG9yIjpudWxsLCJMaW5lV2VpZ2h0IjowLjAsIkxpbmVUeXBlIjowLCJQYXJlbnRTdHlsZSI6bnVsbH0sIlBhcmVudFN0eWxlIjpudWxsfSwiRGF0ZUZvcm1hdCI6eyIkaWQiOiI0NDY5IiwiRm9ybWF0U3RyaW5nIjoiTU1NTSBkLCB5eXl5IiwiU2VwYXJhdG9yIjoiLyIsIlVzZUludGVybmF0aW9uYWxEYXRlRm9ybWF0IjpmYWxzZSwiRGF0ZUlzVmlzaWJsZSI6dHJ1ZSwiVGltZUlzVmlzaWJsZSI6ZmFsc2UsIkhvdXJEaWdpdHMiOjEsIkFtUG1EZXNpZ25hdG9yIjoyLCJUcmltMDBNaW51dGVzIjpmYWxzZSwiTGFzdEtub3duVmlzaWJpbGl0eVN0YXRlIjp7IiRpZCI6IjQ0NzAiLCJEYXRlUGFydElzVmlzaWJsZSI6dHJ1ZSwiVGltZVBhcnRJc1Zpc2libGUiOmZhbHNlfX0sIldlZWtOdW1iZXJpbmciOnsiJGlkIjoiNDQ3MSIsIkZvcm1hdCI6MCwiSXNWaXNpYmxlIjpmYWxzZSwiTGFzdEtub3duVmlzaWJpbGl0eVN0YXRlIjpmYWxzZX0sIklzVmlzaWJsZSI6dHJ1ZSwiVmFyaWFuY2VTdHlsZSI6eyIkaWQiOiI0NDcyIiwiVGV4dFN0eWxlIjp7IiRpZCI6IjQ0NzMiLCJGb250U2V0dGluZ3MiOnsiJGlkIjoiNDQ3NCIsIkZvbnRTaXplIjoxMCwiRm9udE5hbWUiOiJDYWxpYnJpIiwiSXNCb2xkIjpmYWxzZSwiSXNJdGFsaWMiOmZhbHNlLCJJc1VuZGVybGluZWQiOmZhbHNlLCJQYXJlbnRTdHlsZSI6bnVsbH0sIkF1dG9TaXplIjowLCJGb3JlZ3JvdW5kIjp7IiRpZCI6IjQ0NzUiLCJDb2xvciI6eyIkaWQiOiI0NDc2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Q0NzciLCJUb3AiOjAuMCwiTGVmdCI6MC4wLCJSaWdodCI6MC4wLCJCb3R0b20iOjAuMH0sIlBhZGRpbmciOnsiJGlkIjoiNDQ3OCIsIlRvcCI6MC4wLCJMZWZ0IjowLjAsIlJpZ2h0IjowLjAsIkJvdHRvbSI6MC4wfSwiQmFja2dyb3VuZCI6eyIkaWQiOiI0NDc5IiwiQ29sb3IiOnsiJGlkIjoiNDQ4MCIsIkEiOjUwLCJSIjowLCJHIjowLCJCIjowfX0sIklzVmlzaWJsZSI6ZmFsc2UsIldpZHRoIjowLjAsIkhlaWdodCI6MC4wLCJCb3JkZXJTdHlsZSI6bnVsbCwiUGFyZW50U3R5bGUiOm51bGx9LCJQYXJlbnRTdHlsZSI6bnVsbH0sIlBhcmVudFN0eWxlIjpudWxsfSwiSHlwZXJsaW5rIjpudWxsLCJCYXNlbGluZURhdGEiOnsiJGlkIjoiNDQ4MSIsIkRhdGUiOiIyMDI3LTAxLTIyVDExOjU5OjAwIn0sIkltcG9ydElkIjoiIn1dLCJJZCI6IjAwMDAwMDAwLTAwMDAtMDAwMC0wMDAwLTAwMDAwMDAwMDAwMCIsIklzU2luZ2xlSXRlbVJvdyI6dHJ1ZX1dLCJJbmRleCI6MCwiSWQiOiIyNGM2MzRiYS1mNjBlLTQ3NjMtODdlZS05NzM2NzcyZWFhODgiLCJIZWFkZXJUZXh0IjpudWxsLCJJc0RlZmF1bHQiOnRydWUsIlN0eWxlIjp7IiRpZCI6IjQ0ODIiLCJIZWFkZXJTdHlsZSI6eyIkaWQiOiI0NDgzIiwiVGV4dFN0eWxlIjp7IiRpZCI6IjQ0ODQiLCJGb250U2V0dGluZ3MiOnsiJGlkIjoiNDQ4NSIsIkZvbnRTaXplIjoxMiwiRm9udE5hbWUiOiJDYWxpYnJpIiwiSXNCb2xkIjpmYWxzZSwiSXNJdGFsaWMiOmZhbHNlLCJJc1VuZGVybGluZWQiOmZhbHNlLCJQYXJlbnRTdHlsZSI6bnVsbH0sIkF1dG9TaXplIjowLCJGb3JlZ3JvdW5kIjp7IiRpZCI6IjQ0ODYiLCJDb2xvciI6eyIkaWQiOiI0NDg3IiwiQSI6MjU1LCJSIjowLCJHIjowLCJCIjowfX0sIk1heFdpZHRoIjowLjAsIk1heEhlaWdodCI6MC4wLCJTbWFydEZvcmVncm91bmRJc0FjdGl2ZSI6ZmFsc2UsIkhvcml6b250YWxBbGlnbm1lbnQiOjAsIlZlcnRpY2FsQWxpZ25tZW50IjowLCJTbWFydEZvcmVncm91bmQiOm51bGwsIkJhY2tncm91bmRGaWxsVHlwZSI6MCwiTWFyZ2luIjp7IiRpZCI6IjQ0ODgiLCJUb3AiOjAuMCwiTGVmdCI6MC4wLCJSaWdodCI6MC4wLCJCb3R0b20iOjAuMH0sIlBhZGRpbmciOnsiJGlkIjoiNDQ4OSIsIlRvcCI6MC4wLCJMZWZ0IjowLjAsIlJpZ2h0IjowLjAsIkJvdHRvbSI6MC4wfSwiQmFja2dyb3VuZCI6bnVsbCwiSXNWaXNpYmxlIjpmYWxzZSwiV2lkdGgiOjAuMCwiSGVpZ2h0IjowLjAsIkJvcmRlclN0eWxlIjpudWxsLCJQYXJlbnRTdHlsZSI6bnVsbH0sIlJlY3RhbmdsZVN0eWxlIjp7IiRpZCI6IjQ0OTAiLCJNYXJnaW4iOnsiJGlkIjoiNDQ5MSIsIlRvcCI6MC4wLCJMZWZ0IjowLjAsIlJpZ2h0IjowLjAsIkJvdHRvbSI6MC4wfSwiUGFkZGluZyI6eyIkaWQiOiI0NDkyIiwiVG9wIjowLjAsIkxlZnQiOjAuMCwiUmlnaHQiOjAuMCwiQm90dG9tIjowLjB9LCJCYWNrZ3JvdW5kIjp7IiRpZCI6IjQ0OTMiLCJDb2xvciI6eyIkaWQiOiI0NDk0IiwiQSI6NjMsIlIiOjE2NSwiRyI6MTY1LCJCIjoxNjV9fSwiSXNWaXNpYmxlIjpmYWxzZSwiV2lkdGgiOjAuMCwiSGVpZ2h0IjowLjAsIkJvcmRlclN0eWxlIjp7IiRpZCI6IjQ0OTUiLCJMaW5lQ29sb3IiOnsiJGlkIjoiNDQ5NiIsIiR0eXBlIjoiTkxSRS5Db21tb24uRG9tLlNvbGlkQ29sb3JCcnVzaCwgTkxSRS5Db21tb24iLCJDb2xvciI6eyIkaWQiOiI0NDk3IiwiQSI6MjU1LCJSIjoyNTUsIkciOjAsIkIiOjB9fSwiTGluZVdlaWdodCI6MC4wLCJMaW5lVHlwZSI6MCwiUGFyZW50U3R5bGUiOm51bGx9LCJQYXJlbnRTdHlsZSI6bnVsbH0sIk1hcmdpbiI6eyIkaWQiOiI0NDk4IiwiVG9wIjowLjAsIkxlZnQiOjAuMCwiUmlnaHQiOjAuMCwiQm90dG9tIjowLjB9LCJQYWRkaW5nIjp7IiRpZCI6IjQ0OTkiLCJUb3AiOjAuMCwiTGVmdCI6MC4wLCJSaWdodCI6MC4wLCJCb3R0b20iOjAuMH0sIkJhY2tncm91bmQiOm51bGwsIklzVmlzaWJsZSI6dHJ1ZSwiV2lkdGgiOjAuMCwiSGVpZ2h0IjowLjAsIkJvcmRlclN0eWxlIjpudWxsLCJQYXJlbnRTdHlsZSI6bnVsbH0sIkJhY2tncm91bmRTdHlsZSI6eyIkaWQiOiI0NTAwIiwiTWFyZ2luIjp7IiRpZCI6IjQ1MDEiLCJUb3AiOjAuMCwiTGVmdCI6MC4wLCJSaWdodCI6MC4wLCJCb3R0b20iOjAuMH0sIlBhZGRpbmciOnsiJGlkIjoiNDUwMiIsIlRvcCI6MC4wLCJMZWZ0IjowLjAsIlJpZ2h0IjowLjAsIkJvdHRvbSI6MC4wfSwiQmFja2dyb3VuZCI6eyIkaWQiOiI0NTAzIiwiQ29sb3IiOnsiJGlkIjoiNDUwNCIsIkEiOjM4LCJSIjoxNjUsIkciOjE2NSwiQiI6MTY1fX0sIklzVmlzaWJsZSI6dHJ1ZSwiV2lkdGgiOjAuMCwiSGVpZ2h0IjowLjAsIkJvcmRlclN0eWxlIjp7IiRpZCI6IjQ1MDUiLCJMaW5lQ29sb3IiOnsiJGlkIjoiNDUwNiIsIiR0eXBlIjoiTkxSRS5Db21tb24uRG9tLlNvbGlkQ29sb3JCcnVzaCwgTkxSRS5Db21tb24iLCJDb2xvciI6eyIkaWQiOiI0NTA3IiwiQSI6MjU1LCJSIjoyMzQsIkciOjIyLCJCIjozMH19LCJMaW5lV2VpZ2h0IjowLjAsIkxpbmVUeXBlIjowLCJQYXJlbnRTdHlsZSI6bnVsbH0sIlBhcmVudFN0eWxlIjpudWxsfSwiTWFyZ2luIjp7IiRpZCI6IjQ1MDgiLCJUb3AiOjAuMCwiTGVmdCI6MC4wLCJSaWdodCI6MC4wLCJCb3R0b20iOjAuMH0sIlBhZGRpbmciOnsiJGlkIjoiNDUwOSIsIlRvcCI6MC4wLCJMZWZ0IjowLjAsIlJpZ2h0IjowLjAsIkJvdHRvbSI6MC4wfSwiSXNWaXNpYmxlIjp0cnVlLCJXaWR0aCI6MC4wLCJIZWlnaHQiOjAuMCwiQm9yZGVyU3R5bGUiOnsiJGlkIjoiNDUxMCIsIkxpbmVDb2xvciI6bnVsbCwiTGluZVdlaWdodCI6MC4wLCJMaW5lVHlwZSI6MCwiUGFyZW50U3R5bGUiOm51bGx9LCJQYXJlbnRTdHlsZSI6bnVsbH19XSwiSWQiOiI5ZWI3NjU4NC1iYjMyLTQ1MmUtYWMwNy1mYjI2MzdiYWVhMWEiLCJJbmRleCI6MywiSGVhZGVyVGV4dCI6IkRldmVsb3BtZW50IFJlbGVhc2UiLCJTdHlsZSI6eyIkaWQiOiI0NTExIiwiU3R5bGVJZCI6IjAwMDAwMDAwLTAwMDAtMDAwMC0wMDAwLTAwMDAwMDAwMDAwMCIsIkhlYWRlclN0eWxlIjp7IiRpZCI6IjQ1MTIiLCJUZXh0SXNWZXJ0aWNhbCI6ZmFsc2UsIlRleHRTdHlsZSI6eyIkaWQiOiI0NTEzIiwiRm9udFNldHRpbmdzIjp7IiRpZCI6IjQ1MTQiLCJGb250U2l6ZSI6MTAsIkZvbnROYW1lIjoiRnJhbmtsaW4gR290aGljIE1lZGl1bSIsIklzQm9sZCI6ZmFsc2UsIklzSXRhbGljIjpmYWxzZSwiSXNVbmRlcmxpbmVkIjpmYWxzZSwiUGFyZW50U3R5bGUiOm51bGx9LCJBdXRvU2l6ZSI6MiwiRm9yZWdyb3VuZCI6eyIkaWQiOiI0NTE1IiwiQ29sb3IiOnsiJGlkIjoiNDUxNiIsIkEiOjI1NSwiUiI6MCwiRyI6MCwiQiI6MH19LCJNYXhXaWR0aCI6MTgyLjcyNDI3NzIyNzcxLCJNYXhIZWlnaHQiOiJJbmZpbml0eSIsIlNtYXJ0Rm9yZWdyb3VuZElzQWN0aXZlIjpmYWxzZSwiSG9yaXpvbnRhbEFsaWdubWVudCI6MCwiVmVydGljYWxBbGlnbm1lbnQiOjAsIlNtYXJ0Rm9yZWdyb3VuZCI6bnVsbCwiQmFja2dyb3VuZEZpbGxUeXBlIjowLCJNYXJnaW4iOnsiJGlkIjoiNDUxNyIsIlRvcCI6MC4wLCJMZWZ0IjowLjAsIlJpZ2h0IjowLjAsIkJvdHRvbSI6MC4wfSwiUGFkZGluZyI6eyIkaWQiOiI0NTE4IiwiVG9wIjowLjAsIkxlZnQiOjAuMCwiUmlnaHQiOjAuMCwiQm90dG9tIjowLjB9LCJCYWNrZ3JvdW5kIjpudWxsLCJJc1Zpc2libGUiOmZhbHNlLCJXaWR0aCI6MC4wLCJIZWlnaHQiOjAuMCwiQm9yZGVyU3R5bGUiOm51bGwsIlBhcmVudFN0eWxlIjpudWxsfSwiUmVjdGFuZ2xlU3R5bGUiOnsiJGlkIjoiNDUxOSIsIk1hcmdpbiI6eyIkaWQiOiI0NTIwIiwiVG9wIjowLjAsIkxlZnQiOjAuMCwiUmlnaHQiOjAuMCwiQm90dG9tIjowLjB9LCJQYWRkaW5nIjp7IiRpZCI6IjQ1MjEiLCJUb3AiOjAuMCwiTGVmdCI6MC4wLCJSaWdodCI6MC4wLCJCb3R0b20iOjAuMH0sIkJhY2tncm91bmQiOnsiJGlkIjoiNDUyMiIsIkNvbG9yIjp7IiRpZCI6IjQ1MjMiLCJBIjoxMjcsIlIiOjE2NSwiRyI6MTY1LCJCIjoxNjV9fSwiSXNWaXNpYmxlIjp0cnVlLCJXaWR0aCI6MC4wLCJIZWlnaHQiOjAuMCwiQm9yZGVyU3R5bGUiOnsiJGlkIjoiNDUyNCIsIkxpbmVDb2xvciI6eyIkaWQiOiI0NTI1IiwiJHR5cGUiOiJOTFJFLkNvbW1vbi5Eb20uU29saWRDb2xvckJydXNoLCBOTFJFLkNvbW1vbiIsIkNvbG9yIjp7IiRpZCI6IjQ1MjYiLCJBIjoyNTUsIlIiOjI1NSwiRyI6MCwiQiI6MH19LCJMaW5lV2VpZ2h0IjowLjAsIkxpbmVUeXBlIjowLCJQYXJlbnRTdHlsZSI6bnVsbH0sIlBhcmVudFN0eWxlIjpudWxsfSwiTWFyZ2luIjp7IiRpZCI6IjQ1MjciLCJUb3AiOjAuMCwiTGVmdCI6MC4wLCJSaWdodCI6MC4wLCJCb3R0b20iOjAuMH0sIlBhZGRpbmciOnsiJGlkIjoiNDUyOCIsIlRvcCI6MC4wLCJMZWZ0IjowLjAsIlJpZ2h0IjowLjAsIkJvdHRvbSI6MC4wfSwiQmFja2dyb3VuZCI6bnVsbCwiSXNWaXNpYmxlIjp0cnVlLCJXaWR0aCI6MC4wLCJIZWlnaHQiOjAuMCwiQm9yZGVyU3R5bGUiOm51bGwsIlBhcmVudFN0eWxlIjpudWxsfSwiQmFja2dyb3VuZFN0eWxlIjp7IiRpZCI6IjQ1MjkiLCJNYXJnaW4iOnsiJGlkIjoiNDUzMCIsIlRvcCI6MC4wLCJMZWZ0IjowLjAsIlJpZ2h0IjowLjAsIkJvdHRvbSI6MC4wfSwiUGFkZGluZyI6eyIkaWQiOiI0NTMxIiwiVG9wIjowLjAsIkxlZnQiOjAuMCwiUmlnaHQiOjAuMCwiQm90dG9tIjowLjB9LCJCYWNrZ3JvdW5kIjp7IiRpZCI6IjQ1MzIiLCJDb2xvciI6eyIkaWQiOiI0NTMzIiwiQSI6MzgsIlIiOjE2NSwiRyI6MTY1LCJCIjoxNjV9fSwiSXNWaXNpYmxlIjp0cnVlLCJXaWR0aCI6MC4wLCJIZWlnaHQiOjAuMCwiQm9yZGVyU3R5bGUiOnsiJGlkIjoiNDUzNCIsIkxpbmVDb2xvciI6eyIkaWQiOiI0NTM1IiwiJHR5cGUiOiJOTFJFLkNvbW1vbi5Eb20uU29saWRDb2xvckJydXNoLCBOTFJFLkNvbW1vbiIsIkNvbG9yIjp7IiRpZCI6IjQ1MzYiLCJBIjoyNTUsIlIiOjI1NSwiRyI6MCwiQiI6MH19LCJMaW5lV2VpZ2h0IjowLjAsIkxpbmVUeXBlIjowLCJQYXJlbnRTdHlsZSI6bnVsbH0sIlBhcmVudFN0eWxlIjpudWxsfSwiSXNBYm92ZVRpbWViYW5kIjpmYWxzZSwiU3BhY2luZyI6MiwiRGVmYXVsdFN3aW1sYW5lVGFza1N0eWxlIjp7IiRpZCI6IjQ1MzciLCIkdHlwZSI6Ik5MUkUuQ29tbW9uLkRvbS5TdHlsZXMuRXhwbGljaXRTZXRhYmxlVGFza1N0eWxlLCBOTFJFLkNvbW1vbiIsIlNoYXBlIjoxLCJTaGFwZVRoaWNrbmVzcyI6MCwiRHVyYXRpb25Gb3JtYXQiOjAsIkluY2x1ZGVOb25Xb3JraW5nRGF5c0luRHVyYXRpb24iOmZhbHNlLCJQZXJjZW50YWdlQ29tcGxldGVTdHlsZSI6eyIkaWQiOiI0NTM4IiwiRm9udFNldHRpbmdzIjp7IiRpZCI6IjQ1MzkiLCJGb250U2l6ZSI6MTAsIkZvbnROYW1lIjoiQ2FsaWJyaSIsIklzQm9sZCI6ZmFsc2UsIklzSXRhbGljIjpmYWxzZSwiSXNVbmRlcmxpbmVkIjpmYWxzZSwiUGFyZW50U3R5bGUiOm51bGx9LCJBdXRvU2l6ZSI6MCwiRm9yZWdyb3VuZCI6eyIkaWQiOiI0NTQwIiwiQ29sb3IiOnsiJGlkIjoiNDU0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1NDIiLCJUb3AiOjAuMCwiTGVmdCI6MC4wLCJSaWdodCI6MC4wLCJCb3R0b20iOjAuMH0sIlBhZGRpbmciOnsiJGlkIjoiNDU0MyIsIlRvcCI6MC4wLCJMZWZ0IjowLjAsIlJpZ2h0IjowLjAsIkJvdHRvbSI6MC4wfSwiQmFja2dyb3VuZCI6eyIkaWQiOiI0NTQ0IiwiQ29sb3IiOnsiJGlkIjoiNDU0NSIsIkEiOjg5LCJSIjowLCJHIjowLCJCIjowfX0sIklzVmlzaWJsZSI6dHJ1ZSwiV2lkdGgiOjAuMCwiSGVpZ2h0IjowLjAsIkJvcmRlclN0eWxlIjp7IiRpZCI6IjQ1NDYiLCJMaW5lQ29sb3IiOm51bGwsIkxpbmVXZWlnaHQiOjAuMCwiTGluZVR5cGUiOjAsIlBhcmVudFN0eWxlIjpudWxsfSwiUGFyZW50U3R5bGUiOm51bGx9LCJEdXJhdGlvblN0eWxlIjp7IiRpZCI6IjQ1NDciLCJGb250U2V0dGluZ3MiOnsiJGlkIjoiNDU0OCIsIkZvbnRTaXplIjoxMCwiRm9udE5hbWUiOiJDYWxpYnJpIiwiSXNCb2xkIjpmYWxzZSwiSXNJdGFsaWMiOmZhbHNlLCJJc1VuZGVybGluZWQiOmZhbHNlLCJQYXJlbnRTdHlsZSI6bnVsbH0sIkF1dG9TaXplIjowLCJGb3JlZ3JvdW5kIjp7IiRpZCI6IjQ1NDkiLCJDb2xvciI6eyIkaWQiOiI0NTU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U1MSIsIlRvcCI6MC4wLCJMZWZ0IjowLjAsIlJpZ2h0IjowLjAsIkJvdHRvbSI6MC4wfSwiUGFkZGluZyI6eyIkaWQiOiI0NTUyIiwiVG9wIjowLjAsIkxlZnQiOjAuMCwiUmlnaHQiOjAuMCwiQm90dG9tIjowLjB9LCJCYWNrZ3JvdW5kIjp7IiRpZCI6IjQ1NTMiLCJDb2xvciI6eyIkaWQiOiI0NTU0IiwiQSI6ODksIlIiOjAsIkciOjAsIkIiOjB9fSwiSXNWaXNpYmxlIjp0cnVlLCJXaWR0aCI6MC4wLCJIZWlnaHQiOjAuMCwiQm9yZGVyU3R5bGUiOnsiJGlkIjoiNDU1NSIsIkxpbmVDb2xvciI6bnVsbCwiTGluZVdlaWdodCI6MC4wLCJMaW5lVHlwZSI6MCwiUGFyZW50U3R5bGUiOm51bGx9LCJQYXJlbnRTdHlsZSI6bnVsbH0sIkhvcml6b250YWxDb25uZWN0b3JTdHlsZSI6eyIkaWQiOiI0NTU2IiwiTGluZUNvbG9yIjp7IiRpZCI6IjQ1NTciLCIkdHlwZSI6Ik5MUkUuQ29tbW9uLkRvbS5Tb2xpZENvbG9yQnJ1c2gsIE5MUkUuQ29tbW9uIiwiQ29sb3IiOnsiJGlkIjoiNDU1OCIsIkEiOjI1NSwiUiI6MjA0LCJHIjoyMDQsIkIiOjIwNH19LCJMaW5lV2VpZ2h0IjoxLjAsIkxpbmVUeXBlIjowLCJQYXJlbnRTdHlsZSI6bnVsbH0sIlZlcnRpY2FsQ29ubmVjdG9yU3R5bGUiOnsiJGlkIjoiNDU1OSIsIkxpbmVDb2xvciI6eyIkaWQiOiI0NTYwIiwiJHR5cGUiOiJOTFJFLkNvbW1vbi5Eb20uU29saWRDb2xvckJydXNoLCBOTFJFLkNvbW1vbiIsIkNvbG9yIjp7IiRpZCI6IjQ1NjE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VmFyaWFuY2VQb3NpdGlvbiI6NiwiU3BhY2luZyI6MywiSXNCZWxvd1RpbWViYW5kIjpmYWxzZSwiUGVyY2VudGFnZUNvbXBsZXRlU2hhcGVPcGFjaXR5IjozNSwiQmFzZWxpbmVTdHlsZSI6eyIkaWQiOiI0NTYyIiwiU2hhcGVTdHlsZSI6eyIkaWQiOiI0NTYzIiwiTWFyZ2luIjp7IiRpZCI6IjQ1NjQiLCJUb3AiOjAuMCwiTGVmdCI6MC4wLCJSaWdodCI6MC4wLCJCb3R0b20iOjAuMH0sIlBhZGRpbmciOnsiJGlkIjoiNDU2NSIsIlRvcCI6MC4wLCJMZWZ0IjowLjAsIlJpZ2h0IjowLjAsIkJvdHRvbSI6MC4wfSwiQmFja2dyb3VuZCI6eyIkaWQiOiI0NTY2IiwiQ29sb3IiOnsiJGlkIjoiNDU2NyIsIkEiOjE1MywiUiI6MCwiRyI6MCwiQiI6MH19LCJJc1Zpc2libGUiOnRydWUsIldpZHRoIjowLjAsIkhlaWdodCI6MC4wLCJCb3JkZXJTdHlsZSI6eyIkaWQiOiI0NTY4IiwiTGluZUNvbG9yIjp7IiRpZCI6IjQ1NjkiLCIkdHlwZSI6Ik5MUkUuQ29tbW9uLkRvbS5Tb2xpZENvbG9yQnJ1c2gsIE5MUkUuQ29tbW9uIiwiQ29sb3IiOnsiJGlkIjoiNDU3MCIsIkEiOjI1NSwiUiI6MjU1LCJHIjowLCJCIjowfX0sIkxpbmVXZWlnaHQiOjAuMCwiTGluZVR5cGUiOjAsIlBhcmVudFN0eWxlIjpudWxsfSwiUGFyZW50U3R5bGUiOm51bGx9LCJNYXJnaW4iOnsiJGlkIjoiNDU3MSIsIlRvcCI6MC4wLCJMZWZ0IjowLjAsIlJpZ2h0IjowLjAsIkJvdHRvbSI6MC4wfSwiUGFkZGluZyI6eyIkaWQiOiI0NTcyIiwiVG9wIjowLjAsIkxlZnQiOjAuMCwiUmlnaHQiOjAuMCwiQm90dG9tIjowLjB9LCJCYWNrZ3JvdW5kIjpudWxsLCJJc1Zpc2libGUiOnRydWUsIldpZHRoIjowLjAsIkhlaWdodCI6MC4wLCJCb3JkZXJTdHlsZSI6bnVsbCwiUGFyZW50U3R5bGUiOm51bGx9LCJTaGFwZVN0eWxlIjp7IiRpZCI6IjQ1NzMiLCJNYXJnaW4iOnsiJGlkIjoiNDU3NCIsIlRvcCI6MC4wLCJMZWZ0Ijo0LjAsIlJpZ2h0Ijo0LjAsIkJvdHRvbSI6MC4wfSwiUGFkZGluZyI6eyIkaWQiOiI0NTc1IiwiVG9wIjowLjAsIkxlZnQiOjAuMCwiUmlnaHQiOjAuMCwiQm90dG9tIjowLjB9LCJCYWNrZ3JvdW5kIjp7IiRpZCI6IjQ1NzYiLCJDb2xvciI6eyIkaWQiOiI0NTc3IiwiQSI6MTI3LCJSIjoxNjUsIkciOjE2NSwiQiI6MTY1fX0sIklzVmlzaWJsZSI6dHJ1ZSwiV2lkdGgiOjAuMCwiSGVpZ2h0IjoxMC4wLCJCb3JkZXJTdHlsZSI6eyIkaWQiOiI0NTc4IiwiTGluZUNvbG9yIjp7IiRpZCI6IjQ1NzkiLCIkdHlwZSI6Ik5MUkUuQ29tbW9uLkRvbS5Tb2xpZENvbG9yQnJ1c2gsIE5MUkUuQ29tbW9uIiwiQ29sb3IiOnsiJGlkIjoiNDU4MCIsIkEiOjI1NSwiUiI6MjM0LCJHIjoyMiwiQiI6MzB9fSwiTGluZVdlaWdodCI6MC4wLCJMaW5lVHlwZSI6MCwiUGFyZW50U3R5bGUiOm51bGx9LCJQYXJlbnRTdHlsZSI6bnVsbH0sIlRpdGxlU3R5bGUiOnsiJGlkIjoiNDU4MSIsIkZvbnRTZXR0aW5ncyI6eyIkaWQiOiI0NTgyIiwiRm9udFNpemUiOjExLCJGb250TmFtZSI6IkNhbGlicmkiLCJJc0JvbGQiOnRydWUsIklzSXRhbGljIjpmYWxzZSwiSXNVbmRlcmxpbmVkIjpmYWxzZSwiUGFyZW50U3R5bGUiOm51bGx9LCJBdXRvU2l6ZSI6MCwiRm9yZWdyb3VuZCI6eyIkaWQiOiI0NTgzIiwiQ29sb3IiOnsiJGlkIjoiNDU4NC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0NTg1IiwiVG9wIjowLjAsIkxlZnQiOjAuMCwiUmlnaHQiOjAuMCwiQm90dG9tIjowLjB9LCJQYWRkaW5nIjp7IiRpZCI6IjQ1ODYiLCJUb3AiOjAuMCwiTGVmdCI6MC4wLCJSaWdodCI6MC4wLCJCb3R0b20iOjAuMH0sIkJhY2tncm91bmQiOnsiJGlkIjoiNDU4NyIsIkNvbG9yIjp7IiRpZCI6IjQ1ODgiLCJBIjo4OSwiUiI6MCwiRyI6MCwiQiI6MH19LCJJc1Zpc2libGUiOnRydWUsIldpZHRoIjowLjAsIkhlaWdodCI6MC4wLCJCb3JkZXJTdHlsZSI6eyIkaWQiOiI0NTg5IiwiTGluZUNvbG9yIjpudWxsLCJMaW5lV2VpZ2h0IjowLjAsIkxpbmVUeXBlIjowLCJQYXJlbnRTdHlsZSI6bnVsbH0sIlBhcmVudFN0eWxlIjpudWxsfSwiRGF0ZVN0eWxlIjp7IiRpZCI6IjQ1OTAiLCJGb250U2V0dGluZ3MiOnsiJGlkIjoiNDU5MSIsIkZvbnRTaXplIjoxMCwiRm9udE5hbWUiOiJDYWxpYnJpIiwiSXNCb2xkIjpmYWxzZSwiSXNJdGFsaWMiOmZhbHNlLCJJc1VuZGVybGluZWQiOmZhbHNlLCJQYXJlbnRTdHlsZSI6bnVsbH0sIkF1dG9TaXplIjowLCJGb3JlZ3JvdW5kIjp7IiRpZCI6IjQ1OTIiLCJDb2xvciI6eyIkaWQiOiI0NTk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NTk0IiwiVG9wIjowLjAsIkxlZnQiOjAuMCwiUmlnaHQiOjAuMCwiQm90dG9tIjowLjB9LCJQYWRkaW5nIjp7IiRpZCI6IjQ1OTUiLCJUb3AiOjAuMCwiTGVmdCI6MC4wLCJSaWdodCI6MC4wLCJCb3R0b20iOjAuMH0sIkJhY2tncm91bmQiOnsiJGlkIjoiNDU5NiIsIkNvbG9yIjp7IiRpZCI6IjQ1OTciLCJBIjo4OSwiUiI6MCwiRyI6MCwiQiI6MH19LCJJc1Zpc2libGUiOnRydWUsIldpZHRoIjowLjAsIkhlaWdodCI6MC4wLCJCb3JkZXJTdHlsZSI6eyIkaWQiOiI0NTk4IiwiTGluZUNvbG9yIjpudWxsLCJMaW5lV2VpZ2h0IjowLjAsIkxpbmVUeXBlIjowLCJQYXJlbnRTdHlsZSI6bnVsbH0sIlBhcmVudFN0eWxlIjpudWxsfSwiRGF0ZUZvcm1hdCI6eyIkaWQiOiI0NTk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2MDAiLCJGb3JtYXQiOjAsIklzVmlzaWJsZSI6ZmFsc2UsIkxhc3RLbm93blZpc2liaWxpdHlTdGF0ZSI6ZmFsc2V9LCJJc1Zpc2libGUiOnRydWUsIlZhcmlhbmNlU3R5bGUiOnsiJGlkIjoiNDYwMSIsIlRleHRTdHlsZSI6eyIkaWQiOiI0NjAyIiwiRm9udFNldHRpbmdzIjp7IiRpZCI6IjQ2MDMiLCJGb250U2l6ZSI6MTAsIkZvbnROYW1lIjoiQ2FsaWJyaSIsIklzQm9sZCI6ZmFsc2UsIklzSXRhbGljIjpmYWxzZSwiSXNVbmRlcmxpbmVkIjpmYWxzZSwiUGFyZW50U3R5bGUiOm51bGx9LCJBdXRvU2l6ZSI6MCwiRm9yZWdyb3VuZCI6eyIkaWQiOiI0NjA0IiwiQ29sb3IiOnsiJGlkIjoiNDYw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NjA2IiwiVG9wIjowLjAsIkxlZnQiOjAuMCwiUmlnaHQiOjAuMCwiQm90dG9tIjowLjB9LCJQYWRkaW5nIjp7IiRpZCI6IjQ2MDciLCJUb3AiOjAuMCwiTGVmdCI6MC4wLCJSaWdodCI6MC4wLCJCb3R0b20iOjAuMH0sIkJhY2tncm91bmQiOnsiJGlkIjoiNDYwOCIsIkNvbG9yIjp7IiRpZCI6IjQ2MDkiLCJBIjo1MCwiUiI6MCwiRyI6MCwiQiI6MH19LCJJc1Zpc2libGUiOnRydWUsIldpZHRoIjowLjAsIkhlaWdodCI6MC4wLCJCb3JkZXJTdHlsZSI6bnVsbCwiUGFyZW50U3R5bGUiOm51bGx9LCJQYXJlbnRTdHlsZSI6bnVsbH0sIlBhcmVudFN0eWxlIjpudWxsLCJfZXhwbGljaXRseVNldCI6eyIkaWQiOiI0NjEwIiwiU2hhcGVTdHlsZSI6ZmFsc2UsIlRpdGxlU3R5bGUiOmZhbHNlLCJEYXRlU3R5bGUiOmZhbHNlLCJWYXJpYW5jZVN0eWxlIjpmYWxzZSwiSG9yaXpvbnRhbENvbm5lY3RvclN0eWxlIjpmYWxzZSwiVmVydGljYWxDb25uZWN0b3JTdHlsZSI6ZmFsc2UsIlBlcmNlbnRhZ2VDb21wbGV0ZVNoYXBlT3BhY2l0eSI6ZmFsc2UsIkRhdGVGb3JtYXQiOmZhbHNlLCJJc1Zpc2libGUiOmZhbHNlLCJTaGFwZSI6ZmFsc2UsIlNoYXBlVGhpY2tuZXNz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HVyYXRpb25Gb3JtYXQiOmZhbHNlLCJXZWVrTnVtYmVyaW5nIjpmYWxzZX19LCJEZWZhdWx0U3dpbWxhbmVNb3RTdHlsZSI6eyIkaWQiOiI0NjExIiwiU2hhcGUiOjIsIkNvbm5lY3Rvck1hcmdpbiI6eyIkaWQiOiI0NjEyIiwiVG9wIjowLjAsIkxlZnQiOjIuMCwiUmlnaHQiOjIuMCwiQm90dG9tIjowLjB9LCJDb25uZWN0b3JTdHlsZSI6eyIkaWQiOiI0NjEzIiwiTGluZUNvbG9yIjp7IiRpZCI6IjQ2MTQiLCIkdHlwZSI6Ik5MUkUuQ29tbW9uLkRvbS5Tb2xpZENvbG9yQnJ1c2gsIE5MUkUuQ29tbW9uIiwiQ29sb3IiOnsiJGlkIjoiNDYxNSIsIkEiOjEyNywiUiI6NzksIkciOjEyOSwiQiI6MTg5fX0sIkxpbmVXZWlnaHQiOjEuMCwiTGluZVR5cGUiOjAsIlBhcmVudFN0eWxlIjpudWxsfSwiSXNCZWxvd1RpbWViYW5kIjpmYWxzZSwiUG9zaXRpb25PblRhc2siOjEsIkhpZGVEYXRlIjpmYWxzZSwiU2hhcGVTaXplIjoxLCJTcGFjaW5nIjowLjAsIlBhZGRpbmciOnsiJGlkIjoiNDYxNiIsIlRvcCI6NS4wLCJMZWZ0IjozLjAsIlJpZ2h0IjowLjAsIkJvdHRvbSI6Mi4wfSwiU2hhcGVTdHlsZSI6eyIkaWQiOiI0NjE3IiwiTWFyZ2luIjp7IiRpZCI6IjQ2MTgiLCJUb3AiOjAuMCwiTGVmdCI6MC4wLCJSaWdodCI6MC4wLCJCb3R0b20iOjAuMH0sIlBhZGRpbmciOnsiJGlkIjoiNDYxOSIsIlRvcCI6MC4wLCJMZWZ0IjowLjAsIlJpZ2h0IjowLjAsIkJvdHRvbSI6MC4wfSwiQmFja2dyb3VuZCI6eyIkaWQiOiI0NjIwIiwiQ29sb3IiOnsiJGlkIjoiNDYyMSIsIkEiOjEyNywiUiI6MTY1LCJHIjoxNjUsIkIiOjE2NX19LCJJc1Zpc2libGUiOnRydWUsIldpZHRoIjoxMy4wLCJIZWlnaHQiOjEzLjAsIkJvcmRlclN0eWxlIjp7IiRpZCI6IjQ2MjIiLCJMaW5lQ29sb3IiOnsiJGlkIjoiNDYyMyIsIiR0eXBlIjoiTkxSRS5Db21tb24uRG9tLlNvbGlkQ29sb3JCcnVzaCwgTkxSRS5Db21tb24iLCJDb2xvciI6eyIkaWQiOiI0NjI0IiwiQSI6MjU1LCJSIjoyMzQsIkciOjIyLCJCIjozMH19LCJMaW5lV2VpZ2h0IjowLjAsIkxpbmVUeXBlIjowLCJQYXJlbnRTdHlsZSI6bnVsbH0sIlBhcmVudFN0eWxlIjpudWxsfSwiVGl0bGVTdHlsZSI6eyIkaWQiOiI0NjI1IiwiRm9udFNldHRpbmdzIjp7IiRpZCI6IjQ2MjYiLCJGb250U2l6ZSI6MTEsIkZvbnROYW1lIjoiQ2FsaWJyaSIsIklzQm9sZCI6dHJ1ZSwiSXNJdGFsaWMiOmZhbHNlLCJJc1VuZGVybGluZWQiOmZhbHNlLCJQYXJlbnRTdHlsZSI6bnVsbH0sIkF1dG9TaXplIjowLCJGb3JlZ3JvdW5kIjp7IiRpZCI6IjQ2MjciLCJDb2xvciI6eyIkaWQiOiI0NjI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2MjkiLCJUb3AiOjAuMCwiTGVmdCI6MC4wLCJSaWdodCI6MC4wLCJCb3R0b20iOjAuMH0sIlBhZGRpbmciOnsiJGlkIjoiNDYzMCIsIlRvcCI6MC4wLCJMZWZ0IjowLjAsIlJpZ2h0IjowLjAsIkJvdHRvbSI6MC4wfSwiQmFja2dyb3VuZCI6eyIkaWQiOiI0NjMxIiwiQ29sb3IiOnsiJGlkIjoiNDYzMiIsIkEiOjg5LCJSIjowLCJHIjowLCJCIjowfX0sIklzVmlzaWJsZSI6dHJ1ZSwiV2lkdGgiOjAuMCwiSGVpZ2h0IjowLjAsIkJvcmRlclN0eWxlIjp7IiRpZCI6IjQ2MzMiLCJMaW5lQ29sb3IiOm51bGwsIkxpbmVXZWlnaHQiOjAuMCwiTGluZVR5cGUiOjAsIlBhcmVudFN0eWxlIjpudWxsfSwiUGFyZW50U3R5bGUiOm51bGx9LCJEYXRlU3R5bGUiOnsiJGlkIjoiNDYzNCIsIkZvbnRTZXR0aW5ncyI6eyIkaWQiOiI0NjM1IiwiRm9udFNpemUiOjEwLCJGb250TmFtZSI6IkNhbGlicmkiLCJJc0JvbGQiOmZhbHNlLCJJc0l0YWxpYyI6ZmFsc2UsIklzVW5kZXJsaW5lZCI6ZmFsc2UsIlBhcmVudFN0eWxlIjpudWxsfSwiQXV0b1NpemUiOjAsIkZvcmVncm91bmQiOnsiJGlkIjoiNDYzNiIsIkNvbG9yIjp7IiRpZCI6IjQ2M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2MzgiLCJUb3AiOjAuMCwiTGVmdCI6MC4wLCJSaWdodCI6MC4wLCJCb3R0b20iOjAuMH0sIlBhZGRpbmciOnsiJGlkIjoiNDYzOSIsIlRvcCI6MC4wLCJMZWZ0IjowLjAsIlJpZ2h0IjowLjAsIkJvdHRvbSI6MC4wfSwiQmFja2dyb3VuZCI6eyIkaWQiOiI0NjQwIiwiQ29sb3IiOnsiJGlkIjoiNDY0MSIsIkEiOjg5LCJSIjowLCJHIjowLCJCIjowfX0sIklzVmlzaWJsZSI6dHJ1ZSwiV2lkdGgiOjAuMCwiSGVpZ2h0IjowLjAsIkJvcmRlclN0eWxlIjp7IiRpZCI6IjQ2NDIiLCJMaW5lQ29sb3IiOm51bGwsIkxpbmVXZWlnaHQiOjAuMCwiTGluZVR5cGUiOjAsIlBhcmVudFN0eWxlIjpudWxsfSwiUGFyZW50U3R5bGUiOm51bGx9LCJEYXRlRm9ybWF0Ijp7IiRpZCI6IjQ2N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Y0NCIsIkZvcm1hdCI6MCwiSXNWaXNpYmxlIjpmYWxzZSwiTGFzdEtub3duVmlzaWJpbGl0eVN0YXRlIjpmYWxzZX0sIklzVmlzaWJsZSI6dHJ1ZSwiVmFyaWFuY2VTdHlsZSI6eyIkaWQiOiI0NjQ1IiwiVGV4dFN0eWxlIjp7IiRpZCI6IjQ2NDYiLCJGb250U2V0dGluZ3MiOnsiJGlkIjoiNDY0NyIsIkZvbnRTaXplIjoxMCwiRm9udE5hbWUiOiJDYWxpYnJpIiwiSXNCb2xkIjpmYWxzZSwiSXNJdGFsaWMiOmZhbHNlLCJJc1VuZGVybGluZWQiOmZhbHNlLCJQYXJlbnRTdHlsZSI6bnVsbH0sIkF1dG9TaXplIjowLCJGb3JlZ3JvdW5kIjp7IiRpZCI6IjQ2NDgiLCJDb2xvciI6eyIkaWQiOiI0NjQ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2NTAiLCJUb3AiOjAuMCwiTGVmdCI6MC4wLCJSaWdodCI6MC4wLCJCb3R0b20iOjAuMH0sIlBhZGRpbmciOnsiJGlkIjoiNDY1MSIsIlRvcCI6MC4wLCJMZWZ0IjowLjAsIlJpZ2h0IjowLjAsIkJvdHRvbSI6MC4wfSwiQmFja2dyb3VuZCI6eyIkaWQiOiI0NjUyIiwiQ29sb3IiOnsiJGlkIjoiNDY1MyIsIkEiOjUwLCJSIjowLCJHIjowLCJCIjowfX0sIklzVmlzaWJsZSI6dHJ1ZSwiV2lkdGgiOjAuMCwiSGVpZ2h0IjowLjAsIkJvcmRlclN0eWxlIjpudWxsLCJQYXJlbnRTdHlsZSI6bnVsbH0sIlBhcmVudFN0eWxlIjpudWxsfSwiUGFyZW50U3R5bGUiOm51bGx9LCJEZWZhdWx0U3dpbWxhbmVNaWxlc3RvbmVTdHlsZSI6eyIkaWQiOiI0NjU0IiwiVGl0bGVQb3NpdGlvbiI6IlJpZ2h0IiwiRGF0ZVBvc2l0aW9uIjoiTGVmdCIsIlZhcmlhbmNlUG9zaXRpb24iOiJMZWZ0IiwiU2hhcGVUeXBlIjoxMywiU2hhcGVTaXplIjowLCJTcGFjaW5nIjo1LCJTaGFwZVN0eWxlIjp7IiRpZCI6IjQ2NTUiLCJNYXJnaW4iOnsiJGlkIjoiNDY1NiIsIlRvcCI6MC4wLCJMZWZ0IjowLjAsIlJpZ2h0IjowLjAsIkJvdHRvbSI6MC4wfSwiUGFkZGluZyI6eyIkaWQiOiI0NjU3IiwiVG9wIjowLjAsIkxlZnQiOjAuMCwiUmlnaHQiOjAuMCwiQm90dG9tIjowLjB9LCJCYWNrZ3JvdW5kIjp7IiRpZCI6IjQ2NTgiLCJDb2xvciI6eyIkaWQiOiI0NjU5IiwiQSI6MjU1LCJSIjoxMTUsIkciOjExNSwiQiI6MTE1fX0sIklzVmlzaWJsZSI6dHJ1ZSwiV2lkdGgiOjEyLjAsIkhlaWdodCI6MTQuMCwiQm9yZGVyU3R5bGUiOnsiJGlkIjoiNDY2MCIsIkxpbmVDb2xvciI6eyIkaWQiOiI0NjYxIiwiJHR5cGUiOiJOTFJFLkNvbW1vbi5Eb20uU29saWRDb2xvckJydXNoLCBOTFJFLkNvbW1vbiIsIkNvbG9yIjp7IiRpZCI6IjQ2NjIiLCJBIjoyNTUsIlIiOjIzNCwiRyI6MjIsIkIiOjMwfX0sIkxpbmVXZWlnaHQiOjAuMCwiTGluZVR5cGUiOjAsIlBhcmVudFN0eWxlIjpudWxsfSwiUGFyZW50U3R5bGUiOm51bGx9LCJUaXRsZVN0eWxlIjp7IiRpZCI6IjQ2NjMiLCJGb250U2V0dGluZ3MiOnsiJGlkIjoiNDY2NCIsIkZvbnRTaXplIjoxMSwiRm9udE5hbWUiOiJDYWxpYnJpIiwiSXNCb2xkIjp0cnVlLCJJc0l0YWxpYyI6ZmFsc2UsIklzVW5kZXJsaW5lZCI6ZmFsc2UsIlBhcmVudFN0eWxlIjpudWxsfSwiQXV0b1NpemUiOjAsIkZvcmVncm91bmQiOnsiJGlkIjoiNDY2NSIsIkNvbG9yIjp7IiRpZCI6IjQ2NjYiLCJBIjoyNTUsIlIiOjg5LCJHIjo4OSwiQiI6ODl9fSwiTWF4V2lkdGgiOjIwMC4wLCJNYXhIZWlnaHQiOiJJbmZpbml0eSIsIlNtYXJ0Rm9yZWdyb3VuZElzQWN0aXZlIjpmYWxzZSwiSG9yaXpvbnRhbEFsaWdubWVudCI6MCwiVmVydGljYWxBbGlnbm1lbnQiOjAsIlNtYXJ0Rm9yZWdyb3VuZCI6bnVsbCwiQmFja2dyb3VuZEZpbGxUeXBlIjowLCJNYXJnaW4iOnsiJGlkIjoiNDY2NyIsIlRvcCI6MC4wLCJMZWZ0IjowLjAsIlJpZ2h0IjowLjAsIkJvdHRvbSI6MC4wfSwiUGFkZGluZyI6eyIkaWQiOiI0NjY4IiwiVG9wIjowLjAsIkxlZnQiOjAuMCwiUmlnaHQiOjAuMCwiQm90dG9tIjowLjB9LCJCYWNrZ3JvdW5kIjp7IiRpZCI6IjQ2NjkiLCJDb2xvciI6eyIkaWQiOiI0NjcwIiwiQSI6ODksIlIiOjAsIkciOjAsIkIiOjB9fSwiSXNWaXNpYmxlIjp0cnVlLCJXaWR0aCI6MC4wLCJIZWlnaHQiOjAuMCwiQm9yZGVyU3R5bGUiOnsiJGlkIjoiNDY3MSIsIkxpbmVDb2xvciI6bnVsbCwiTGluZVdlaWdodCI6MC4wLCJMaW5lVHlwZSI6MCwiUGFyZW50U3R5bGUiOm51bGx9LCJQYXJlbnRTdHlsZSI6bnVsbH0sIkRhdGVTdHlsZSI6eyIkaWQiOiI0NjcyIiwiRm9udFNldHRpbmdzIjp7IiRpZCI6IjQ2NzMiLCJGb250U2l6ZSI6MTAsIkZvbnROYW1lIjoiQ2FsaWJyaSIsIklzQm9sZCI6ZmFsc2UsIklzSXRhbGljIjpmYWxzZSwiSXNVbmRlcmxpbmVkIjpmYWxzZSwiUGFyZW50U3R5bGUiOm51bGx9LCJBdXRvU2l6ZSI6MCwiRm9yZWdyb3VuZCI6eyIkaWQiOiI0Njc0IiwiQ29sb3IiOnsiJGlkIjoiNDY3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DY3NiIsIlRvcCI6MC4wLCJMZWZ0IjowLjAsIlJpZ2h0IjowLjAsIkJvdHRvbSI6MC4wfSwiUGFkZGluZyI6eyIkaWQiOiI0Njc3IiwiVG9wIjowLjAsIkxlZnQiOjAuMCwiUmlnaHQiOjAuMCwiQm90dG9tIjowLjB9LCJCYWNrZ3JvdW5kIjp7IiRpZCI6IjQ2NzgiLCJDb2xvciI6eyIkaWQiOiI0Njc5IiwiQSI6ODksIlIiOjAsIkciOjAsIkIiOjB9fSwiSXNWaXNpYmxlIjp0cnVlLCJXaWR0aCI6MC4wLCJIZWlnaHQiOjAuMCwiQm9yZGVyU3R5bGUiOnsiJGlkIjoiNDY4MCIsIkxpbmVDb2xvciI6bnVsbCwiTGluZVdlaWdodCI6MC4wLCJMaW5lVHlwZSI6MCwiUGFyZW50U3R5bGUiOm51bGx9LCJQYXJlbnRTdHlsZSI6bnVsbH0sIkRhdGVGb3JtYXQiOnsiJGlkIjoiNDY4MSIsIkZvcm1hdFN0cmluZyI6ImRkZCwgTU1NIGQsIHl5eXkiLCJTZXBhcmF0b3IiOiIvIiwiVXNlSW50ZXJuYXRpb25hbERhdGVGb3JtYXQiOmZhbHNlLCJEYXRlSXNWaXNpYmxlIjp0cnVlLCJUaW1lSXNWaXNpYmxlIjpmYWxzZSwiSG91ckRpZ2l0cyI6MSwiQW1QbURlc2lnbmF0b3IiOjIsIlRyaW0wME1pbnV0ZXMiOmZhbHNlLCJMYXN0S25vd25WaXNpYmlsaXR5U3RhdGUiOnsiJGlkIjoiNDY4MiIsIkRhdGVQYXJ0SXNWaXNpYmxlIjp0cnVlLCJUaW1lUGFydElzVmlzaWJsZSI6ZmFsc2V9fSwiV2Vla051bWJlcmluZyI6eyIkaWQiOiI0NjgzIiwiRm9ybWF0IjowLCJJc1Zpc2libGUiOmZhbHNlLCJMYXN0S25vd25WaXNpYmlsaXR5U3RhdGUiOmZhbHNlfSwiSXNWaXNpYmxlIjp0cnVlLCJWYXJpYW5jZVN0eWxlIjp7IiRpZCI6IjQ2ODQiLCJUZXh0U3R5bGUiOnsiJGlkIjoiNDY4NSIsIkZvbnRTZXR0aW5ncyI6eyIkaWQiOiI0Njg2IiwiRm9udFNpemUiOjEwLCJGb250TmFtZSI6IkNhbGlicmkiLCJJc0JvbGQiOmZhbHNlLCJJc0l0YWxpYyI6ZmFsc2UsIklzVW5kZXJsaW5lZCI6ZmFsc2UsIlBhcmVudFN0eWxlIjpudWxsfSwiQXV0b1NpemUiOjAsIkZvcmVncm91bmQiOnsiJGlkIjoiNDY4NyIsIkNvbG9yIjp7IiRpZCI6IjQ2O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Y4OSIsIlRvcCI6MC4wLCJMZWZ0IjowLjAsIlJpZ2h0IjowLjAsIkJvdHRvbSI6MC4wfSwiUGFkZGluZyI6eyIkaWQiOiI0NjkwIiwiVG9wIjowLjAsIkxlZnQiOjAuMCwiUmlnaHQiOjAuMCwiQm90dG9tIjowLjB9LCJCYWNrZ3JvdW5kIjp7IiRpZCI6IjQ2OTEiLCJDb2xvciI6eyIkaWQiOiI0NjkyIiwiQSI6NTAsIlIiOjAsIkciOjAsIkIiOjB9fSwiSXNWaXNpYmxlIjp0cnVlLCJXaWR0aCI6MC4wLCJIZWlnaHQiOjAuMCwiQm9yZGVyU3R5bGUiOm51bGwsIlBhcmVudFN0eWxlIjpudWxsfSwiUGFyZW50U3R5bGUiOm51bGx9LCJQYXJlbnRTdHlsZSI6bnVsbH0sIkRlZmF1bHRTd2ltbGFuZUFjdGl2aXR5U3R5bGUiOnsiJGlkIjoiNDY5MyIsIkhlYWRlclN0eWxlIjp7IiRpZCI6IjQ2OTQiLCJUZXh0U3R5bGUiOnsiJGlkIjoiNDY5NSIsIkZvbnRTZXR0aW5ncyI6eyIkaWQiOiI0Njk2IiwiRm9udFNpemUiOjEyLCJGb250TmFtZSI6IkNhbGlicmkiLCJJc0JvbGQiOmZhbHNlLCJJc0l0YWxpYyI6ZmFsc2UsIklzVW5kZXJsaW5lZCI6ZmFsc2UsIlBhcmVudFN0eWxlIjpudWxsfSwiQXV0b1NpemUiOjAsIkZvcmVncm91bmQiOnsiJGlkIjoiNDY5NyIsIkNvbG9yIjp7IiRpZCI6IjQ2OTgiLCJBIjoyNTUsIlIiOjAsIkciOjAsIkIiOjB9fSwiTWF4V2lkdGgiOjAuMCwiTWF4SGVpZ2h0IjowLjAsIlNtYXJ0Rm9yZWdyb3VuZElzQWN0aXZlIjpmYWxzZSwiSG9yaXpvbnRhbEFsaWdubWVudCI6MCwiVmVydGljYWxBbGlnbm1lbnQiOjAsIlNtYXJ0Rm9yZWdyb3VuZCI6bnVsbCwiQmFja2dyb3VuZEZpbGxUeXBlIjowLCJNYXJnaW4iOnsiJGlkIjoiNDY5OSIsIlRvcCI6MC4wLCJMZWZ0IjowLjAsIlJpZ2h0IjowLjAsIkJvdHRvbSI6MC4wfSwiUGFkZGluZyI6eyIkaWQiOiI0NzAwIiwiVG9wIjowLjAsIkxlZnQiOjAuMCwiUmlnaHQiOjAuMCwiQm90dG9tIjowLjB9LCJCYWNrZ3JvdW5kIjpudWxsLCJJc1Zpc2libGUiOmZhbHNlLCJXaWR0aCI6MC4wLCJIZWlnaHQiOjAuMCwiQm9yZGVyU3R5bGUiOm51bGwsIlBhcmVudFN0eWxlIjpudWxsfSwiUmVjdGFuZ2xlU3R5bGUiOnsiJGlkIjoiNDcwMSIsIk1hcmdpbiI6eyIkaWQiOiI0NzAyIiwiVG9wIjowLjAsIkxlZnQiOjAuMCwiUmlnaHQiOjAuMCwiQm90dG9tIjowLjB9LCJQYWRkaW5nIjp7IiRpZCI6IjQ3MDMiLCJUb3AiOjAuMCwiTGVmdCI6MC4wLCJSaWdodCI6MC4wLCJCb3R0b20iOjAuMH0sIkJhY2tncm91bmQiOnsiJGlkIjoiNDcwNCIsIkNvbG9yIjp7IiRpZCI6IjQ3MDUiLCJBIjo2MywiUiI6MTY1LCJHIjoxNjUsIkIiOjE2NX19LCJJc1Zpc2libGUiOmZhbHNlLCJXaWR0aCI6MC4wLCJIZWlnaHQiOjAuMCwiQm9yZGVyU3R5bGUiOnsiJGlkIjoiNDcwNiIsIkxpbmVDb2xvciI6eyIkaWQiOiI0NzA3IiwiJHR5cGUiOiJOTFJFLkNvbW1vbi5Eb20uU29saWRDb2xvckJydXNoLCBOTFJFLkNvbW1vbiIsIkNvbG9yIjp7IiRpZCI6IjQ3MDgiLCJBIjoyNTUsIlIiOjI1NSwiRyI6MCwiQiI6MH19LCJMaW5lV2VpZ2h0IjowLjAsIkxpbmVUeXBlIjowLCJQYXJlbnRTdHlsZSI6bnVsbH0sIlBhcmVudFN0eWxlIjpudWxsfSwiTWFyZ2luIjp7IiRpZCI6IjQ3MDkiLCJUb3AiOjAuMCwiTGVmdCI6MC4wLCJSaWdodCI6MC4wLCJCb3R0b20iOjAuMH0sIlBhZGRpbmciOnsiJGlkIjoiNDcxMCIsIlRvcCI6MC4wLCJMZWZ0IjowLjAsIlJpZ2h0IjowLjAsIkJvdHRvbSI6MC4wfSwiQmFja2dyb3VuZCI6bnVsbCwiSXNWaXNpYmxlIjp0cnVlLCJXaWR0aCI6MC4wLCJIZWlnaHQiOjAuMCwiQm9yZGVyU3R5bGUiOm51bGwsIlBhcmVudFN0eWxlIjpudWxsfSwiQmFja2dyb3VuZFN0eWxlIjp7IiRpZCI6IjQ3MTEiLCJNYXJnaW4iOnsiJGlkIjoiNDcxMiIsIlRvcCI6MC4wLCJMZWZ0IjowLjAsIlJpZ2h0IjowLjAsIkJvdHRvbSI6MC4wfSwiUGFkZGluZyI6eyIkaWQiOiI0NzEzIiwiVG9wIjowLjAsIkxlZnQiOjAuMCwiUmlnaHQiOjAuMCwiQm90dG9tIjowLjB9LCJCYWNrZ3JvdW5kIjp7IiRpZCI6IjQ3MTQiLCJDb2xvciI6eyIkaWQiOiI0NzE1IiwiQSI6MzgsIlIiOjE2NSwiRyI6MTY1LCJCIjoxNjV9fSwiSXNWaXNpYmxlIjp0cnVlLCJXaWR0aCI6MC4wLCJIZWlnaHQiOjAuMCwiQm9yZGVyU3R5bGUiOnsiJGlkIjoiNDcxNiIsIkxpbmVDb2xvciI6eyIkaWQiOiI0NzE3IiwiJHR5cGUiOiJOTFJFLkNvbW1vbi5Eb20uU29saWRDb2xvckJydXNoLCBOTFJFLkNvbW1vbiIsIkNvbG9yIjp7IiRpZCI6IjQ3MTgiLCJBIjoyNTUsIlIiOjIzNCwiRyI6MjIsIkIiOjMwfX0sIkxpbmVXZWlnaHQiOjAuMCwiTGluZVR5cGUiOjAsIlBhcmVudFN0eWxlIjpudWxsfSwiUGFyZW50U3R5bGUiOm51bGx9LCJNYXJnaW4iOnsiJGlkIjoiNDcxOSIsIlRvcCI6MC4wLCJMZWZ0IjowLjAsIlJpZ2h0IjowLjAsIkJvdHRvbSI6MC4wfSwiUGFkZGluZyI6eyIkaWQiOiI0NzIwIiwiVG9wIjowLjAsIkxlZnQiOjAuMCwiUmlnaHQiOjAuMCwiQm90dG9tIjowLjB9LCJJc1Zpc2libGUiOnRydWUsIldpZHRoIjowLjAsIkhlaWdodCI6MC4wLCJCb3JkZXJTdHlsZSI6eyIkaWQiOiI0NzIxIiwiTGluZUNvbG9yIjpudWxsLCJMaW5lV2VpZ2h0IjowLjAsIkxpbmVUeXBlIjowLCJQYXJlbnRTdHlsZSI6bnVsbH0sIlBhcmVudFN0eWxlIjpudWxsfSwiTWFyZ2luIjp7IiRpZCI6IjQ3MjIiLCJUb3AiOjAuMCwiTGVmdCI6MC4wLCJSaWdodCI6MC4wLCJCb3R0b20iOjAuMH0sIlBhZGRpbmciOnsiJGlkIjoiNDcyMyIsIlRvcCI6MC4wLCJMZWZ0IjowLjAsIlJpZ2h0IjowLjAsIkJvdHRvbSI6MC4wfSwiSXNWaXNpYmxlIjp0cnVlLCJXaWR0aCI6MC4wLCJIZWlnaHQiOjAuMCwiQm9yZGVyU3R5bGUiOnsiJGlkIjoiNDcyNCIsIkxpbmVDb2xvciI6bnVsbCwiTGluZVdlaWdodCI6MC4wLCJMaW5lVHlwZSI6MCwiUGFyZW50U3R5bGUiOm51bGx9LCJQYXJlbnRTdHlsZSI6bnVsbH19XSwiSGFzQmFzZWxpbmVzIjpmYWxzZSwiQ3VsdHVyZUluZm9OYW1lIjoiZW4tVVMiLCJTdHlsZU5hbWUiOm51bGwsIlZlcnNpb24iOnsiJGlkIjoiNDcyNSIsIlZlcnNpb24iOiI1LjYuMCIsIk9yaWdpbmFsQXNzZW1ibHlWZXJzaW9uIjoiMTMuMTkuMDAuMDAiLCJFZGl0aW9uIjpudWxsLCJMYXN0U2F2ZWRFZGl0aW9uIjo0LCJJc1BsdXNFZGl0aW9uIjpmYWxzZSwiSXNQcm9FZGl0aW9uIjpmYWxzZX0sIkVmZmVjdCI6MCwiU3R5bGUiOnsiJGlkIjoiNDcyNiIsIkRlZmF1bHREZXBlbmRlbmN5U3R5bGUiOnsiJGlkIjoiNDcyNyIsIkxpbmVTdHlsZSI6eyIkaWQiOiI0NzI4IiwiTGluZUNvbG9yIjp7IiRpZCI6IjQ3MjkiLCIkdHlwZSI6Ik5MUkUuQ29tbW9uLkRvbS5Tb2xpZENvbG9yQnJ1c2gsIE5MUkUuQ29tbW9uIiwiQ29sb3IiOnsiJGlkIjoiNDczMCIsIkEiOjI1NSwiUiI6MCwiRyI6MCwiQiI6MH19LCJMaW5lV2VpZ2h0IjoxLjAsIkxpbmVUeXBlIjowLCJQYXJlbnRTdHlsZSI6bnVsbH0sIkVuZEFycm93aGVhZExpbmVTdHlsZSI6eyIkaWQiOiI0NzMxIiwiS2luZCI6MSwiV2lkdGgiOjEsIkxlbmd0aCI6MCwiUGFyZW50U3R5bGUiOm51bGx9LCJCcmluZ1RvRnJvbnQiOnRydWUsIkVsYm93UmFkaXVzIjowLjAsIk1hcmdpbiI6eyIkaWQiOiI0NzMyIiwiVG9wIjowLjAsIkxlZnQiOjAuMCwiUmlnaHQiOjAuMCwiQm90dG9tIjowLjB9LCJQYWRkaW5nIjp7IiRpZCI6IjQ3MzMiLCJUb3AiOjAuMCwiTGVmdCI6MC4wLCJSaWdodCI6MC4wLCJCb3R0b20iOjAuMH0sIkJhY2tncm91bmQiOm51bGwsIklzVmlzaWJsZSI6dHJ1ZSwiV2lkdGgiOjAuMCwiSGVpZ2h0IjowLjAsIkJvcmRlclN0eWxlIjpudWxsLCJQYXJlbnRTdHlsZSI6bnVsbH0sIkNyaXRpY2FsUGF0aFN0eWxlIjp7IiRpZCI6IjQ3MzQiLCJDcml0aWNhbFBhdGhTdHlsZU9wdGlvbnMiOjE0LCJMaW5lU3R5bGUiOnsiJGlkIjoiNDczNSIsIkxpbmVDb2xvciI6eyIkaWQiOiI0NzM2IiwiJHR5cGUiOiJOTFJFLkNvbW1vbi5Eb20uU29saWRDb2xvckJydXNoLCBOTFJFLkNvbW1vbiIsIkNvbG9yIjp7IiRpZCI6IjQ3MzciLCJBIjoyNTUsIlIiOjIyMiwiRyI6NTAsIkIiOjUwfX0sIkxpbmVXZWlnaHQiOjEuMCwiTGluZVR5cGUiOjAsIlBhcmVudFN0eWxlIjpudWxsfSwiVGl0bGVGb3JlZ3JvdW5kIjp7IiRpZCI6IjQ3MzgiLCJDb2xvciI6eyIkaWQiOiI0NzM5IiwiQSI6MjU1LCJSIjoxNzYsIkciOjE5LCJCIjoyNX19LCJTaGFwZXNCYWNrZ3JvdW5kIjp7IiRpZCI6IjQ3NDAiLCJDb2xvciI6eyIkaWQiOiI0NzQxIiwiQSI6MjU1LCJSIjoyNTMsIkciOjIwMywiQiI6MjA4fX0sIlNoYXBlc0JvcmRlclN0eWxlIjp7IiRpZCI6IjQ3NDIiLCJMaW5lQ29sb3IiOnsiJGlkIjoiNDc0MyIsIiR0eXBlIjoiTkxSRS5Db21tb24uRG9tLlNvbGlkQ29sb3JCcnVzaCwgTkxSRS5Db21tb24iLCJDb2xvciI6eyIkaWQiOiI0NzQ0IiwiQSI6MjU1LCJSIjoyMjIsIkciOjUwLCJCIjo1MH19LCJMaW5lV2VpZ2h0IjoxLjUsIkxpbmVUeXBlIjowLCJQYXJlbnRTdHlsZSI6bnVsbH0sIk1hcmdpbiI6eyIkaWQiOiI0NzQ1IiwiVG9wIjowLjAsIkxlZnQiOjAuMCwiUmlnaHQiOjAuMCwiQm90dG9tIjowLjB9LCJQYWRkaW5nIjp7IiRpZCI6IjQ3NDYiLCJUb3AiOjAuMCwiTGVmdCI6MC4wLCJSaWdodCI6MC4wLCJCb3R0b20iOjAuMH0sIkJhY2tncm91bmQiOm51bGwsIklzVmlzaWJsZSI6ZmFsc2UsIldpZHRoIjowLjAsIkhlaWdodCI6MC4wLCJCb3JkZXJTdHlsZSI6eyIkaWQiOiI0NzQ3IiwiTGluZUNvbG9yIjpudWxsLCJMaW5lV2VpZ2h0IjowLjAsIkxpbmVUeXBlIjowLCJQYXJlbnRTdHlsZSI6bnVsbH0sIlBhcmVudFN0eWxlIjpudWxsfSwiUGFuZWxzU3BhY2luZ0RlZmluaXRpb24iOnsiJGlkIjoiNDc0OCIsIlNwYWNpbmdBYm92ZVRpbWViYW5kIjo1LCJTcGFjaW5nQmVsb3dUaW1lYmFuZCI6NSwiU3BhY2luZ0Fib3ZlQmV0d2VlblN3aW1sYW5lc0FuZFRhc2tzIjo1LCJTcGFjaW5nQmVsb3dCZXR3ZWVuU3dpbWxhbmVzQW5kVGFza3MiOjV9LCJUaW1lYmFuZFN0eWxlIjp7IiRpZCI6IjQ3NDkiLCJTY2FsZU1hcmtpbmciOjAsIlNoYXBlIjowLCJTaGFwZVN0eWxlIjp7IiRpZCI6IjQ3NTAiLCJNYXJnaW4iOnsiJGlkIjoiNDc1MSIsIlRvcCI6MC4wLCJMZWZ0IjoxMC4wLCJSaWdodCI6MTAuMCwiQm90dG9tIjowLjB9LCJQYWRkaW5nIjp7IiRpZCI6IjQ3NTIiLCJUb3AiOjAuMCwiTGVmdCI6MC4wLCJSaWdodCI6MC4wLCJCb3R0b20iOjAuMH0sIkJhY2tncm91bmQiOnsiJGlkIjoiNDc1MyIsIkNvbG9yIjp7IiRpZCI6IjQ3NTQiLCJBIjoyNTUsIlIiOjY4LCJHIjo4NCwiQiI6MTA2fX0sIklzVmlzaWJsZSI6dHJ1ZSwiV2lkdGgiOjg1OC4wLCJIZWlnaHQiOjIwLjAsIkJvcmRlclN0eWxlIjp7IiRpZCI6IjQ3NTUiLCJMaW5lQ29sb3IiOnsiJGlkIjoiNDc1NiIsIiR0eXBlIjoiTkxSRS5Db21tb24uRG9tLlNvbGlkQ29sb3JCcnVzaCwgTkxSRS5Db21tb24iLCJDb2xvciI6eyIkaWQiOiI0NzU3IiwiQSI6MjU1LCJSIjoyNTUsIkciOjAsIkIiOjB9fSwiTGluZVdlaWdodCI6MC4wLCJMaW5lVHlwZSI6MCwiUGFyZW50U3R5bGUiOm51bGx9LCJQYXJlbnRTdHlsZSI6bnVsbH0sIk1pZGRsZVRpZXJTaGFwZVN0eWxlIjp7IiRpZCI6IjQ3NTgiLCJNYXJnaW4iOnsiJGlkIjoiNDc1OSIsIlRvcCI6MC4wLCJMZWZ0IjoxMC4wLCJSaWdodCI6MTAuMCwiQm90dG9tIjowLjB9LCJQYWRkaW5nIjp7IiRpZCI6IjQ3NjAiLCJUb3AiOjAuMCwiTGVmdCI6MC4wLCJSaWdodCI6MC4wLCJCb3R0b20iOjAuMH0sIkJhY2tncm91bmQiOnsiJGlkIjoiNDc2MSIsIkNvbG9yIjp7IiRpZCI6IjQ3NjIiLCJBIjoyNTUsIlIiOjY4LCJHIjo4NCwiQiI6MTA2fX0sIklzVmlzaWJsZSI6dHJ1ZSwiV2lkdGgiOjg1OC4wLCJIZWlnaHQiOjIwLjAsIkJvcmRlclN0eWxlIjp7IiRpZCI6IjQ3NjMiLCJMaW5lQ29sb3IiOnsiJGlkIjoiNDc2NCIsIiR0eXBlIjoiTkxSRS5Db21tb24uRG9tLlNvbGlkQ29sb3JCcnVzaCwgTkxSRS5Db21tb24iLCJDb2xvciI6eyIkaWQiOiI0NzY1IiwiQSI6MjU1LCJSIjoyNTUsIkciOjAsIkIiOjB9fSwiTGluZVdlaWdodCI6MC4wLCJMaW5lVHlwZSI6MCwiUGFyZW50U3R5bGUiOm51bGx9LCJQYXJlbnRTdHlsZSI6bnVsbH0sIkJvdHRvbVRpZXJTaGFwZVN0eWxlIjp7IiRpZCI6IjQ3NjYiLCJNYXJnaW4iOnsiJGlkIjoiNDc2NyIsIlRvcCI6MC4wLCJMZWZ0IjoxMC4wLCJSaWdodCI6MTAuMCwiQm90dG9tIjowLjB9LCJQYWRkaW5nIjp7IiRpZCI6IjQ3NjgiLCJUb3AiOjAuMCwiTGVmdCI6MC4wLCJSaWdodCI6MC4wLCJCb3R0b20iOjAuMH0sIkJhY2tncm91bmQiOnsiJGlkIjoiNDc2OSIsIkNvbG9yIjp7IiRpZCI6IjQ3NzAiLCJBIjoyNTUsIlIiOjY4LCJHIjo4NCwiQiI6MTA2fX0sIklzVmlzaWJsZSI6dHJ1ZSwiV2lkdGgiOjg1OC4wLCJIZWlnaHQiOjIwLjAsIkJvcmRlclN0eWxlIjp7IiRpZCI6IjQ3NzEiLCJMaW5lQ29sb3IiOnsiJGlkIjoiNDc3MiIsIiR0eXBlIjoiTkxSRS5Db21tb24uRG9tLlNvbGlkQ29sb3JCcnVzaCwgTkxSRS5Db21tb24iLCJDb2xvciI6eyIkaWQiOiI0NzczIiwiQSI6MjU1LCJSIjoyNTUsIkciOjAsIkIiOjB9fSwiTGluZVdlaWdodCI6MC4wLCJMaW5lVHlwZSI6MCwiUGFyZW50U3R5bGUiOm51bGx9LCJQYXJlbnRTdHlsZSI6bnVsbH0sIlJpZ2h0RW5kQ2Fwc1N0eWxlIjp7IiRpZCI6IjQ3NzQiLCJGb250U2V0dGluZ3MiOnsiJGlkIjoiNDc3NSIsIkZvbnRTaXplIjoxOCwiRm9udE5hbWUiOiJDYWxpYnJpIiwiSXNCb2xkIjp0cnVlLCJJc0l0YWxpYyI6ZmFsc2UsIklzVW5kZXJsaW5lZCI6ZmFsc2UsIlBhcmVudFN0eWxlIjpudWxsfSwiQXV0b1NpemUiOjAsIkZvcmVncm91bmQiOnsiJGlkIjoiNDc3NiIsIkNvbG9yIjp7IiRpZCI6IjQ3Nzc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Q3NzgiLCJUb3AiOjAuMCwiTGVmdCI6MC4wLCJSaWdodCI6MjAuMCwiQm90dG9tIjowLjB9LCJQYWRkaW5nIjp7IiRpZCI6IjQ3NzkiLCJUb3AiOjAuMCwiTGVmdCI6MC4wLCJSaWdodCI6MC4wLCJCb3R0b20iOjAuMH0sIkJhY2tncm91bmQiOnsiJGlkIjoiNDc4MCIsIkNvbG9yIjp7IiRpZCI6IjQ3ODEiLCJBIjo4OSwiUiI6MCwiRyI6MCwiQiI6MH19LCJJc1Zpc2libGUiOmZhbHNlLCJXaWR0aCI6MC4wLCJIZWlnaHQiOjAuMCwiQm9yZGVyU3R5bGUiOnsiJGlkIjoiNDc4MiIsIkxpbmVDb2xvciI6bnVsbCwiTGluZVdlaWdodCI6MC4wLCJMaW5lVHlwZSI6MCwiUGFyZW50U3R5bGUiOm51bGx9LCJQYXJlbnRTdHlsZSI6bnVsbH0sIkxlZnRFbmRDYXBzU3R5bGUiOnsiJGlkIjoiNDc4MyIsIkZvbnRTZXR0aW5ncyI6eyIkaWQiOiI0Nzg0IiwiRm9udFNpemUiOjE4LCJGb250TmFtZSI6IkNhbGlicmkiLCJJc0JvbGQiOnRydWUsIklzSXRhbGljIjpmYWxzZSwiSXNVbmRlcmxpbmVkIjpmYWxzZSwiUGFyZW50U3R5bGUiOm51bGx9LCJBdXRvU2l6ZSI6MCwiRm9yZWdyb3VuZCI6eyIkaWQiOiI0Nzg1IiwiQ29sb3IiOnsiJGlkIjoiNDc4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NDc4NyIsIlRvcCI6MC4wLCJMZWZ0IjoxNTEuMjMwOTQzODk0Mzc2NjUsIlJpZ2h0IjowLjAsIkJvdHRvbSI6MC4wfSwiUGFkZGluZyI6eyIkaWQiOiI0Nzg4IiwiVG9wIjowLjAsIkxlZnQiOjAuMCwiUmlnaHQiOjAuMCwiQm90dG9tIjowLjB9LCJCYWNrZ3JvdW5kIjp7IiRpZCI6IjQ3ODkiLCJDb2xvciI6eyIkaWQiOiI0NzkwIiwiQSI6ODksIlIiOjAsIkciOjAsIkIiOjB9fSwiSXNWaXNpYmxlIjpmYWxzZSwiV2lkdGgiOjAuMCwiSGVpZ2h0IjowLjAsIkJvcmRlclN0eWxlIjp7IiRpZCI6IjQ3OTEiLCJMaW5lQ29sb3IiOm51bGwsIkxpbmVXZWlnaHQiOjAuMCwiTGluZVR5cGUiOjAsIlBhcmVudFN0eWxlIjpudWxsfSwiUGFyZW50U3R5bGUiOm51bGx9LCJUb2RheVRleHRTdHlsZSI6eyIkaWQiOiI0NzkyIiwiRm9udFNldHRpbmdzIjp7IiRpZCI6IjQ3OTMiLCJGb250U2l6ZSI6MTIsIkZvbnROYW1lIjoiQ2FsaWJyaSIsIklzQm9sZCI6ZmFsc2UsIklzSXRhbGljIjpmYWxzZSwiSXNVbmRlcmxpbmVkIjpmYWxzZSwiUGFyZW50U3R5bGUiOm51bGx9LCJBdXRvU2l6ZSI6MCwiRm9yZWdyb3VuZCI6eyIkaWQiOiI0Nzk0IiwiQ29sb3IiOnsiJGlkIjoiNDc5N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Nzk2IiwiVG9wIjowLjAsIkxlZnQiOjAuMCwiUmlnaHQiOjAuMCwiQm90dG9tIjowLjB9LCJQYWRkaW5nIjp7IiRpZCI6IjQ3OTciLCJUb3AiOjAuMCwiTGVmdCI6MC4wLCJSaWdodCI6MC4wLCJCb3R0b20iOjAuMH0sIkJhY2tncm91bmQiOnsiJGlkIjoiNDc5OCIsIkNvbG9yIjp7IiRpZCI6IjQ3OTkiLCJBIjo4OSwiUiI6MCwiRyI6MCwiQiI6MH19LCJJc1Zpc2libGUiOnRydWUsIldpZHRoIjowLjAsIkhlaWdodCI6MC4wLCJCb3JkZXJTdHlsZSI6eyIkaWQiOiI0ODAwIiwiTGluZUNvbG9yIjpudWxsLCJMaW5lV2VpZ2h0IjowLjAsIkxpbmVUeXBlIjowLCJQYXJlbnRTdHlsZSI6bnVsbH0sIlBhcmVudFN0eWxlIjpudWxsfSwiVG9kYXlNYXJrZXJTdHlsZSI6eyIkaWQiOiI0ODAxIiwiTWFyZ2luIjp7IiRpZCI6IjQ4MDIiLCJUb3AiOjAuMCwiTGVmdCI6MC4wLCJSaWdodCI6MC4wLCJCb3R0b20iOjAuMH0sIlBhZGRpbmciOnsiJGlkIjoiNDgwMyIsIlRvcCI6MC4wLCJMZWZ0IjowLjAsIlJpZ2h0IjowLjAsIkJvdHRvbSI6MC4wfSwiQmFja2dyb3VuZCI6eyIkaWQiOiI0ODA0IiwiQ29sb3IiOnsiJGlkIjoiNDgwNSIsIkEiOjI1NSwiUiI6MjU1LCJHIjowLCJCIjowfX0sIklzVmlzaWJsZSI6dHJ1ZSwiV2lkdGgiOjAuMCwiSGVpZ2h0IjowLjAsIkJvcmRlclN0eWxlIjpudWxsLCJQYXJlbnRTdHlsZSI6bnVsbH0sIlNjYWxlU3R5bGUiOnsiJGlkIjoiNDgwNiIsIlNoYXBlIjozLCJTaG93U2VnbWVudFNlcGFyYXRvcnMiOnRydWUsIlNlZ21lbnRTZXBhcmF0b3JPcGFjaXR5IjozMCwiSGFzQmVlblZpc2libGVCZWZvcmUiOnRydWUsIkZvbnRTZXR0aW5ncyI6eyIkaWQiOiI0ODA3IiwiRm9udFNpemUiOjEyLCJGb250TmFtZSI6IkNhbGlicmkiLCJJc0JvbGQiOmZhbHNlLCJJc0l0YWxpYyI6ZmFsc2UsIklzVW5kZXJsaW5lZCI6ZmFsc2UsIlBhcmVudFN0eWxlIjpudWxsfSwiQXV0b1NpemUiOjAsIkZvcmVncm91bmQiOnsiJGlkIjoiNDgwOCIsIkNvbG9yIjp7IiRpZCI6IjQ4MDk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gxMCIsIlRvcCI6MC4wLCJMZWZ0Ijo0LjAsIlJpZ2h0Ijo0LjAsIkJvdHRvbSI6MC4wfSwiUGFkZGluZyI6eyIkaWQiOiI0ODExIiwiVG9wIjowLjAsIkxlZnQiOjAuMCwiUmlnaHQiOjAuMCwiQm90dG9tIjowLjB9LCJCYWNrZ3JvdW5kIjp7IiRpZCI6IjQ4MTIiLCJDb2xvciI6eyIkaWQiOiI0ODEzIiwiQSI6ODksIlIiOjAsIkciOjAsIkIiOjB9fSwiSXNWaXNpYmxlIjp0cnVlLCJXaWR0aCI6MC4wLCJIZWlnaHQiOjAuMCwiQm9yZGVyU3R5bGUiOnsiJGlkIjoiNDgxNCIsIkxpbmVDb2xvciI6bnVsbCwiTGluZVdlaWdodCI6MC4wLCJMaW5lVHlwZSI6MCwiUGFyZW50U3R5bGUiOm51bGx9LCJQYXJlbnRTdHlsZSI6bnVsbH0sIlNpbmdsZVNjYWxlU2hhcGVTdHlsZSI6eyIkaWQiOiI0ODE1IiwiU2hhcGUiOjAsIkhlaWdodCI6MC4wfSwiTWlkZGxlVGllclNjYWxlU3R5bGUiOnsiJGlkIjoiNDgxNiIsIlNoYXBlIjozLCJTaG93U2VnbWVudFNlcGFyYXRvcnMiOnRydWUsIlNlZ21lbnRTZXBhcmF0b3JPcGFjaXR5IjozMCwiSGFzQmVlblZpc2libGVCZWZvcmUiOmZhbHNlLCJGb250U2V0dGluZ3MiOnsiJGlkIjoiNDgxNyIsIkZvbnRTaXplIjoxMiwiRm9udE5hbWUiOiJDYWxpYnJpIiwiSXNCb2xkIjpmYWxzZSwiSXNJdGFsaWMiOmZhbHNlLCJJc1VuZGVybGluZWQiOmZhbHNlLCJQYXJlbnRTdHlsZSI6bnVsbH0sIkF1dG9TaXplIjowLCJGb3JlZ3JvdW5kIjp7IiRpZCI6IjQ4MTgiLCJDb2xvciI6eyIkaWQiOiI0ODE5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4MjAiLCJUb3AiOjAuMCwiTGVmdCI6NC4wLCJSaWdodCI6NC4wLCJCb3R0b20iOjAuMH0sIlBhZGRpbmciOnsiJGlkIjoiNDgyMSIsIlRvcCI6MC4wLCJMZWZ0IjowLjAsIlJpZ2h0IjowLjAsIkJvdHRvbSI6MC4wfSwiQmFja2dyb3VuZCI6eyIkaWQiOiI0ODIyIiwiQ29sb3IiOnsiJGlkIjoiNDgyMyIsIkEiOjg5LCJSIjowLCJHIjowLCJCIjowfX0sIklzVmlzaWJsZSI6ZmFsc2UsIldpZHRoIjowLjAsIkhlaWdodCI6MC4wLCJCb3JkZXJTdHlsZSI6eyIkaWQiOiI0ODI0IiwiTGluZUNvbG9yIjpudWxsLCJMaW5lV2VpZ2h0IjowLjAsIkxpbmVUeXBlIjowLCJQYXJlbnRTdHlsZSI6bnVsbH0sIlBhcmVudFN0eWxlIjpudWxsfSwiQm90dG9tVGllclNjYWxlU3R5bGUiOnsiJGlkIjoiNDgyNSIsIlNoYXBlIjozLCJTaG93U2VnbWVudFNlcGFyYXRvcnMiOnRydWUsIlNlZ21lbnRTZXBhcmF0b3JPcGFjaXR5IjozMCwiSGFzQmVlblZpc2libGVCZWZvcmUiOmZhbHNlLCJGb250U2V0dGluZ3MiOnsiJGlkIjoiNDgyNiIsIkZvbnRTaXplIjoxMiwiRm9udE5hbWUiOiJDYWxpYnJpIiwiSXNCb2xkIjpmYWxzZSwiSXNJdGFsaWMiOmZhbHNlLCJJc1VuZGVybGluZWQiOmZhbHNlLCJQYXJlbnRTdHlsZSI6bnVsbH0sIkF1dG9TaXplIjowLCJGb3JlZ3JvdW5kIjp7IiRpZCI6IjQ4MjciLCJDb2xvciI6eyIkaWQiOiI0ODI4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4MjkiLCJUb3AiOjAuMCwiTGVmdCI6NC4wLCJSaWdodCI6NC4wLCJCb3R0b20iOjAuMH0sIlBhZGRpbmciOnsiJGlkIjoiNDgzMCIsIlRvcCI6MC4wLCJMZWZ0IjowLjAsIlJpZ2h0IjowLjAsIkJvdHRvbSI6MC4wfSwiQmFja2dyb3VuZCI6eyIkaWQiOiI0ODMxIiwiQ29sb3IiOnsiJGlkIjoiNDgzMiIsIkEiOjg5LCJSIjowLCJHIjowLCJCIjowfX0sIklzVmlzaWJsZSI6ZmFsc2UsIldpZHRoIjowLjAsIkhlaWdodCI6MC4wLCJCb3JkZXJTdHlsZSI6eyIkaWQiOiI0ODMzIiwiTGluZUNvbG9yIjpudWxsLCJMaW5lV2VpZ2h0IjowLjAsIkxpbmVUeXBlIjowLCJQYXJlbnRTdHlsZSI6bnVsbH0sIlBhcmVudFN0eWxlIjpudWxsfSwiRWxhcHNlZFRpbWVCYWNrZ3JvdW5kIjp7IiRpZCI6IjQ4MzQiLCJDb2xvciI6eyIkaWQiOiI0ODM1IiwiQSI6MTkxLCJSIjoyNTUsIkciOjAsIkIiOjB9fSwiQXBwZW5kWWVhck9uWWVhckNoYW5nZSI6ZmFsc2UsIkVsYXBzZWRUaW1lRm9ybWF0IjoyLCJUb2RheU1hcmtlclBvc2l0aW9uIjozLCJRdWlja1Bvc2l0aW9uIjozLCJBYnNvbHV0ZVBvc2l0aW9uIjo1LjQsIk1hcmdpbiI6eyIkaWQiOiI0ODM2IiwiVG9wIjowLjAsIkxlZnQiOjEwLjAsIlJpZ2h0IjoxMC4wLCJCb3R0b20iOjAuMH0sIlBhZGRpbmciOnsiJGlkIjoiNDgzNyIsIlRvcCI6MC4wLCJMZWZ0IjowLjAsIlJpZ2h0IjowLjAsIkJvdHRvbSI6MC4wfSwiQmFja2dyb3VuZCI6eyIkaWQiOiI0ODM4IiwiQ29sb3IiOnsiJGlkIjoiNDgzOSIsIkEiOjI1NSwiUiI6NDcsIkciOjU0LCJCIjoxNTN9fSwiSXNWaXNpYmxlIjp0cnVlLCJXaWR0aCI6MC4wLCJIZWlnaHQiOjAuMCwiQm9yZGVyU3R5bGUiOm51bGwsIlBhcmVudFN0eWxlIjpudWxsfSwiRGVmYXVsdE1pbGVzdG9uZVN0eWxlIjp7IiRpZCI6IjQ4NDAiLCJTaGFwZSI6MTksIkNvbm5lY3Rvck1hcmdpbiI6eyIkaWQiOiI0ODQxIiwiVG9wIjowLjAsIkxlZnQiOjIuMCwiUmlnaHQiOjIuMCwiQm90dG9tIjowLjB9LCJDb25uZWN0b3JTdHlsZSI6eyIkaWQiOiI0ODQyIiwiTGluZUNvbG9yIjp7IiRpZCI6IjQ4NDMiLCIkdHlwZSI6Ik5MUkUuQ29tbW9uLkRvbS5Tb2xpZENvbG9yQnJ1c2gsIE5MUkUuQ29tbW9uIiwiQ29sb3IiOnsiJGlkIjoiNDg0NCIsIkEiOjEyNywiUiI6NzksIkciOjEyOSwiQiI6MTg5fX0sIkxpbmVXZWlnaHQiOjEuMCwiTGluZVR5cGUiOjAsIlBhcmVudFN0eWxlIjpudWxsfSwiSXNCZWxvd1RpbWViYW5kIjpmYWxzZSwiUG9zaXRpb25PblRhc2siOjAsIkhpZGVEYXRlIjpmYWxzZSwiU2hhcGVTaXplIjoxLCJTcGFjaW5nIjowLjAsIlBhZGRpbmciOnsiJGlkIjoiNDg0NSIsIlRvcCI6NS4wLCJMZWZ0IjozLjAsIlJpZ2h0IjowLjAsIkJvdHRvbSI6Mi4wfSwiU2hhcGVTdHlsZSI6eyIkaWQiOiI0ODQ2IiwiTWFyZ2luIjp7IiRpZCI6IjQ4NDciLCJUb3AiOjAuMCwiTGVmdCI6MC4wLCJSaWdodCI6MC4wLCJCb3R0b20iOjAuMH0sIlBhZGRpbmciOnsiJGlkIjoiNDg0OCIsIlRvcCI6MC4wLCJMZWZ0IjowLjAsIlJpZ2h0IjowLjAsIkJvdHRvbSI6MC4wfSwiQmFja2dyb3VuZCI6eyIkaWQiOiI0ODQ5IiwiQ29sb3IiOnsiJGlkIjoiNDg1MCIsIkEiOjI1NSwiUiI6MTEyLCJHIjoxNzMsIkIiOjcxfX0sIklzVmlzaWJsZSI6dHJ1ZSwiV2lkdGgiOjEzLjAsIkhlaWdodCI6MTMuMCwiQm9yZGVyU3R5bGUiOnsiJGlkIjoiNDg1MSIsIkxpbmVDb2xvciI6eyIkaWQiOiI0ODUyIiwiJHR5cGUiOiJOTFJFLkNvbW1vbi5Eb20uU29saWRDb2xvckJydXNoLCBOTFJFLkNvbW1vbiIsIkNvbG9yIjp7IiRpZCI6IjQ4NTMiLCJBIjoyNTUsIlIiOjIzNCwiRyI6MjIsIkIiOjMwfX0sIkxpbmVXZWlnaHQiOjAuMCwiTGluZVR5cGUiOjAsIlBhcmVudFN0eWxlIjpudWxsfSwiUGFyZW50U3R5bGUiOm51bGx9LCJUaXRsZVN0eWxlIjp7IiRpZCI6IjQ4NTQiLCJGb250U2V0dGluZ3MiOnsiJGlkIjoiNDg1NSIsIkZvbnRTaXplIjoxMSwiRm9udE5hbWUiOiJDYWxpYnJpIiwiSXNCb2xkIjp0cnVlLCJJc0l0YWxpYyI6ZmFsc2UsIklzVW5kZXJsaW5lZCI6ZmFsc2UsIlBhcmVudFN0eWxlIjpudWxsfSwiQXV0b1NpemUiOjAsIkZvcmVncm91bmQiOnsiJGlkIjoiNDg1NiIsIkNvbG9yIjp7IiRpZCI6IjQ4NTc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Dg1OCIsIlRvcCI6MC4wLCJMZWZ0IjowLjAsIlJpZ2h0IjowLjAsIkJvdHRvbSI6MC4wfSwiUGFkZGluZyI6eyIkaWQiOiI0ODU5IiwiVG9wIjowLjAsIkxlZnQiOjAuMCwiUmlnaHQiOjAuMCwiQm90dG9tIjowLjB9LCJCYWNrZ3JvdW5kIjp7IiRpZCI6IjQ4NjAiLCJDb2xvciI6eyIkaWQiOiI0ODYxIiwiQSI6ODksIlIiOjAsIkciOjAsIkIiOjB9fSwiSXNWaXNpYmxlIjp0cnVlLCJXaWR0aCI6MC4wLCJIZWlnaHQiOjAuMCwiQm9yZGVyU3R5bGUiOnsiJGlkIjoiNDg2MiIsIkxpbmVDb2xvciI6bnVsbCwiTGluZVdlaWdodCI6MC4wLCJMaW5lVHlwZSI6MCwiUGFyZW50U3R5bGUiOm51bGx9LCJQYXJlbnRTdHlsZSI6bnVsbH0sIkRhdGVTdHlsZSI6eyIkaWQiOiI0ODYzIiwiRm9udFNldHRpbmdzIjp7IiRpZCI6IjQ4NjQiLCJGb250U2l6ZSI6MTAsIkZvbnROYW1lIjoiQ2FsaWJyaSIsIklzQm9sZCI6ZmFsc2UsIklzSXRhbGljIjpmYWxzZSwiSXNVbmRlcmxpbmVkIjpmYWxzZSwiUGFyZW50U3R5bGUiOm51bGx9LCJBdXRvU2l6ZSI6MCwiRm9yZWdyb3VuZCI6eyIkaWQiOiI0ODY1IiwiQ29sb3IiOnsiJGlkIjoiNDg2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g2NyIsIlRvcCI6MC4wLCJMZWZ0IjowLjAsIlJpZ2h0IjowLjAsIkJvdHRvbSI6MC4wfSwiUGFkZGluZyI6eyIkaWQiOiI0ODY4IiwiVG9wIjowLjAsIkxlZnQiOjAuMCwiUmlnaHQiOjAuMCwiQm90dG9tIjowLjB9LCJCYWNrZ3JvdW5kIjp7IiRpZCI6IjQ4NjkiLCJDb2xvciI6eyIkaWQiOiI0ODcwIiwiQSI6ODksIlIiOjAsIkciOjAsIkIiOjB9fSwiSXNWaXNpYmxlIjp0cnVlLCJXaWR0aCI6MC4wLCJIZWlnaHQiOjAuMCwiQm9yZGVyU3R5bGUiOnsiJGlkIjoiNDg3MSIsIkxpbmVDb2xvciI6bnVsbCwiTGluZVdlaWdodCI6MC4wLCJMaW5lVHlwZSI6MCwiUGFyZW50U3R5bGUiOm51bGx9LCJQYXJlbnRTdHlsZSI6bnVsbH0sIkRhdGVGb3JtYXQiOnsiJGlkIjoiNDg3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ODczIiwiRm9ybWF0IjowLCJJc1Zpc2libGUiOmZhbHNlLCJMYXN0S25vd25WaXNpYmlsaXR5U3RhdGUiOmZhbHNlfSwiSXNWaXNpYmxlIjp0cnVlLCJWYXJpYW5jZVN0eWxlIjp7IiRpZCI6IjQ4NzQiLCJUZXh0U3R5bGUiOnsiJGlkIjoiNDg3NSIsIkZvbnRTZXR0aW5ncyI6eyIkaWQiOiI0ODc2IiwiRm9udFNpemUiOjEwLCJGb250TmFtZSI6IkNhbGlicmkiLCJJc0JvbGQiOmZhbHNlLCJJc0l0YWxpYyI6ZmFsc2UsIklzVW5kZXJsaW5lZCI6ZmFsc2UsIlBhcmVudFN0eWxlIjpudWxsfSwiQXV0b1NpemUiOjAsIkZvcmVncm91bmQiOnsiJGlkIjoiNDg3NyIsIkNvbG9yIjp7IiRpZCI6IjQ4Nz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g3OSIsIlRvcCI6MC4wLCJMZWZ0IjowLjAsIlJpZ2h0IjowLjAsIkJvdHRvbSI6MC4wfSwiUGFkZGluZyI6eyIkaWQiOiI0ODgwIiwiVG9wIjowLjAsIkxlZnQiOjAuMCwiUmlnaHQiOjAuMCwiQm90dG9tIjowLjB9LCJCYWNrZ3JvdW5kIjp7IiRpZCI6IjQ4ODEiLCJDb2xvciI6eyIkaWQiOiI0ODgyIiwiQSI6NTAsIlIiOjAsIkciOjAsIkIiOjB9fSwiSXNWaXNpYmxlIjp0cnVlLCJXaWR0aCI6MC4wLCJIZWlnaHQiOjAuMCwiQm9yZGVyU3R5bGUiOm51bGwsIlBhcmVudFN0eWxlIjpudWxsfSwiUGFyZW50U3R5bGUiOm51bGx9LCJQYXJlbnRTdHlsZSI6bnVsbH0sIkRlZmF1bHRNb3RTdHlsZSI6eyIkaWQiOiI0ODgzIiwiU2hhcGUiOjE5LCJDb25uZWN0b3JNYXJnaW4iOnsiJGlkIjoiNDg4NCIsIlRvcCI6MC4wLCJMZWZ0IjoyLjAsIlJpZ2h0IjoyLjAsIkJvdHRvbSI6MC4wfSwiQ29ubmVjdG9yU3R5bGUiOnsiJGlkIjoiNDg4NSIsIkxpbmVDb2xvciI6eyIkaWQiOiI0ODg2IiwiJHR5cGUiOiJOTFJFLkNvbW1vbi5Eb20uU29saWRDb2xvckJydXNoLCBOTFJFLkNvbW1vbiIsIkNvbG9yIjp7IiRpZCI6IjQ4ODciLCJBIjoxMjcsIlIiOjc5LCJHIjoxMjksIkIiOjE4OX19LCJMaW5lV2VpZ2h0IjoxLjAsIkxpbmVUeXBlIjowLCJQYXJlbnRTdHlsZSI6bnVsbH0sIklzQmVsb3dUaW1lYmFuZCI6ZmFsc2UsIlBvc2l0aW9uT25UYXNrIjoxLCJIaWRlRGF0ZSI6ZmFsc2UsIlNoYXBlU2l6ZSI6MSwiU3BhY2luZyI6MC4wLCJQYWRkaW5nIjp7IiRpZCI6IjQ4ODgiLCJUb3AiOjUuMCwiTGVmdCI6My4wLCJSaWdodCI6MC4wLCJCb3R0b20iOjIuMH0sIlNoYXBlU3R5bGUiOnsiJGlkIjoiNDg4OSIsIk1hcmdpbiI6eyIkaWQiOiI0ODkwIiwiVG9wIjowLjAsIkxlZnQiOjAuMCwiUmlnaHQiOjAuMCwiQm90dG9tIjowLjB9LCJQYWRkaW5nIjp7IiRpZCI6IjQ4OTEiLCJUb3AiOjAuMCwiTGVmdCI6MC4wLCJSaWdodCI6MC4wLCJCb3R0b20iOjAuMH0sIkJhY2tncm91bmQiOnsiJGlkIjoiNDg5MiIsIkNvbG9yIjp7IiRpZCI6IjQ4OTMiLCJBIjoyNTUsIlIiOjExMiwiRyI6MTczLCJCIjo3MX19LCJJc1Zpc2libGUiOnRydWUsIldpZHRoIjoxMy4wLCJIZWlnaHQiOjEzLjAsIkJvcmRlclN0eWxlIjp7IiRpZCI6IjQ4OTQiLCJMaW5lQ29sb3IiOnsiJGlkIjoiNDg5NSIsIiR0eXBlIjoiTkxSRS5Db21tb24uRG9tLlNvbGlkQ29sb3JCcnVzaCwgTkxSRS5Db21tb24iLCJDb2xvciI6eyIkaWQiOiI0ODk2IiwiQSI6MjU1LCJSIjoyMzQsIkciOjIyLCJCIjozMH19LCJMaW5lV2VpZ2h0IjowLjAsIkxpbmVUeXBlIjowLCJQYXJlbnRTdHlsZSI6bnVsbH0sIlBhcmVudFN0eWxlIjpudWxsfSwiVGl0bGVTdHlsZSI6eyIkaWQiOiI0ODk3IiwiRm9udFNldHRpbmdzIjp7IiRpZCI6IjQ4OTgiLCJGb250U2l6ZSI6MTEsIkZvbnROYW1lIjoiQ2FsaWJyaSIsIklzQm9sZCI6dHJ1ZSwiSXNJdGFsaWMiOmZhbHNlLCJJc1VuZGVybGluZWQiOmZhbHNlLCJQYXJlbnRTdHlsZSI6bnVsbH0sIkF1dG9TaXplIjowLCJGb3JlZ3JvdW5kIjp7IiRpZCI6IjQ4OTkiLCJDb2xvciI6eyIkaWQiOiI0OTA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5MDEiLCJUb3AiOjAuMCwiTGVmdCI6MC4wLCJSaWdodCI6MC4wLCJCb3R0b20iOjAuMH0sIlBhZGRpbmciOnsiJGlkIjoiNDkwMiIsIlRvcCI6MC4wLCJMZWZ0IjowLjAsIlJpZ2h0IjowLjAsIkJvdHRvbSI6MC4wfSwiQmFja2dyb3VuZCI6eyIkaWQiOiI0OTAzIiwiQ29sb3IiOnsiJGlkIjoiNDkwNCIsIkEiOjg5LCJSIjowLCJHIjowLCJCIjowfX0sIklzVmlzaWJsZSI6dHJ1ZSwiV2lkdGgiOjAuMCwiSGVpZ2h0IjowLjAsIkJvcmRlclN0eWxlIjp7IiRpZCI6IjQ5MDUiLCJMaW5lQ29sb3IiOm51bGwsIkxpbmVXZWlnaHQiOjAuMCwiTGluZVR5cGUiOjAsIlBhcmVudFN0eWxlIjpudWxsfSwiUGFyZW50U3R5bGUiOm51bGx9LCJEYXRlU3R5bGUiOnsiJGlkIjoiNDkwNiIsIkZvbnRTZXR0aW5ncyI6eyIkaWQiOiI0OTA3IiwiRm9udFNpemUiOjEwLCJGb250TmFtZSI6IkNhbGlicmkiLCJJc0JvbGQiOmZhbHNlLCJJc0l0YWxpYyI6ZmFsc2UsIklzVW5kZXJsaW5lZCI6ZmFsc2UsIlBhcmVudFN0eWxlIjpudWxsfSwiQXV0b1NpemUiOjAsIkZvcmVncm91bmQiOnsiJGlkIjoiNDkwOCIsIkNvbG9yIjp7IiRpZCI6IjQ5M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5MTAiLCJUb3AiOjAuMCwiTGVmdCI6MC4wLCJSaWdodCI6MC4wLCJCb3R0b20iOjAuMH0sIlBhZGRpbmciOnsiJGlkIjoiNDkxMSIsIlRvcCI6MC4wLCJMZWZ0IjowLjAsIlJpZ2h0IjowLjAsIkJvdHRvbSI6MC4wfSwiQmFja2dyb3VuZCI6eyIkaWQiOiI0OTEyIiwiQ29sb3IiOnsiJGlkIjoiNDkxMyIsIkEiOjg5LCJSIjowLCJHIjowLCJCIjowfX0sIklzVmlzaWJsZSI6dHJ1ZSwiV2lkdGgiOjAuMCwiSGVpZ2h0IjowLjAsIkJvcmRlclN0eWxlIjp7IiRpZCI6IjQ5MTQiLCJMaW5lQ29sb3IiOm51bGwsIkxpbmVXZWlnaHQiOjAuMCwiTGluZVR5cGUiOjAsIlBhcmVudFN0eWxlIjpudWxsfSwiUGFyZW50U3R5bGUiOm51bGx9LCJEYXRlRm9ybWF0Ijp7IiRpZCI6IjQ5M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kxNiIsIkZvcm1hdCI6MCwiSXNWaXNpYmxlIjpmYWxzZSwiTGFzdEtub3duVmlzaWJpbGl0eVN0YXRlIjpmYWxzZX0sIklzVmlzaWJsZSI6dHJ1ZSwiVmFyaWFuY2VTdHlsZSI6eyIkaWQiOiI0OTE3IiwiVGV4dFN0eWxlIjp7IiRpZCI6IjQ5MTgiLCJGb250U2V0dGluZ3MiOnsiJGlkIjoiNDkxOSIsIkZvbnRTaXplIjoxMCwiRm9udE5hbWUiOiJDYWxpYnJpIiwiSXNCb2xkIjpmYWxzZSwiSXNJdGFsaWMiOmZhbHNlLCJJc1VuZGVybGluZWQiOmZhbHNlLCJQYXJlbnRTdHlsZSI6bnVsbH0sIkF1dG9TaXplIjowLCJGb3JlZ3JvdW5kIjp7IiRpZCI6IjQ5MjAiLCJDb2xvciI6eyIkaWQiOiI0OTI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5MjIiLCJUb3AiOjAuMCwiTGVmdCI6MC4wLCJSaWdodCI6MC4wLCJCb3R0b20iOjAuMH0sIlBhZGRpbmciOnsiJGlkIjoiNDkyMyIsIlRvcCI6MC4wLCJMZWZ0IjowLjAsIlJpZ2h0IjowLjAsIkJvdHRvbSI6MC4wfSwiQmFja2dyb3VuZCI6eyIkaWQiOiI0OTI0IiwiQ29sb3IiOnsiJGlkIjoiNDkyNSIsIkEiOjUwLCJSIjowLCJHIjowLCJCIjowfX0sIklzVmlzaWJsZSI6dHJ1ZSwiV2lkdGgiOjAuMCwiSGVpZ2h0IjowLjAsIkJvcmRlclN0eWxlIjpudWxsLCJQYXJlbnRTdHlsZSI6bnVsbH0sIlBhcmVudFN0eWxlIjpudWxsfSwiUGFyZW50U3R5bGUiOm51bGx9LCJEZWZhdWx0VGFza1N0eWxlIjp7IiRpZCI6IjQ5MjYiLCJTaGFwZSI6MSwiU2hhcGVUaGlja25lc3MiOjAsIkR1cmF0aW9uRm9ybWF0IjowLCJJbmNsdWRlTm9uV29ya2luZ0RheXNJbkR1cmF0aW9uIjpmYWxzZSwiUGVyY2VudGFnZUNvbXBsZXRlU3R5bGUiOnsiJGlkIjoiNDkyNyIsIkZvbnRTZXR0aW5ncyI6eyIkaWQiOiI0OTI4IiwiRm9udFNpemUiOjEwLCJGb250TmFtZSI6IkNhbGlicmkiLCJJc0JvbGQiOmZhbHNlLCJJc0l0YWxpYyI6ZmFsc2UsIklzVW5kZXJsaW5lZCI6ZmFsc2UsIlBhcmVudFN0eWxlIjpudWxsfSwiQXV0b1NpemUiOjAsIkZvcmVncm91bmQiOnsiJGlkIjoiNDkyOSIsIkNvbG9yIjp7IiRpZCI6IjQ5Mz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OTMxIiwiVG9wIjowLjAsIkxlZnQiOjAuMCwiUmlnaHQiOjAuMCwiQm90dG9tIjowLjB9LCJQYWRkaW5nIjp7IiRpZCI6IjQ5MzIiLCJUb3AiOjAuMCwiTGVmdCI6MC4wLCJSaWdodCI6MC4wLCJCb3R0b20iOjAuMH0sIkJhY2tncm91bmQiOnsiJGlkIjoiNDkzMyIsIkNvbG9yIjp7IiRpZCI6IjQ5MzQiLCJBIjo4OSwiUiI6MCwiRyI6MCwiQiI6MH19LCJJc1Zpc2libGUiOnRydWUsIldpZHRoIjowLjAsIkhlaWdodCI6MC4wLCJCb3JkZXJTdHlsZSI6eyIkaWQiOiI0OTM1IiwiTGluZUNvbG9yIjpudWxsLCJMaW5lV2VpZ2h0IjowLjAsIkxpbmVUeXBlIjowLCJQYXJlbnRTdHlsZSI6bnVsbH0sIlBhcmVudFN0eWxlIjpudWxsfSwiRHVyYXRpb25TdHlsZSI6eyIkaWQiOiI0OTM2IiwiRm9udFNldHRpbmdzIjp7IiRpZCI6IjQ5MzciLCJGb250U2l6ZSI6MTAsIkZvbnROYW1lIjoiQ2FsaWJyaSIsIklzQm9sZCI6ZmFsc2UsIklzSXRhbGljIjpmYWxzZSwiSXNVbmRlcmxpbmVkIjpmYWxzZSwiUGFyZW50U3R5bGUiOm51bGx9LCJBdXRvU2l6ZSI6MCwiRm9yZWdyb3VuZCI6eyIkaWQiOiI0OTM4IiwiQ29sb3IiOnsiJGlkIjoiNDkz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5NDAiLCJUb3AiOjAuMCwiTGVmdCI6MC4wLCJSaWdodCI6MC4wLCJCb3R0b20iOjAuMH0sIlBhZGRpbmciOnsiJGlkIjoiNDk0MSIsIlRvcCI6MC4wLCJMZWZ0IjowLjAsIlJpZ2h0IjowLjAsIkJvdHRvbSI6MC4wfSwiQmFja2dyb3VuZCI6eyIkaWQiOiI0OTQyIiwiQ29sb3IiOnsiJGlkIjoiNDk0MyIsIkEiOjg5LCJSIjowLCJHIjowLCJCIjowfX0sIklzVmlzaWJsZSI6dHJ1ZSwiV2lkdGgiOjAuMCwiSGVpZ2h0IjowLjAsIkJvcmRlclN0eWxlIjp7IiRpZCI6IjQ5NDQiLCJMaW5lQ29sb3IiOm51bGwsIkxpbmVXZWlnaHQiOjAuMCwiTGluZVR5cGUiOjAsIlBhcmVudFN0eWxlIjpudWxsfSwiUGFyZW50U3R5bGUiOm51bGx9LCJIb3Jpem9udGFsQ29ubmVjdG9yU3R5bGUiOnsiJGlkIjoiNDk0NSIsIkxpbmVDb2xvciI6eyIkaWQiOiI0OTQ2IiwiJHR5cGUiOiJOTFJFLkNvbW1vbi5Eb20uU29saWRDb2xvckJydXNoLCBOTFJFLkNvbW1vbiIsIkNvbG9yIjp7IiRpZCI6IjQ5NDciLCJBIjoyNTUsIlIiOjIwNCwiRyI6MjA0LCJCIjoyMDR9fSwiTGluZVdlaWdodCI6MS4wLCJMaW5lVHlwZSI6MCwiUGFyZW50U3R5bGUiOm51bGx9LCJWZXJ0aWNhbENvbm5lY3RvclN0eWxlIjp7IiRpZCI6IjQ5NDgiLCJMaW5lQ29sb3IiOnsiJGlkIjoiNDk0OSIsIiR0eXBlIjoiTkxSRS5Db21tb24uRG9tLlNvbGlkQ29sb3JCcnVzaCwgTkxSRS5Db21tb24iLCJDb2xvciI6eyIkaWQiOiI0OTUw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YsIlZhcmlhbmNlUG9zaXRpb24iOjYsIlNwYWNpbmciOjMsIklzQmVsb3dUaW1lYmFuZCI6ZmFsc2UsIlBlcmNlbnRhZ2VDb21wbGV0ZVNoYXBlT3BhY2l0eSI6MzUsIkJhc2VsaW5lU3R5bGUiOnsiJGlkIjoiNDk1MSIsIlNoYXBlU3R5bGUiOnsiJGlkIjoiNDk1MiIsIk1hcmdpbiI6eyIkaWQiOiI0OTUzIiwiVG9wIjowLjAsIkxlZnQiOjAuMCwiUmlnaHQiOjAuMCwiQm90dG9tIjowLjB9LCJQYWRkaW5nIjp7IiRpZCI6IjQ5NTQiLCJUb3AiOjAuMCwiTGVmdCI6MC4wLCJSaWdodCI6MC4wLCJCb3R0b20iOjAuMH0sIkJhY2tncm91bmQiOnsiJGlkIjoiNDk1NSIsIkNvbG9yIjp7IiRpZCI6IjQ5NTYiLCJBIjoxNTMsIlIiOjAsIkciOjAsIkIiOjB9fSwiSXNWaXNpYmxlIjp0cnVlLCJXaWR0aCI6MC4wLCJIZWlnaHQiOjAuMCwiQm9yZGVyU3R5bGUiOnsiJGlkIjoiNDk1NyIsIkxpbmVDb2xvciI6eyIkaWQiOiI0OTU4IiwiJHR5cGUiOiJOTFJFLkNvbW1vbi5Eb20uU29saWRDb2xvckJydXNoLCBOTFJFLkNvbW1vbiIsIkNvbG9yIjp7IiRpZCI6IjQ5NTkiLCJBIjoyNTUsIlIiOjI1NSwiRyI6MCwiQiI6MH19LCJMaW5lV2VpZ2h0IjowLjAsIkxpbmVUeXBlIjowLCJQYXJlbnRTdHlsZSI6bnVsbH0sIlBhcmVudFN0eWxlIjpudWxsfSwiTWFyZ2luIjp7IiRpZCI6IjQ5NjAiLCJUb3AiOjAuMCwiTGVmdCI6MC4wLCJSaWdodCI6MC4wLCJCb3R0b20iOjAuMH0sIlBhZGRpbmciOnsiJGlkIjoiNDk2MSIsIlRvcCI6MC4wLCJMZWZ0IjowLjAsIlJpZ2h0IjowLjAsIkJvdHRvbSI6MC4wfSwiQmFja2dyb3VuZCI6bnVsbCwiSXNWaXNpYmxlIjp0cnVlLCJXaWR0aCI6MC4wLCJIZWlnaHQiOjAuMCwiQm9yZGVyU3R5bGUiOm51bGwsIlBhcmVudFN0eWxlIjpudWxsfSwiU2hhcGVTdHlsZSI6eyIkaWQiOiI0OTYyIiwiTWFyZ2luIjp7IiRpZCI6IjQ5NjMiLCJUb3AiOjAuMCwiTGVmdCI6NC4wLCJSaWdodCI6NC4wLCJCb3R0b20iOjAuMH0sIlBhZGRpbmciOnsiJGlkIjoiNDk2NCIsIlRvcCI6MC4wLCJMZWZ0IjowLjAsIlJpZ2h0IjowLjAsIkJvdHRvbSI6MC4wfSwiQmFja2dyb3VuZCI6eyIkaWQiOiI0OTY1IiwiQ29sb3IiOnsiJGlkIjoiNDk2NiIsIkEiOjEyNywiUiI6OTEsIkciOjE1NSwiQiI6MjEzfX0sIklzVmlzaWJsZSI6dHJ1ZSwiV2lkdGgiOjAuMCwiSGVpZ2h0IjoxMC4wLCJCb3JkZXJTdHlsZSI6eyIkaWQiOiI0OTY3IiwiTGluZUNvbG9yIjp7IiRpZCI6IjQ5NjgiLCIkdHlwZSI6Ik5MUkUuQ29tbW9uLkRvbS5Tb2xpZENvbG9yQnJ1c2gsIE5MUkUuQ29tbW9uIiwiQ29sb3IiOnsiJGlkIjoiNDk2OSIsIkEiOjI1NSwiUiI6MjM0LCJHIjoyMiwiQiI6MzB9fSwiTGluZVdlaWdodCI6MC4wLCJMaW5lVHlwZSI6MCwiUGFyZW50U3R5bGUiOm51bGx9LCJQYXJlbnRTdHlsZSI6bnVsbH0sIlRpdGxlU3R5bGUiOnsiJGlkIjoiNDk3MCIsIkZvbnRTZXR0aW5ncyI6eyIkaWQiOiI0OTcxIiwiRm9udFNpemUiOjExLCJGb250TmFtZSI6IkNhbGlicmkiLCJJc0JvbGQiOnRydWUsIklzSXRhbGljIjpmYWxzZSwiSXNVbmRlcmxpbmVkIjpmYWxzZSwiUGFyZW50U3R5bGUiOm51bGx9LCJBdXRvU2l6ZSI6MCwiRm9yZWdyb3VuZCI6eyIkaWQiOiI0OTcyIiwiQ29sb3IiOnsiJGlkIjoiNDk3My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0OTc0IiwiVG9wIjowLjAsIkxlZnQiOjAuMCwiUmlnaHQiOjAuMCwiQm90dG9tIjowLjB9LCJQYWRkaW5nIjp7IiRpZCI6IjQ5NzUiLCJUb3AiOjAuMCwiTGVmdCI6MC4wLCJSaWdodCI6MC4wLCJCb3R0b20iOjAuMH0sIkJhY2tncm91bmQiOnsiJGlkIjoiNDk3NiIsIkNvbG9yIjp7IiRpZCI6IjQ5NzciLCJBIjo4OSwiUiI6MCwiRyI6MCwiQiI6MH19LCJJc1Zpc2libGUiOnRydWUsIldpZHRoIjowLjAsIkhlaWdodCI6MC4wLCJCb3JkZXJTdHlsZSI6eyIkaWQiOiI0OTc4IiwiTGluZUNvbG9yIjpudWxsLCJMaW5lV2VpZ2h0IjowLjAsIkxpbmVUeXBlIjowLCJQYXJlbnRTdHlsZSI6bnVsbH0sIlBhcmVudFN0eWxlIjpudWxsfSwiRGF0ZVN0eWxlIjp7IiRpZCI6IjQ5NzkiLCJGb250U2V0dGluZ3MiOnsiJGlkIjoiNDk4MCIsIkZvbnRTaXplIjoxMCwiRm9udE5hbWUiOiJDYWxpYnJpIiwiSXNCb2xkIjpmYWxzZSwiSXNJdGFsaWMiOmZhbHNlLCJJc1VuZGVybGluZWQiOmZhbHNlLCJQYXJlbnRTdHlsZSI6bnVsbH0sIkF1dG9TaXplIjowLCJGb3JlZ3JvdW5kIjp7IiRpZCI6IjQ5ODEiLCJDb2xvciI6eyIkaWQiOiI0OTg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OTgzIiwiVG9wIjowLjAsIkxlZnQiOjAuMCwiUmlnaHQiOjAuMCwiQm90dG9tIjowLjB9LCJQYWRkaW5nIjp7IiRpZCI6IjQ5ODQiLCJUb3AiOjAuMCwiTGVmdCI6MC4wLCJSaWdodCI6MC4wLCJCb3R0b20iOjAuMH0sIkJhY2tncm91bmQiOnsiJGlkIjoiNDk4NSIsIkNvbG9yIjp7IiRpZCI6IjQ5ODYiLCJBIjo4OSwiUiI6MCwiRyI6MCwiQiI6MH19LCJJc1Zpc2libGUiOnRydWUsIldpZHRoIjowLjAsIkhlaWdodCI6MC4wLCJCb3JkZXJTdHlsZSI6eyIkaWQiOiI0OTg3IiwiTGluZUNvbG9yIjpudWxsLCJMaW5lV2VpZ2h0IjowLjAsIkxpbmVUeXBlIjowLCJQYXJlbnRTdHlsZSI6bnVsbH0sIlBhcmVudFN0eWxlIjpudWxsfSwiRGF0ZUZvcm1hdCI6eyIkaWQiOiI0OTg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5ODkiLCJGb3JtYXQiOjAsIklzVmlzaWJsZSI6ZmFsc2UsIkxhc3RLbm93blZpc2liaWxpdHlTdGF0ZSI6ZmFsc2V9LCJJc1Zpc2libGUiOnRydWUsIlZhcmlhbmNlU3R5bGUiOnsiJGlkIjoiNDk5MCIsIlRleHRTdHlsZSI6eyIkaWQiOiI0OTkxIiwiRm9udFNldHRpbmdzIjp7IiRpZCI6IjQ5OTIiLCJGb250U2l6ZSI6MTAsIkZvbnROYW1lIjoiQ2FsaWJyaSIsIklzQm9sZCI6ZmFsc2UsIklzSXRhbGljIjpmYWxzZSwiSXNVbmRlcmxpbmVkIjpmYWxzZSwiUGFyZW50U3R5bGUiOm51bGx9LCJBdXRvU2l6ZSI6MCwiRm9yZWdyb3VuZCI6eyIkaWQiOiI0OTkzIiwiQ29sb3IiOnsiJGlkIjoiNDk5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Tk1IiwiVG9wIjowLjAsIkxlZnQiOjAuMCwiUmlnaHQiOjAuMCwiQm90dG9tIjowLjB9LCJQYWRkaW5nIjp7IiRpZCI6IjQ5OTYiLCJUb3AiOjAuMCwiTGVmdCI6MC4wLCJSaWdodCI6MC4wLCJCb3R0b20iOjAuMH0sIkJhY2tncm91bmQiOnsiJGlkIjoiNDk5NyIsIkNvbG9yIjp7IiRpZCI6IjQ5OTgiLCJBIjo1MCwiUiI6MCwiRyI6MCwiQiI6MH19LCJJc1Zpc2libGUiOnRydWUsIldpZHRoIjowLjAsIkhlaWdodCI6MC4wLCJCb3JkZXJTdHlsZSI6bnVsbCwiUGFyZW50U3R5bGUiOm51bGx9LCJQYXJlbnRTdHlsZSI6bnVsbH0sIlBhcmVudFN0eWxlIjpudWxsLCJfZXhwbGljaXRseVNldCI6eyIkaWQiOiI0OTk5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1MDAwIiwiR3JpZGxpbmVTdHlsZSI6eyIkaWQiOiI1MDAxIiwiTGluZUNvbG9yIjp7IiRpZCI6IjUwMDIiLCIkdHlwZSI6Ik5MUkUuQ29tbW9uLkRvbS5Tb2xpZENvbG9yQnJ1c2gsIE5MUkUuQ29tbW9uIiwiQ29sb3IiOnsiJGlkIjoiNTAwMyIsIkEiOjM4LCJSIjo5MSwiRyI6MTU1LCJCIjoyMTN9fSwiTGluZVdlaWdodCI6MS4wLCJMaW5lVHlwZSI6MCwiUGFyZW50U3R5bGUiOm51bGx9LCJNYXJnaW4iOnsiJGlkIjoiNTAwNCIsIlRvcCI6MC4wLCJMZWZ0IjowLjAsIlJpZ2h0IjowLjAsIkJvdHRvbSI6MC4wfSwiUGFkZGluZyI6eyIkaWQiOiI1MDA1IiwiVG9wIjowLjAsIkxlZnQiOjAuMCwiUmlnaHQiOjAuMCwiQm90dG9tIjowLjB9LCJCYWNrZ3JvdW5kIjpudWxsLCJJc1Zpc2libGUiOnRydWUsIldpZHRoIjowLjAsIkhlaWdodCI6MC4wLCJCb3JkZXJTdHlsZSI6eyIkaWQiOiI1MDA2IiwiTGluZUNvbG9yIjpudWxsLCJMaW5lV2VpZ2h0IjowLjAsIkxpbmVUeXBlIjowLCJQYXJlbnRTdHlsZSI6bnVsbH0sIlBhcmVudFN0eWxlIjpudWxsfSwiQWN0aXZpdHlMaW5lUGFuZWxTdHlsZSI6eyIkaWQiOiI1MDA3IiwiQWN0aXZpdHlMaW5lU3R5bGUiOnsiJGlkIjoiNTAwOCIsIkxpbmVDb2xvciI6eyIkaWQiOiI1MDA5IiwiJHR5cGUiOiJOTFJFLkNvbW1vbi5Eb20uU29saWRDb2xvckJydXNoLCBOTFJFLkNvbW1vbiIsIkNvbG9yIjp7IiRpZCI6IjUwMTAiLCJBIjozOCwiUiI6NjgsIkciOjExNCwiQiI6MTk2fX0sIkxpbmVXZWlnaHQiOjEuMCwiTGluZVR5cGUiOjAsIlBhcmVudFN0eWxlIjpudWxsfSwiTWFyZ2luIjp7IiRpZCI6IjUwMTEiLCJUb3AiOjAuMCwiTGVmdCI6MC4wLCJSaWdodCI6MC4wLCJCb3R0b20iOjAuMH0sIlBhZGRpbmciOnsiJGlkIjoiNTAxMiIsIlRvcCI6MC4wLCJMZWZ0IjowLjAsIlJpZ2h0IjowLjAsIkJvdHRvbSI6MC4wfSwiQmFja2dyb3VuZCI6bnVsbCwiSXNWaXNpYmxlIjp0cnVlLCJXaWR0aCI6MC4wLCJIZWlnaHQiOjAuMCwiQm9yZGVyU3R5bGUiOnsiJGlkIjoiNTAxMyIsIkxpbmVDb2xvciI6bnVsbCwiTGluZVdlaWdodCI6MC4wLCJMaW5lVHlwZSI6MCwiUGFyZW50U3R5bGUiOm51bGx9LCJQYXJlbnRTdHlsZSI6bnVsbH0sIl9zZWxlY3RlZFRoZW1lUHJlc2V0Q29sb3JzIjp7IiRpZCI6IjUwMTQiLCJUZXh0TGlnaHQiOnsiJGlkIjoiNTAxNSIsIkEiOjI1NSwiUiI6MjU1LCJHIjoyNTUsIkIiOjI1NX0sIlRleHREYXJrIjp7IiRpZCI6IjUwMTYiLCJBIjoyNTUsIlIiOjAsIkciOjAsIkIiOjB9LCJBY2NlbnQxIjp7IiRpZCI6IjUwMTciLCJBIjoyNTUsIlIiOjI1NSwiRyI6MjU1LCJCIjoyNTV9LCJBY2NlbnQyIjp7IiRpZCI6IjUwMTgiLCJBIjoyNTUsIlIiOjY4LCJHIjo4NCwiQiI6MTA2fSwiQWNjZW50MyI6eyIkaWQiOiI1MDE5IiwiQSI6MTI3LCJSIjo5MSwiRyI6MTU1LCJCIjoyMTN9LCJBY2NlbnQ0Ijp7IiRpZCI6IjUwMjAiLCJBIjoxMjcsIlIiOjI1NSwiRyI6MTkyLCJCIjowfSwiQWNjZW50NSI6eyIkaWQiOiI1MDIxIiwiQSI6MTI3LCJSIjoxMTIsIkciOjE3MywiQiI6NzF9LCJBY2NlbnQ2Ijp7IiRpZCI6IjUwMjIiLCJBIjoxMjcsIlIiOjE2NSwiRyI6MTY1LCJCIjoxNjV9LCJBY2NlbnQ3Ijp7IiRpZCI6IjUwMjMiLCJBIjoyNTUsIlIiOjE2MCwiRyI6NDMsIkIiOjE0N30sIkFjY2VudDgiOnsiJGlkIjoiNTAyNCIsIkEiOjI1NSwiUiI6NzgsIkciOjE2NywiQiI6NDZ9fSwiU2hvd0VsYXBzZWRUaW1lR3JhZGllbnRTdHlsZSI6ZmFsc2UsIlRpbWViYW5kUmVzZXJ2ZWRMZWZ0QXJlYVN0eWxlIjp7IiRpZCI6IjUwMjUiLCJBY3Rpdml0eUhlYWRlcldpZHRoIjoxMTEuNzI0Mjc3MjI3NzA5OTksIklzU2V0Ijp0cnVlfSwiRGVmYXVsdFN3aW1sYW5lU3R5bGUiOm51bGwsIkRlZmF1bHRTd2ltbGFuZVYyU3R5bGUiOnsiJGlkIjoiNTAyNiIsIlN0eWxlSWQiOiIwMDAwMDAwMC0wMDAwLTAwMDAtMDAwMC0wMDAwMDAwMDAwMDAiLCJIZWFkZXJTdHlsZSI6eyIkaWQiOiI1MDI3IiwiVGV4dElzVmVydGljYWwiOmZhbHNlLCJUZXh0U3R5bGUiOnsiJGlkIjoiNTAyOCIsIkZvbnRTZXR0aW5ncyI6eyIkaWQiOiI1MDI5IiwiRm9udFNpemUiOjEwLCJGb250TmFtZSI6IkZyYW5rbGluIEdvdGhpYyBNZWRpdW0iLCJJc0JvbGQiOmZhbHNlLCJJc0l0YWxpYyI6ZmFsc2UsIklzVW5kZXJsaW5lZCI6ZmFsc2UsIlBhcmVudFN0eWxlIjpudWxsfSwiQXV0b1NpemUiOjAsIkZvcmVncm91bmQiOnsiJGlkIjoiNTAzMCIsIkNvbG9yIjp7IiRpZCI6IjUwMzEiLCJBIjoyNTUsIlIiOjMyLCJHIjo1NiwiQiI6MTAwfX0sIk1heFdpZHRoIjowLjAsIk1heEhlaWdodCI6MC4wLCJTbWFydEZvcmVncm91bmRJc0FjdGl2ZSI6ZmFsc2UsIkhvcml6b250YWxBbGlnbm1lbnQiOjAsIlZlcnRpY2FsQWxpZ25tZW50IjowLCJTbWFydEZvcmVncm91bmQiOm51bGwsIkJhY2tncm91bmRGaWxsVHlwZSI6MCwiTWFyZ2luIjp7IiRpZCI6IjUwMzIiLCJUb3AiOjAuMCwiTGVmdCI6MC4wLCJSaWdodCI6MC4wLCJCb3R0b20iOjAuMH0sIlBhZGRpbmciOnsiJGlkIjoiNTAzMyIsIlRvcCI6MC4wLCJMZWZ0IjowLjAsIlJpZ2h0IjowLjAsIkJvdHRvbSI6MC4wfSwiQmFja2dyb3VuZCI6bnVsbCwiSXNWaXNpYmxlIjpmYWxzZSwiV2lkdGgiOjAuMCwiSGVpZ2h0IjowLjAsIkJvcmRlclN0eWxlIjpudWxsLCJQYXJlbnRTdHlsZSI6bnVsbH0sIlJlY3RhbmdsZVN0eWxlIjp7IiRpZCI6IjUwMzQiLCJNYXJnaW4iOnsiJGlkIjoiNTAzNSIsIlRvcCI6MC4wLCJMZWZ0IjowLjAsIlJpZ2h0IjowLjAsIkJvdHRvbSI6MC4wfSwiUGFkZGluZyI6eyIkaWQiOiI1MDM2IiwiVG9wIjowLjAsIkxlZnQiOjAuMCwiUmlnaHQiOjAuMCwiQm90dG9tIjowLjB9LCJCYWNrZ3JvdW5kIjp7IiRpZCI6IjUwMzciLCJDb2xvciI6eyIkaWQiOiI1MDM4IiwiQSI6MTI3LCJSIjo5MSwiRyI6MTU1LCJCIjoyMTN9fSwiSXNWaXNpYmxlIjpmYWxzZSwiV2lkdGgiOjAuMCwiSGVpZ2h0IjowLjAsIkJvcmRlclN0eWxlIjp7IiRpZCI6IjUwMzkiLCJMaW5lQ29sb3IiOnsiJGlkIjoiNTA0MCIsIiR0eXBlIjoiTkxSRS5Db21tb24uRG9tLlNvbGlkQ29sb3JCcnVzaCwgTkxSRS5Db21tb24iLCJDb2xvciI6eyIkaWQiOiI1MDQxIiwiQSI6MjU1LCJSIjoyNTUsIkciOjAsIkIiOjB9fSwiTGluZVdlaWdodCI6MC4wLCJMaW5lVHlwZSI6MCwiUGFyZW50U3R5bGUiOm51bGx9LCJQYXJlbnRTdHlsZSI6bnVsbH0sIk1hcmdpbiI6eyIkaWQiOiI1MDQyIiwiVG9wIjowLjAsIkxlZnQiOjAuMCwiUmlnaHQiOjAuMCwiQm90dG9tIjowLjB9LCJQYWRkaW5nIjp7IiRpZCI6IjUwNDMiLCJUb3AiOjAuMCwiTGVmdCI6MC4wLCJSaWdodCI6MC4wLCJCb3R0b20iOjAuMH0sIkJhY2tncm91bmQiOm51bGwsIklzVmlzaWJsZSI6dHJ1ZSwiV2lkdGgiOjAuMCwiSGVpZ2h0IjowLjAsIkJvcmRlclN0eWxlIjpudWxsLCJQYXJlbnRTdHlsZSI6bnVsbH0sIkJhY2tncm91bmRTdHlsZSI6eyIkaWQiOiI1MDQ0IiwiTWFyZ2luIjp7IiRpZCI6IjUwNDUiLCJUb3AiOjAuMCwiTGVmdCI6MC4wLCJSaWdodCI6MC4wLCJCb3R0b20iOjAuMH0sIlBhZGRpbmciOnsiJGlkIjoiNTA0NiIsIlRvcCI6MC4wLCJMZWZ0IjowLjAsIlJpZ2h0IjowLjAsIkJvdHRvbSI6MC4wfSwiQmFja2dyb3VuZCI6eyIkaWQiOiI1MDQ3IiwiQ29sb3IiOnsiJGlkIjoiNTA0OCIsIkEiOjM4LCJSIjo5MSwiRyI6MTU1LCJCIjoyMTN9fSwiSXNWaXNpYmxlIjp0cnVlLCJXaWR0aCI6MC4wLCJIZWlnaHQiOjAuMCwiQm9yZGVyU3R5bGUiOnsiJGlkIjoiNTA0OSIsIkxpbmVDb2xvciI6eyIkaWQiOiI1MDUwIiwiJHR5cGUiOiJOTFJFLkNvbW1vbi5Eb20uU29saWRDb2xvckJydXNoLCBOTFJFLkNvbW1vbiIsIkNvbG9yIjp7IiRpZCI6IjUwNTEiLCJBIjoyNTUsIlIiOjIzNCwiRyI6MjIsIkIiOjMwfX0sIkxpbmVXZWlnaHQiOjAuMCwiTGluZVR5cGUiOjAsIlBhcmVudFN0eWxlIjpudWxsfSwiUGFyZW50U3R5bGUiOm51bGx9LCJJc0Fib3ZlVGltZWJhbmQiOmZhbHNlLCJTcGFjaW5nIjoyLCJEZWZhdWx0U3dpbWxhbmVUYXNrU3R5bGUiOnsiJGlkIjoiNTA1MiIsIiR0eXBlIjoiTkxSRS5Db21tb24uRG9tLlN0eWxlcy5FeHBsaWNpdFNldGFibGVUYXNrU3R5bGUsIE5MUkUuQ29tbW9uIiwiU2hhcGUiOjEsIlNoYXBlVGhpY2tuZXNzIjowLCJEdXJhdGlvbkZvcm1hdCI6MCwiSW5jbHVkZU5vbldvcmtpbmdEYXlzSW5EdXJhdGlvbiI6ZmFsc2UsIlBlcmNlbnRhZ2VDb21wbGV0ZVN0eWxlIjp7IiRpZCI6IjUwNTMiLCJGb250U2V0dGluZ3MiOnsiJGlkIjoiNTA1NCIsIkZvbnRTaXplIjoxMCwiRm9udE5hbWUiOiJDYWxpYnJpIiwiSXNCb2xkIjpmYWxzZSwiSXNJdGFsaWMiOmZhbHNlLCJJc1VuZGVybGluZWQiOmZhbHNlLCJQYXJlbnRTdHlsZSI6bnVsbH0sIkF1dG9TaXplIjowLCJGb3JlZ3JvdW5kIjp7IiRpZCI6IjUwNTUiLCJDb2xvciI6eyIkaWQiOiI1MDU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A1NyIsIlRvcCI6MC4wLCJMZWZ0IjowLjAsIlJpZ2h0IjowLjAsIkJvdHRvbSI6MC4wfSwiUGFkZGluZyI6eyIkaWQiOiI1MDU4IiwiVG9wIjowLjAsIkxlZnQiOjAuMCwiUmlnaHQiOjAuMCwiQm90dG9tIjowLjB9LCJCYWNrZ3JvdW5kIjp7IiRpZCI6IjUwNTkiLCJDb2xvciI6eyIkaWQiOiI1MDYwIiwiQSI6ODksIlIiOjAsIkciOjAsIkIiOjB9fSwiSXNWaXNpYmxlIjp0cnVlLCJXaWR0aCI6MC4wLCJIZWlnaHQiOjAuMCwiQm9yZGVyU3R5bGUiOnsiJGlkIjoiNTA2MSIsIkxpbmVDb2xvciI6bnVsbCwiTGluZVdlaWdodCI6MC4wLCJMaW5lVHlwZSI6MCwiUGFyZW50U3R5bGUiOm51bGx9LCJQYXJlbnRTdHlsZSI6bnVsbH0sIkR1cmF0aW9uU3R5bGUiOnsiJGlkIjoiNTA2MiIsIkZvbnRTZXR0aW5ncyI6eyIkaWQiOiI1MDYzIiwiRm9udFNpemUiOjEwLCJGb250TmFtZSI6IkNhbGlicmkiLCJJc0JvbGQiOmZhbHNlLCJJc0l0YWxpYyI6ZmFsc2UsIklzVW5kZXJsaW5lZCI6ZmFsc2UsIlBhcmVudFN0eWxlIjpudWxsfSwiQXV0b1NpemUiOjAsIkZvcmVncm91bmQiOnsiJGlkIjoiNTA2NCIsIkNvbG9yIjp7IiRpZCI6IjUwNj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1MDY2IiwiVG9wIjowLjAsIkxlZnQiOjAuMCwiUmlnaHQiOjAuMCwiQm90dG9tIjowLjB9LCJQYWRkaW5nIjp7IiRpZCI6IjUwNjciLCJUb3AiOjAuMCwiTGVmdCI6MC4wLCJSaWdodCI6MC4wLCJCb3R0b20iOjAuMH0sIkJhY2tncm91bmQiOnsiJGlkIjoiNTA2OCIsIkNvbG9yIjp7IiRpZCI6IjUwNjkiLCJBIjo4OSwiUiI6MCwiRyI6MCwiQiI6MH19LCJJc1Zpc2libGUiOnRydWUsIldpZHRoIjowLjAsIkhlaWdodCI6MC4wLCJCb3JkZXJTdHlsZSI6eyIkaWQiOiI1MDcwIiwiTGluZUNvbG9yIjpudWxsLCJMaW5lV2VpZ2h0IjowLjAsIkxpbmVUeXBlIjowLCJQYXJlbnRTdHlsZSI6bnVsbH0sIlBhcmVudFN0eWxlIjpudWxsfSwiSG9yaXpvbnRhbENvbm5lY3RvclN0eWxlIjp7IiRpZCI6IjUwNzEiLCJMaW5lQ29sb3IiOnsiJGlkIjoiNTA3MiIsIiR0eXBlIjoiTkxSRS5Db21tb24uRG9tLlNvbGlkQ29sb3JCcnVzaCwgTkxSRS5Db21tb24iLCJDb2xvciI6eyIkaWQiOiI1MDczIiwiQSI6MjU1LCJSIjoyMDQsIkciOjIwNCwiQiI6MjA0fX0sIkxpbmVXZWlnaHQiOjEuMCwiTGluZVR5cGUiOjAsIlBhcmVudFN0eWxlIjpudWxsfSwiVmVydGljYWxDb25uZWN0b3JTdHlsZSI6eyIkaWQiOiI1MDc0IiwiTGluZUNvbG9yIjp7IiRpZCI6IjUwNzUiLCIkdHlwZSI6Ik5MUkUuQ29tbW9uLkRvbS5Tb2xpZENvbG9yQnJ1c2gsIE5MUkUuQ29tbW9uIiwiQ29sb3IiOnsiJGlkIjoiNTA3Ni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VmFyaWFuY2VQb3NpdGlvbiI6NiwiU3BhY2luZyI6MywiSXNCZWxvd1RpbWViYW5kIjp0cnVlLCJQZXJjZW50YWdlQ29tcGxldGVTaGFwZU9wYWNpdHkiOjM1LCJCYXNlbGluZVN0eWxlIjp7IiRpZCI6IjUwNzciLCJTaGFwZVN0eWxlIjp7IiRpZCI6IjUwNzgiLCJNYXJnaW4iOnsiJGlkIjoiNTA3OSIsIlRvcCI6MC4wLCJMZWZ0IjowLjAsIlJpZ2h0IjowLjAsIkJvdHRvbSI6MC4wfSwiUGFkZGluZyI6eyIkaWQiOiI1MDgwIiwiVG9wIjowLjAsIkxlZnQiOjAuMCwiUmlnaHQiOjAuMCwiQm90dG9tIjowLjB9LCJCYWNrZ3JvdW5kIjp7IiRpZCI6IjUwODEiLCJDb2xvciI6eyIkaWQiOiI1MDgyIiwiQSI6MTUzLCJSIjowLCJHIjowLCJCIjowfX0sIklzVmlzaWJsZSI6dHJ1ZSwiV2lkdGgiOjAuMCwiSGVpZ2h0IjowLjAsIkJvcmRlclN0eWxlIjp7IiRpZCI6IjUwODMiLCJMaW5lQ29sb3IiOnsiJGlkIjoiNTA4NCIsIiR0eXBlIjoiTkxSRS5Db21tb24uRG9tLlNvbGlkQ29sb3JCcnVzaCwgTkxSRS5Db21tb24iLCJDb2xvciI6eyIkaWQiOiI1MDg1IiwiQSI6MjU1LCJSIjoyNTUsIkciOjAsIkIiOjB9fSwiTGluZVdlaWdodCI6MC4wLCJMaW5lVHlwZSI6MCwiUGFyZW50U3R5bGUiOm51bGx9LCJQYXJlbnRTdHlsZSI6bnVsbH0sIk1hcmdpbiI6eyIkaWQiOiI1MDg2IiwiVG9wIjowLjAsIkxlZnQiOjAuMCwiUmlnaHQiOjAuMCwiQm90dG9tIjowLjB9LCJQYWRkaW5nIjp7IiRpZCI6IjUwODciLCJUb3AiOjAuMCwiTGVmdCI6MC4wLCJSaWdodCI6MC4wLCJCb3R0b20iOjAuMH0sIkJhY2tncm91bmQiOm51bGwsIklzVmlzaWJsZSI6dHJ1ZSwiV2lkdGgiOjAuMCwiSGVpZ2h0IjowLjAsIkJvcmRlclN0eWxlIjpudWxsLCJQYXJlbnRTdHlsZSI6bnVsbH0sIlNoYXBlU3R5bGUiOnsiJGlkIjoiNTA4OCIsIk1hcmdpbiI6eyIkaWQiOiI1MDg5IiwiVG9wIjowLjAsIkxlZnQiOjQuMCwiUmlnaHQiOjQuMCwiQm90dG9tIjowLjB9LCJQYWRkaW5nIjp7IiRpZCI6IjUwOTAiLCJUb3AiOjAuMCwiTGVmdCI6MC4wLCJSaWdodCI6MC4wLCJCb3R0b20iOjAuMH0sIkJhY2tncm91bmQiOnsiJGlkIjoiNTA5MSIsIkNvbG9yIjp7IiRpZCI6IjUwOTIiLCJBIjoyNTUsIlIiOjgyLCJHIjoxNDcsIkIiOjIwNX19LCJJc1Zpc2libGUiOnRydWUsIldpZHRoIjowLjAsIkhlaWdodCI6MTMuNDI2NjY2NjY2NjY2Njc3LCJCb3JkZXJTdHlsZSI6eyIkaWQiOiI1MDkzIiwiTGluZUNvbG9yIjp7IiRpZCI6IjUwOTQiLCIkdHlwZSI6Ik5MUkUuQ29tbW9uLkRvbS5Tb2xpZENvbG9yQnJ1c2gsIE5MUkUuQ29tbW9uIiwiQ29sb3IiOnsiJGlkIjoiNTA5NSIsIkEiOjI1NSwiUiI6MjM0LCJHIjoyMiwiQiI6MzB9fSwiTGluZVdlaWdodCI6MC4wLCJMaW5lVHlwZSI6MCwiUGFyZW50U3R5bGUiOm51bGx9LCJQYXJlbnRTdHlsZSI6bnVsbH0sIlRpdGxlU3R5bGUiOnsiJGlkIjoiNTA5NiIsIkZvbnRTZXR0aW5ncyI6eyIkaWQiOiI1MDk3IiwiRm9udFNpemUiOjExLCJGb250TmFtZSI6IkNhbGlicmkiLCJJc0JvbGQiOmZhbHNlLCJJc0l0YWxpYyI6ZmFsc2UsIklzVW5kZXJsaW5lZCI6ZmFsc2UsIlBhcmVudFN0eWxlIjpudWxsfSwiQXV0b1NpemUiOjAsIkZvcmVncm91bmQiOnsiJGlkIjoiNTA5OCIsIkNvbG9yIjp7IiRpZCI6IjUwOTk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NTEwMCIsIlRvcCI6MC4wLCJMZWZ0IjowLjAsIlJpZ2h0IjowLjAsIkJvdHRvbSI6MC4wfSwiUGFkZGluZyI6eyIkaWQiOiI1MTAxIiwiVG9wIjowLjAsIkxlZnQiOjAuMCwiUmlnaHQiOjAuMCwiQm90dG9tIjowLjB9LCJCYWNrZ3JvdW5kIjp7IiRpZCI6IjUxMDIiLCJDb2xvciI6eyIkaWQiOiI1MTAzIiwiQSI6ODksIlIiOjAsIkciOjAsIkIiOjB9fSwiSXNWaXNpYmxlIjp0cnVlLCJXaWR0aCI6MC4wLCJIZWlnaHQiOjAuMCwiQm9yZGVyU3R5bGUiOnsiJGlkIjoiNTEwNCIsIkxpbmVDb2xvciI6bnVsbCwiTGluZVdlaWdodCI6MC4wLCJMaW5lVHlwZSI6MCwiUGFyZW50U3R5bGUiOm51bGx9LCJQYXJlbnRTdHlsZSI6bnVsbH0sIkRhdGVTdHlsZSI6eyIkaWQiOiI1MTA1IiwiRm9udFNldHRpbmdzIjp7IiRpZCI6IjUxMDYiLCJGb250U2l6ZSI6MTAsIkZvbnROYW1lIjoiQ2FsaWJyaSIsIklzQm9sZCI6ZmFsc2UsIklzSXRhbGljIjpmYWxzZSwiSXNVbmRlcmxpbmVkIjpmYWxzZSwiUGFyZW50U3R5bGUiOm51bGx9LCJBdXRvU2l6ZSI6MCwiRm9yZWdyb3VuZCI6eyIkaWQiOiI1MTA3IiwiQ29sb3IiOnsiJGlkIjoiNTEw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EwOSIsIlRvcCI6MC4wLCJMZWZ0IjowLjAsIlJpZ2h0IjowLjAsIkJvdHRvbSI6MC4wfSwiUGFkZGluZyI6eyIkaWQiOiI1MTEwIiwiVG9wIjowLjAsIkxlZnQiOjAuMCwiUmlnaHQiOjAuMCwiQm90dG9tIjowLjB9LCJCYWNrZ3JvdW5kIjp7IiRpZCI6IjUxMTEiLCJDb2xvciI6eyIkaWQiOiI1MTEyIiwiQSI6ODksIlIiOjAsIkciOjAsIkIiOjB9fSwiSXNWaXNpYmxlIjp0cnVlLCJXaWR0aCI6MC4wLCJIZWlnaHQiOjAuMCwiQm9yZGVyU3R5bGUiOnsiJGlkIjoiNTExMyIsIkxpbmVDb2xvciI6bnVsbCwiTGluZVdlaWdodCI6MC4wLCJMaW5lVHlwZSI6MCwiUGFyZW50U3R5bGUiOm51bGx9LCJQYXJlbnRTdHlsZSI6bnVsbH0sIkRhdGVGb3JtYXQiOnsiJGlkIjoiNTEx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TE1IiwiRm9ybWF0IjowLCJJc1Zpc2libGUiOmZhbHNlLCJMYXN0S25vd25WaXNpYmlsaXR5U3RhdGUiOmZhbHNlfSwiSXNWaXNpYmxlIjp0cnVlLCJWYXJpYW5jZVN0eWxlIjp7IiRpZCI6IjUxMTYiLCJUZXh0U3R5bGUiOnsiJGlkIjoiNTExNyIsIkZvbnRTZXR0aW5ncyI6eyIkaWQiOiI1MTE4IiwiRm9udFNpemUiOjEwLCJGb250TmFtZSI6IkNhbGlicmkiLCJJc0JvbGQiOmZhbHNlLCJJc0l0YWxpYyI6ZmFsc2UsIklzVW5kZXJsaW5lZCI6ZmFsc2UsIlBhcmVudFN0eWxlIjpudWxsfSwiQXV0b1NpemUiOjAsIkZvcmVncm91bmQiOnsiJGlkIjoiNTExOSIsIkNvbG9yIjp7IiRpZCI6IjUxMj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EyMSIsIlRvcCI6MC4wLCJMZWZ0IjowLjAsIlJpZ2h0IjowLjAsIkJvdHRvbSI6MC4wfSwiUGFkZGluZyI6eyIkaWQiOiI1MTIyIiwiVG9wIjowLjAsIkxlZnQiOjAuMCwiUmlnaHQiOjAuMCwiQm90dG9tIjowLjB9LCJCYWNrZ3JvdW5kIjp7IiRpZCI6IjUxMjMiLCJDb2xvciI6eyIkaWQiOiI1MTI0IiwiQSI6NTAsIlIiOjAsIkciOjAsIkIiOjB9fSwiSXNWaXNpYmxlIjp0cnVlLCJXaWR0aCI6MC4wLCJIZWlnaHQiOjAuMCwiQm9yZGVyU3R5bGUiOm51bGwsIlBhcmVudFN0eWxlIjpudWxsfSwiUGFyZW50U3R5bGUiOm51bGx9LCJQYXJlbnRTdHlsZSI6bnVsbCwiX2V4cGxpY2l0bHlTZXQiOnsiJGlkIjoiNTEyNS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UxMjYiLCJTaGFwZSI6MiwiQ29ubmVjdG9yTWFyZ2luIjp7IiRpZCI6IjUxMjciLCJUb3AiOjAuMCwiTGVmdCI6Mi4wLCJSaWdodCI6Mi4wLCJCb3R0b20iOjAuMH0sIkNvbm5lY3RvclN0eWxlIjp7IiRpZCI6IjUxMjgiLCJMaW5lQ29sb3IiOnsiJGlkIjoiNTEyOSIsIiR0eXBlIjoiTkxSRS5Db21tb24uRG9tLlNvbGlkQ29sb3JCcnVzaCwgTkxSRS5Db21tb24iLCJDb2xvciI6eyIkaWQiOiI1MTMwIiwiQSI6MTI3LCJSIjo3OSwiRyI6MTI5LCJCIjoxODl9fSwiTGluZVdlaWdodCI6MS4wLCJMaW5lVHlwZSI6MCwiUGFyZW50U3R5bGUiOm51bGx9LCJJc0JlbG93VGltZWJhbmQiOmZhbHNlLCJQb3NpdGlvbk9uVGFzayI6MSwiSGlkZURhdGUiOmZhbHNlLCJTaGFwZVNpemUiOjEsIlNwYWNpbmciOjAuMCwiUGFkZGluZyI6eyIkaWQiOiI1MTMxIiwiVG9wIjo1LjAsIkxlZnQiOjMuMCwiUmlnaHQiOjAuMCwiQm90dG9tIjoyLjB9LCJTaGFwZVN0eWxlIjp7IiRpZCI6IjUxMzIiLCJNYXJnaW4iOnsiJGlkIjoiNTEzMyIsIlRvcCI6MC4wLCJMZWZ0IjowLjAsIlJpZ2h0IjowLjAsIkJvdHRvbSI6MC4wfSwiUGFkZGluZyI6eyIkaWQiOiI1MTM0IiwiVG9wIjowLjAsIkxlZnQiOjAuMCwiUmlnaHQiOjAuMCwiQm90dG9tIjowLjB9LCJCYWNrZ3JvdW5kIjp7IiRpZCI6IjUxMzUiLCJDb2xvciI6eyIkaWQiOiI1MTM2IiwiQSI6MTI3LCJSIjo5MSwiRyI6MTU1LCJCIjoyMTN9fSwiSXNWaXNpYmxlIjp0cnVlLCJXaWR0aCI6MTMuMCwiSGVpZ2h0IjoxMy4wLCJCb3JkZXJTdHlsZSI6eyIkaWQiOiI1MTM3IiwiTGluZUNvbG9yIjp7IiRpZCI6IjUxMzgiLCIkdHlwZSI6Ik5MUkUuQ29tbW9uLkRvbS5Tb2xpZENvbG9yQnJ1c2gsIE5MUkUuQ29tbW9uIiwiQ29sb3IiOnsiJGlkIjoiNTEzOSIsIkEiOjI1NSwiUiI6MjM0LCJHIjoyMiwiQiI6MzB9fSwiTGluZVdlaWdodCI6MC4wLCJMaW5lVHlwZSI6MCwiUGFyZW50U3R5bGUiOm51bGx9LCJQYXJlbnRTdHlsZSI6bnVsbH0sIlRpdGxlU3R5bGUiOnsiJGlkIjoiNTE0MCIsIkZvbnRTZXR0aW5ncyI6eyIkaWQiOiI1MTQxIiwiRm9udFNpemUiOjExLCJGb250TmFtZSI6IkNhbGlicmkiLCJJc0JvbGQiOnRydWUsIklzSXRhbGljIjpmYWxzZSwiSXNVbmRlcmxpbmVkIjpmYWxzZSwiUGFyZW50U3R5bGUiOm51bGx9LCJBdXRvU2l6ZSI6MCwiRm9yZWdyb3VuZCI6eyIkaWQiOiI1MTQyIiwiQ29sb3IiOnsiJGlkIjoiNTE0M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1MTQ0IiwiVG9wIjowLjAsIkxlZnQiOjAuMCwiUmlnaHQiOjAuMCwiQm90dG9tIjowLjB9LCJQYWRkaW5nIjp7IiRpZCI6IjUxNDUiLCJUb3AiOjAuMCwiTGVmdCI6MC4wLCJSaWdodCI6MC4wLCJCb3R0b20iOjAuMH0sIkJhY2tncm91bmQiOnsiJGlkIjoiNTE0NiIsIkNvbG9yIjp7IiRpZCI6IjUxNDciLCJBIjo4OSwiUiI6MCwiRyI6MCwiQiI6MH19LCJJc1Zpc2libGUiOnRydWUsIldpZHRoIjowLjAsIkhlaWdodCI6MC4wLCJCb3JkZXJTdHlsZSI6eyIkaWQiOiI1MTQ4IiwiTGluZUNvbG9yIjpudWxsLCJMaW5lV2VpZ2h0IjowLjAsIkxpbmVUeXBlIjowLCJQYXJlbnRTdHlsZSI6bnVsbH0sIlBhcmVudFN0eWxlIjpudWxsfSwiRGF0ZVN0eWxlIjp7IiRpZCI6IjUxNDkiLCJGb250U2V0dGluZ3MiOnsiJGlkIjoiNTE1MCIsIkZvbnRTaXplIjoxMCwiRm9udE5hbWUiOiJDYWxpYnJpIiwiSXNCb2xkIjpmYWxzZSwiSXNJdGFsaWMiOmZhbHNlLCJJc1VuZGVybGluZWQiOmZhbHNlLCJQYXJlbnRTdHlsZSI6bnVsbH0sIkF1dG9TaXplIjowLCJGb3JlZ3JvdW5kIjp7IiRpZCI6IjUxNTEiLCJDb2xvciI6eyIkaWQiOiI1MTU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TUzIiwiVG9wIjowLjAsIkxlZnQiOjAuMCwiUmlnaHQiOjAuMCwiQm90dG9tIjowLjB9LCJQYWRkaW5nIjp7IiRpZCI6IjUxNTQiLCJUb3AiOjAuMCwiTGVmdCI6MC4wLCJSaWdodCI6MC4wLCJCb3R0b20iOjAuMH0sIkJhY2tncm91bmQiOnsiJGlkIjoiNTE1NSIsIkNvbG9yIjp7IiRpZCI6IjUxNTYiLCJBIjo4OSwiUiI6MCwiRyI6MCwiQiI6MH19LCJJc1Zpc2libGUiOnRydWUsIldpZHRoIjowLjAsIkhlaWdodCI6MC4wLCJCb3JkZXJTdHlsZSI6eyIkaWQiOiI1MTU3IiwiTGluZUNvbG9yIjpudWxsLCJMaW5lV2VpZ2h0IjowLjAsIkxpbmVUeXBlIjowLCJQYXJlbnRTdHlsZSI6bnVsbH0sIlBhcmVudFN0eWxlIjpudWxsfSwiRGF0ZUZvcm1hdCI6eyIkaWQiOiI1MTU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xNTkiLCJGb3JtYXQiOjAsIklzVmlzaWJsZSI6ZmFsc2UsIkxhc3RLbm93blZpc2liaWxpdHlTdGF0ZSI6ZmFsc2V9LCJJc1Zpc2libGUiOnRydWUsIlZhcmlhbmNlU3R5bGUiOnsiJGlkIjoiNTE2MCIsIlRleHRTdHlsZSI6eyIkaWQiOiI1MTYxIiwiRm9udFNldHRpbmdzIjp7IiRpZCI6IjUxNjIiLCJGb250U2l6ZSI6MTAsIkZvbnROYW1lIjoiQ2FsaWJyaSIsIklzQm9sZCI6ZmFsc2UsIklzSXRhbGljIjpmYWxzZSwiSXNVbmRlcmxpbmVkIjpmYWxzZSwiUGFyZW50U3R5bGUiOm51bGx9LCJBdXRvU2l6ZSI6MCwiRm9yZWdyb3VuZCI6eyIkaWQiOiI1MTYzIiwiQ29sb3IiOnsiJGlkIjoiNTE2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MTY1IiwiVG9wIjowLjAsIkxlZnQiOjAuMCwiUmlnaHQiOjAuMCwiQm90dG9tIjowLjB9LCJQYWRkaW5nIjp7IiRpZCI6IjUxNjYiLCJUb3AiOjAuMCwiTGVmdCI6MC4wLCJSaWdodCI6MC4wLCJCb3R0b20iOjAuMH0sIkJhY2tncm91bmQiOnsiJGlkIjoiNTE2NyIsIkNvbG9yIjp7IiRpZCI6IjUxNjgiLCJBIjo1MCwiUiI6MCwiRyI6MCwiQiI6MH19LCJJc1Zpc2libGUiOnRydWUsIldpZHRoIjowLjAsIkhlaWdodCI6MC4wLCJCb3JkZXJTdHlsZSI6bnVsbCwiUGFyZW50U3R5bGUiOm51bGx9LCJQYXJlbnRTdHlsZSI6bnVsbH0sIlBhcmVudFN0eWxlIjpudWxsfSwiRGVmYXVsdFN3aW1sYW5lTWlsZXN0b25lU3R5bGUiOnsiJGlkIjoiNTE2OSIsIlRpdGxlUG9zaXRpb24iOiJSaWdodCIsIkRhdGVQb3NpdGlvbiI6IkxlZnQiLCJWYXJpYW5jZVBvc2l0aW9uIjoiTGVmdCIsIlNoYXBlVHlwZSI6MSwiU2hhcGVTaXplIjowLCJTcGFjaW5nIjo1LCJTaGFwZVN0eWxlIjp7IiRpZCI6IjUxNzAiLCJNYXJnaW4iOnsiJGlkIjoiNTE3MSIsIlRvcCI6MC4wLCJMZWZ0IjowLjAsIlJpZ2h0IjowLjAsIkJvdHRvbSI6MC4wfSwiUGFkZGluZyI6eyIkaWQiOiI1MTcyIiwiVG9wIjowLjAsIkxlZnQiOjAuMCwiUmlnaHQiOjAuMCwiQm90dG9tIjowLjB9LCJCYWNrZ3JvdW5kIjp7IiRpZCI6IjUxNzMiLCJDb2xvciI6eyIkaWQiOiI1MTc0IiwiQSI6MjU1LCJSIjo2OCwiRyI6ODQsIkIiOjEwNn19LCJJc1Zpc2libGUiOnRydWUsIldpZHRoIjoxMi4wLCJIZWlnaHQiOjE0LjAsIkJvcmRlclN0eWxlIjp7IiRpZCI6IjUxNzUiLCJMaW5lQ29sb3IiOnsiJGlkIjoiNTE3NiIsIiR0eXBlIjoiTkxSRS5Db21tb24uRG9tLlNvbGlkQ29sb3JCcnVzaCwgTkxSRS5Db21tb24iLCJDb2xvciI6eyIkaWQiOiI1MTc3IiwiQSI6MjU1LCJSIjoyMzQsIkciOjIyLCJCIjozMH19LCJMaW5lV2VpZ2h0IjowLjAsIkxpbmVUeXBlIjowLCJQYXJlbnRTdHlsZSI6bnVsbH0sIlBhcmVudFN0eWxlIjpudWxsfSwiVGl0bGVTdHlsZSI6eyIkaWQiOiI1MTc4IiwiRm9udFNldHRpbmdzIjp7IiRpZCI6IjUxNzkiLCJGb250U2l6ZSI6MTEsIkZvbnROYW1lIjoiQ2FsaWJyaSIsIklzQm9sZCI6dHJ1ZSwiSXNJdGFsaWMiOmZhbHNlLCJJc1VuZGVybGluZWQiOmZhbHNlLCJQYXJlbnRTdHlsZSI6bnVsbH0sIkF1dG9TaXplIjowLCJGb3JlZ3JvdW5kIjp7IiRpZCI6IjUxODAiLCJDb2xvciI6eyIkaWQiOiI1MTgx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UxODIiLCJUb3AiOjAuMCwiTGVmdCI6MC4wLCJSaWdodCI6MC4wLCJCb3R0b20iOjAuMH0sIlBhZGRpbmciOnsiJGlkIjoiNTE4MyIsIlRvcCI6MC4wLCJMZWZ0IjowLjAsIlJpZ2h0IjowLjAsIkJvdHRvbSI6MC4wfSwiQmFja2dyb3VuZCI6eyIkaWQiOiI1MTg0IiwiQ29sb3IiOnsiJGlkIjoiNTE4NSIsIkEiOjg5LCJSIjowLCJHIjowLCJCIjowfX0sIklzVmlzaWJsZSI6dHJ1ZSwiV2lkdGgiOjAuMCwiSGVpZ2h0IjowLjAsIkJvcmRlclN0eWxlIjp7IiRpZCI6IjUxODYiLCJMaW5lQ29sb3IiOm51bGwsIkxpbmVXZWlnaHQiOjAuMCwiTGluZVR5cGUiOjAsIlBhcmVudFN0eWxlIjpudWxsfSwiUGFyZW50U3R5bGUiOm51bGx9LCJEYXRlU3R5bGUiOnsiJGlkIjoiNTE4NyIsIkZvbnRTZXR0aW5ncyI6eyIkaWQiOiI1MTg4IiwiRm9udFNpemUiOjEwLCJGb250TmFtZSI6IkNhbGlicmkiLCJJc0JvbGQiOmZhbHNlLCJJc0l0YWxpYyI6ZmFsc2UsIklzVW5kZXJsaW5lZCI6ZmFsc2UsIlBhcmVudFN0eWxlIjpudWxsfSwiQXV0b1NpemUiOjAsIkZvcmVncm91bmQiOnsiJGlkIjoiNTE4OSIsIkNvbG9yIjp7IiRpZCI6IjUxOT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UxOTEiLCJUb3AiOjAuMCwiTGVmdCI6MC4wLCJSaWdodCI6MC4wLCJCb3R0b20iOjAuMH0sIlBhZGRpbmciOnsiJGlkIjoiNTE5MiIsIlRvcCI6MC4wLCJMZWZ0IjowLjAsIlJpZ2h0IjowLjAsIkJvdHRvbSI6MC4wfSwiQmFja2dyb3VuZCI6eyIkaWQiOiI1MTkzIiwiQ29sb3IiOnsiJGlkIjoiNTE5NCIsIkEiOjg5LCJSIjowLCJHIjowLCJCIjowfX0sIklzVmlzaWJsZSI6ZmFsc2UsIldpZHRoIjowLjAsIkhlaWdodCI6MC4wLCJCb3JkZXJTdHlsZSI6eyIkaWQiOiI1MTk1IiwiTGluZUNvbG9yIjpudWxsLCJMaW5lV2VpZ2h0IjowLjAsIkxpbmVUeXBlIjowLCJQYXJlbnRTdHlsZSI6bnVsbH0sIlBhcmVudFN0eWxlIjpudWxsfSwiRGF0ZUZvcm1hdCI6eyIkaWQiOiI1MTk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xOTciLCJGb3JtYXQiOjAsIklzVmlzaWJsZSI6ZmFsc2UsIkxhc3RLbm93blZpc2liaWxpdHlTdGF0ZSI6ZmFsc2V9LCJJc1Zpc2libGUiOnRydWUsIlZhcmlhbmNlU3R5bGUiOnsiJGlkIjoiNTE5OCIsIlRleHRTdHlsZSI6eyIkaWQiOiI1MTk5IiwiRm9udFNldHRpbmdzIjp7IiRpZCI6IjUyMDAiLCJGb250U2l6ZSI6MTAsIkZvbnROYW1lIjoiQ2FsaWJyaSIsIklzQm9sZCI6ZmFsc2UsIklzSXRhbGljIjpmYWxzZSwiSXNVbmRlcmxpbmVkIjpmYWxzZSwiUGFyZW50U3R5bGUiOm51bGx9LCJBdXRvU2l6ZSI6MCwiRm9yZWdyb3VuZCI6eyIkaWQiOiI1MjAxIiwiQ29sb3IiOnsiJGlkIjoiNTIw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MjAzIiwiVG9wIjowLjAsIkxlZnQiOjAuMCwiUmlnaHQiOjAuMCwiQm90dG9tIjowLjB9LCJQYWRkaW5nIjp7IiRpZCI6IjUyMDQiLCJUb3AiOjAuMCwiTGVmdCI6MC4wLCJSaWdodCI6MC4wLCJCb3R0b20iOjAuMH0sIkJhY2tncm91bmQiOnsiJGlkIjoiNTIwNSIsIkNvbG9yIjp7IiRpZCI6IjUyMDYiLCJBIjo1MCwiUiI6MCwiRyI6MCwiQiI6MH19LCJJc1Zpc2libGUiOnRydWUsIldpZHRoIjowLjAsIkhlaWdodCI6MC4wLCJCb3JkZXJTdHlsZSI6bnVsbCwiUGFyZW50U3R5bGUiOm51bGx9LCJQYXJlbnRTdHlsZSI6bnVsbH0sIlBhcmVudFN0eWxlIjpudWxsfSwiRGVmYXVsdFN3aW1sYW5lQWN0aXZpdHlTdHlsZSI6eyIkaWQiOiI1MjA3IiwiSGVhZGVyU3R5bGUiOnsiJGlkIjoiNTIwOCIsIlRleHRTdHlsZSI6eyIkaWQiOiI1MjA5IiwiRm9udFNldHRpbmdzIjp7IiRpZCI6IjUyMTAiLCJGb250U2l6ZSI6MTIsIkZvbnROYW1lIjoiQ2FsaWJyaSIsIklzQm9sZCI6ZmFsc2UsIklzSXRhbGljIjpmYWxzZSwiSXNVbmRlcmxpbmVkIjpmYWxzZSwiUGFyZW50U3R5bGUiOm51bGx9LCJBdXRvU2l6ZSI6MCwiRm9yZWdyb3VuZCI6eyIkaWQiOiI1MjExIiwiQ29sb3IiOnsiJGlkIjoiNTIxMiIsIkEiOjI1NSwiUiI6MCwiRyI6MCwiQiI6MH19LCJNYXhXaWR0aCI6MC4wLCJNYXhIZWlnaHQiOjAuMCwiU21hcnRGb3JlZ3JvdW5kSXNBY3RpdmUiOmZhbHNlLCJIb3Jpem9udGFsQWxpZ25tZW50IjowLCJWZXJ0aWNhbEFsaWdubWVudCI6MCwiU21hcnRGb3JlZ3JvdW5kIjpudWxsLCJCYWNrZ3JvdW5kRmlsbFR5cGUiOjAsIk1hcmdpbiI6eyIkaWQiOiI1MjEzIiwiVG9wIjowLjAsIkxlZnQiOjAuMCwiUmlnaHQiOjAuMCwiQm90dG9tIjowLjB9LCJQYWRkaW5nIjp7IiRpZCI6IjUyMTQiLCJUb3AiOjAuMCwiTGVmdCI6MC4wLCJSaWdodCI6MC4wLCJCb3R0b20iOjAuMH0sIkJhY2tncm91bmQiOm51bGwsIklzVmlzaWJsZSI6ZmFsc2UsIldpZHRoIjowLjAsIkhlaWdodCI6MC4wLCJCb3JkZXJTdHlsZSI6bnVsbCwiUGFyZW50U3R5bGUiOm51bGx9LCJSZWN0YW5nbGVTdHlsZSI6eyIkaWQiOiI1MjE1IiwiTWFyZ2luIjp7IiRpZCI6IjUyMTYiLCJUb3AiOjAuMCwiTGVmdCI6MC4wLCJSaWdodCI6MC4wLCJCb3R0b20iOjAuMH0sIlBhZGRpbmciOnsiJGlkIjoiNTIxNyIsIlRvcCI6MC4wLCJMZWZ0IjowLjAsIlJpZ2h0IjowLjAsIkJvdHRvbSI6MC4wfSwiQmFja2dyb3VuZCI6eyIkaWQiOiI1MjE4IiwiQ29sb3IiOnsiJGlkIjoiNTIxOSIsIkEiOjYzLCJSIjo5MSwiRyI6MTU1LCJCIjoyMTN9fSwiSXNWaXNpYmxlIjpmYWxzZSwiV2lkdGgiOjAuMCwiSGVpZ2h0IjowLjAsIkJvcmRlclN0eWxlIjp7IiRpZCI6IjUyMjAiLCJMaW5lQ29sb3IiOnsiJGlkIjoiNTIyMSIsIiR0eXBlIjoiTkxSRS5Db21tb24uRG9tLlNvbGlkQ29sb3JCcnVzaCwgTkxSRS5Db21tb24iLCJDb2xvciI6eyIkaWQiOiI1MjIyIiwiQSI6MjU1LCJSIjoyNTUsIkciOjAsIkIiOjB9fSwiTGluZVdlaWdodCI6MC4wLCJMaW5lVHlwZSI6MCwiUGFyZW50U3R5bGUiOm51bGx9LCJQYXJlbnRTdHlsZSI6bnVsbH0sIk1hcmdpbiI6eyIkaWQiOiI1MjIzIiwiVG9wIjowLjAsIkxlZnQiOjAuMCwiUmlnaHQiOjAuMCwiQm90dG9tIjowLjB9LCJQYWRkaW5nIjp7IiRpZCI6IjUyMjQiLCJUb3AiOjAuMCwiTGVmdCI6MC4wLCJSaWdodCI6MC4wLCJCb3R0b20iOjAuMH0sIkJhY2tncm91bmQiOm51bGwsIklzVmlzaWJsZSI6dHJ1ZSwiV2lkdGgiOjAuMCwiSGVpZ2h0IjowLjAsIkJvcmRlclN0eWxlIjpudWxsLCJQYXJlbnRTdHlsZSI6bnVsbH0sIkJhY2tncm91bmRTdHlsZSI6eyIkaWQiOiI1MjI1IiwiTWFyZ2luIjp7IiRpZCI6IjUyMjYiLCJUb3AiOjAuMCwiTGVmdCI6MC4wLCJSaWdodCI6MC4wLCJCb3R0b20iOjAuMH0sIlBhZGRpbmciOnsiJGlkIjoiNTIyNyIsIlRvcCI6MC4wLCJMZWZ0IjowLjAsIlJpZ2h0IjowLjAsIkJvdHRvbSI6MC4wfSwiQmFja2dyb3VuZCI6eyIkaWQiOiI1MjI4IiwiQ29sb3IiOnsiJGlkIjoiNTIyOSIsIkEiOjM4LCJSIjo5MSwiRyI6MTU1LCJCIjoyMTN9fSwiSXNWaXNpYmxlIjp0cnVlLCJXaWR0aCI6MC4wLCJIZWlnaHQiOjAuMCwiQm9yZGVyU3R5bGUiOnsiJGlkIjoiNTIzMCIsIkxpbmVDb2xvciI6eyIkaWQiOiI1MjMxIiwiJHR5cGUiOiJOTFJFLkNvbW1vbi5Eb20uU29saWRDb2xvckJydXNoLCBOTFJFLkNvbW1vbiIsIkNvbG9yIjp7IiRpZCI6IjUyMzIiLCJBIjoyNTUsIlIiOjIzNCwiRyI6MjIsIkIiOjMwfX0sIkxpbmVXZWlnaHQiOjAuMCwiTGluZVR5cGUiOjAsIlBhcmVudFN0eWxlIjpudWxsfSwiUGFyZW50U3R5bGUiOm51bGx9LCJNYXJnaW4iOnsiJGlkIjoiNTIzMyIsIlRvcCI6MC4wLCJMZWZ0IjowLjAsIlJpZ2h0IjowLjAsIkJvdHRvbSI6MC4wfSwiUGFkZGluZyI6eyIkaWQiOiI1MjM0IiwiVG9wIjowLjAsIkxlZnQiOjAuMCwiUmlnaHQiOjAuMCwiQm90dG9tIjowLjB9LCJJc1Zpc2libGUiOnRydWUsIldpZHRoIjowLjAsIkhlaWdodCI6MC4wLCJCb3JkZXJTdHlsZSI6eyIkaWQiOiI1MjM1IiwiTGluZUNvbG9yIjpudWxsLCJMaW5lV2VpZ2h0IjowLjAsIkxpbmVUeXBlIjowLCJQYXJlbnRTdHlsZSI6bnVsbH0sIlBhcmVudFN0eWxlIjpudWxsfSwiTWFyZ2luIjp7IiRpZCI6IjUyMzYiLCJUb3AiOjAuMCwiTGVmdCI6MC4wLCJSaWdodCI6MC4wLCJCb3R0b20iOjAuMH0sIlBhZGRpbmciOnsiJGlkIjoiNTIzNyIsIlRvcCI6MC4wLCJMZWZ0IjowLjAsIlJpZ2h0IjowLjAsIkJvdHRvbSI6MC4wfSwiSXNWaXNpYmxlIjp0cnVlLCJXaWR0aCI6MC4wLCJIZWlnaHQiOjAuMCwiQm9yZGVyU3R5bGUiOnsiJGlkIjoiNTIzOCIsIkxpbmVDb2xvciI6bnVsbCwiTGluZVdlaWdodCI6MC4wLCJMaW5lVHlwZSI6MCwiUGFyZW50U3R5bGUiOm51bGx9LCJQYXJlbnRTdHlsZSI6bnVsbH0sIl9hZGRpdGlvbmFsU3dpbWxhbmVWMlN0eWxlcyI6W3siJGlkIjoiNTIzOSIsIlN0eWxlSWQiOiIwMDAwMDAwMC0wMDAwLTAwMDAtMDAwMC0wMDAwMDAwMDAwMDAiLCJIZWFkZXJTdHlsZSI6eyIkaWQiOiI1MjQwIiwiVGV4dElzVmVydGljYWwiOmZhbHNlLCJUZXh0U3R5bGUiOnsiJGlkIjoiNTI0MSIsIkZvbnRTZXR0aW5ncyI6eyIkaWQiOiI1MjQyIiwiRm9udFNpemUiOjEwLCJGb250TmFtZSI6IkZyYW5rbGluIEdvdGhpYyBNZWRpdW0iLCJJc0JvbGQiOmZhbHNlLCJJc0l0YWxpYyI6ZmFsc2UsIklzVW5kZXJsaW5lZCI6ZmFsc2UsIlBhcmVudFN0eWxlIjpudWxsfSwiQXV0b1NpemUiOjAsIkZvcmVncm91bmQiOnsiJGlkIjoiNTI0MyIsIkNvbG9yIjp7IiRpZCI6IjUyNDQiLCJBIjoyNTUsIlIiOjExOCwiRyI6OTAsIkIiOjB9fSwiTWF4V2lkdGgiOjAuMCwiTWF4SGVpZ2h0IjowLjAsIlNtYXJ0Rm9yZWdyb3VuZElzQWN0aXZlIjpmYWxzZSwiSG9yaXpvbnRhbEFsaWdubWVudCI6MCwiVmVydGljYWxBbGlnbm1lbnQiOjAsIlNtYXJ0Rm9yZWdyb3VuZCI6bnVsbCwiQmFja2dyb3VuZEZpbGxUeXBlIjowLCJNYXJnaW4iOnsiJGlkIjoiNTI0NSIsIlRvcCI6MC4wLCJMZWZ0IjowLjAsIlJpZ2h0IjowLjAsIkJvdHRvbSI6MC4wfSwiUGFkZGluZyI6eyIkaWQiOiI1MjQ2IiwiVG9wIjowLjAsIkxlZnQiOjAuMCwiUmlnaHQiOjAuMCwiQm90dG9tIjowLjB9LCJCYWNrZ3JvdW5kIjpudWxsLCJJc1Zpc2libGUiOmZhbHNlLCJXaWR0aCI6MC4wLCJIZWlnaHQiOjAuMCwiQm9yZGVyU3R5bGUiOm51bGwsIlBhcmVudFN0eWxlIjpudWxsfSwiUmVjdGFuZ2xlU3R5bGUiOnsiJGlkIjoiNTI0NyIsIk1hcmdpbiI6eyIkaWQiOiI1MjQ4IiwiVG9wIjowLjAsIkxlZnQiOjAuMCwiUmlnaHQiOjAuMCwiQm90dG9tIjowLjB9LCJQYWRkaW5nIjp7IiRpZCI6IjUyNDkiLCJUb3AiOjAuMCwiTGVmdCI6MC4wLCJSaWdodCI6MC4wLCJCb3R0b20iOjAuMH0sIkJhY2tncm91bmQiOnsiJGlkIjoiNTI1MCIsIkNvbG9yIjp7IiRpZCI6IjUyNTEiLCJBIjoxMjcsIlIiOjI1NSwiRyI6MTkyLCJCIjowfX0sIklzVmlzaWJsZSI6ZmFsc2UsIldpZHRoIjowLjAsIkhlaWdodCI6MC4wLCJCb3JkZXJTdHlsZSI6eyIkaWQiOiI1MjUyIiwiTGluZUNvbG9yIjp7IiRpZCI6IjUyNTMiLCIkdHlwZSI6Ik5MUkUuQ29tbW9uLkRvbS5Tb2xpZENvbG9yQnJ1c2gsIE5MUkUuQ29tbW9uIiwiQ29sb3IiOnsiJGlkIjoiNTI1NCIsIkEiOjI1NSwiUiI6MjU1LCJHIjowLCJCIjowfX0sIkxpbmVXZWlnaHQiOjAuMCwiTGluZVR5cGUiOjAsIlBhcmVudFN0eWxlIjpudWxsfSwiUGFyZW50U3R5bGUiOm51bGx9LCJNYXJnaW4iOnsiJGlkIjoiNTI1NSIsIlRvcCI6MC4wLCJMZWZ0IjowLjAsIlJpZ2h0IjowLjAsIkJvdHRvbSI6MC4wfSwiUGFkZGluZyI6eyIkaWQiOiI1MjU2IiwiVG9wIjowLjAsIkxlZnQiOjAuMCwiUmlnaHQiOjAuMCwiQm90dG9tIjowLjB9LCJCYWNrZ3JvdW5kIjpudWxsLCJJc1Zpc2libGUiOnRydWUsIldpZHRoIjowLjAsIkhlaWdodCI6MC4wLCJCb3JkZXJTdHlsZSI6bnVsbCwiUGFyZW50U3R5bGUiOm51bGx9LCJCYWNrZ3JvdW5kU3R5bGUiOnsiJGlkIjoiNTI1NyIsIk1hcmdpbiI6eyIkaWQiOiI1MjU4IiwiVG9wIjowLjAsIkxlZnQiOjAuMCwiUmlnaHQiOjAuMCwiQm90dG9tIjowLjB9LCJQYWRkaW5nIjp7IiRpZCI6IjUyNTkiLCJUb3AiOjAuMCwiTGVmdCI6MC4wLCJSaWdodCI6MC4wLCJCb3R0b20iOjAuMH0sIkJhY2tncm91bmQiOnsiJGlkIjoiNTI2MCIsIkNvbG9yIjp7IiRpZCI6IjUyNjEiLCJBIjozOCwiUiI6MjU1LCJHIjoxOTIsIkIiOjB9fSwiSXNWaXNpYmxlIjp0cnVlLCJXaWR0aCI6MC4wLCJIZWlnaHQiOjAuMCwiQm9yZGVyU3R5bGUiOnsiJGlkIjoiNTI2MiIsIkxpbmVDb2xvciI6eyIkaWQiOiI1MjYzIiwiJHR5cGUiOiJOTFJFLkNvbW1vbi5Eb20uU29saWRDb2xvckJydXNoLCBOTFJFLkNvbW1vbiIsIkNvbG9yIjp7IiRpZCI6IjUyNjQiLCJBIjoyNTUsIlIiOjIzNCwiRyI6MjIsIkIiOjMwfX0sIkxpbmVXZWlnaHQiOjAuMCwiTGluZVR5cGUiOjAsIlBhcmVudFN0eWxlIjpudWxsfSwiUGFyZW50U3R5bGUiOm51bGx9LCJJc0Fib3ZlVGltZWJhbmQiOmZhbHNlLCJTcGFjaW5nIjoyLCJEZWZhdWx0U3dpbWxhbmVUYXNrU3R5bGUiOnsiJGlkIjoiNTI2NSIsIlNoYXBlIjo2LCJTaGFwZVRoaWNrbmVzcyI6MSwiRHVyYXRpb25Gb3JtYXQiOjAsIkluY2x1ZGVOb25Xb3JraW5nRGF5c0luRHVyYXRpb24iOmZhbHNlLCJQZXJjZW50YWdlQ29tcGxldGVTdHlsZSI6eyIkaWQiOiI1MjY2IiwiRm9udFNldHRpbmdzIjp7IiRpZCI6IjUyNjciLCJGb250U2l6ZSI6MTAsIkZvbnROYW1lIjoiQ2FsaWJyaSIsIklzQm9sZCI6ZmFsc2UsIklzSXRhbGljIjpmYWxzZSwiSXNVbmRlcmxpbmVkIjpmYWxzZSwiUGFyZW50U3R5bGUiOm51bGx9LCJBdXRvU2l6ZSI6MCwiRm9yZWdyb3VuZCI6eyIkaWQiOiI1MjY4IiwiQ29sb3IiOnsiJGlkIjoiNTI2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yNzAiLCJUb3AiOjAuMCwiTGVmdCI6MC4wLCJSaWdodCI6MC4wLCJCb3R0b20iOjAuMH0sIlBhZGRpbmciOnsiJGlkIjoiNTI3MSIsIlRvcCI6MC4wLCJMZWZ0IjowLjAsIlJpZ2h0IjowLjAsIkJvdHRvbSI6MC4wfSwiQmFja2dyb3VuZCI6eyIkaWQiOiI1MjcyIiwiQ29sb3IiOnsiJGlkIjoiNTI3MyIsIkEiOjg5LCJSIjowLCJHIjowLCJCIjowfX0sIklzVmlzaWJsZSI6dHJ1ZSwiV2lkdGgiOjAuMCwiSGVpZ2h0IjowLjAsIkJvcmRlclN0eWxlIjp7IiRpZCI6IjUyNzQiLCJMaW5lQ29sb3IiOm51bGwsIkxpbmVXZWlnaHQiOjAuMCwiTGluZVR5cGUiOjAsIlBhcmVudFN0eWxlIjpudWxsfSwiUGFyZW50U3R5bGUiOm51bGx9LCJEdXJhdGlvblN0eWxlIjp7IiRpZCI6IjUyNzUiLCJGb250U2V0dGluZ3MiOnsiJGlkIjoiNTI3NiIsIkZvbnRTaXplIjoxMCwiRm9udE5hbWUiOiJDYWxpYnJpIiwiSXNCb2xkIjpmYWxzZSwiSXNJdGFsaWMiOmZhbHNlLCJJc1VuZGVybGluZWQiOmZhbHNlLCJQYXJlbnRTdHlsZSI6bnVsbH0sIkF1dG9TaXplIjowLCJGb3JlZ3JvdW5kIjp7IiRpZCI6IjUyNzciLCJDb2xvciI6eyIkaWQiOiI1Mjc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I3OSIsIlRvcCI6MC4wLCJMZWZ0IjowLjAsIlJpZ2h0IjowLjAsIkJvdHRvbSI6MC4wfSwiUGFkZGluZyI6eyIkaWQiOiI1MjgwIiwiVG9wIjowLjAsIkxlZnQiOjAuMCwiUmlnaHQiOjAuMCwiQm90dG9tIjowLjB9LCJCYWNrZ3JvdW5kIjp7IiRpZCI6IjUyODEiLCJDb2xvciI6eyIkaWQiOiI1MjgyIiwiQSI6ODksIlIiOjAsIkciOjAsIkIiOjB9fSwiSXNWaXNpYmxlIjp0cnVlLCJXaWR0aCI6MC4wLCJIZWlnaHQiOjAuMCwiQm9yZGVyU3R5bGUiOnsiJGlkIjoiNTI4MyIsIkxpbmVDb2xvciI6bnVsbCwiTGluZVdlaWdodCI6MC4wLCJMaW5lVHlwZSI6MCwiUGFyZW50U3R5bGUiOm51bGx9LCJQYXJlbnRTdHlsZSI6bnVsbH0sIkhvcml6b250YWxDb25uZWN0b3JTdHlsZSI6eyIkaWQiOiI1Mjg0IiwiTGluZUNvbG9yIjp7IiRpZCI6IjUyODUiLCIkdHlwZSI6Ik5MUkUuQ29tbW9uLkRvbS5Tb2xpZENvbG9yQnJ1c2gsIE5MUkUuQ29tbW9uIiwiQ29sb3IiOnsiJGlkIjoiNTI4NiIsIkEiOjI1NSwiUiI6MjA0LCJHIjoyMDQsIkIiOjIwNH19LCJMaW5lV2VpZ2h0IjoxLjAsIkxpbmVUeXBlIjowLCJQYXJlbnRTdHlsZSI6bnVsbH0sIlZlcnRpY2FsQ29ubmVjdG9yU3R5bGUiOnsiJGlkIjoiNTI4NyIsIkxpbmVDb2xvciI6eyIkaWQiOiI1Mjg4IiwiJHR5cGUiOiJOTFJFLkNvbW1vbi5Eb20uU29saWRDb2xvckJydXNoLCBOTFJFLkNvbW1vbiIsIkNvbG9yIjp7IiRpZCI6IjUyODk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ZhcmlhbmNlUG9zaXRpb24iOjYsIlNwYWNpbmciOjUsIklzQmVsb3dUaW1lYmFuZCI6dHJ1ZSwiUGVyY2VudGFnZUNvbXBsZXRlU2hhcGVPcGFjaXR5IjozNSwiQmFzZWxpbmVTdHlsZSI6eyIkaWQiOiI1MjkwIiwiU2hhcGVTdHlsZSI6eyIkaWQiOiI1MjkxIiwiTWFyZ2luIjp7IiRpZCI6IjUyOTIiLCJUb3AiOjAuMCwiTGVmdCI6MC4wLCJSaWdodCI6MC4wLCJCb3R0b20iOjAuMH0sIlBhZGRpbmciOnsiJGlkIjoiNTI5MyIsIlRvcCI6MC4wLCJMZWZ0IjowLjAsIlJpZ2h0IjowLjAsIkJvdHRvbSI6MC4wfSwiQmFja2dyb3VuZCI6eyIkaWQiOiI1Mjk0IiwiQ29sb3IiOnsiJGlkIjoiNTI5NSIsIkEiOjE1MywiUiI6MCwiRyI6MCwiQiI6MH19LCJJc1Zpc2libGUiOnRydWUsIldpZHRoIjowLjAsIkhlaWdodCI6MC4wLCJCb3JkZXJTdHlsZSI6eyIkaWQiOiI1Mjk2IiwiTGluZUNvbG9yIjp7IiRpZCI6IjUyOTciLCIkdHlwZSI6Ik5MUkUuQ29tbW9uLkRvbS5Tb2xpZENvbG9yQnJ1c2gsIE5MUkUuQ29tbW9uIiwiQ29sb3IiOnsiJGlkIjoiNTI5OCIsIkEiOjI1NSwiUiI6MjU1LCJHIjowLCJCIjowfX0sIkxpbmVXZWlnaHQiOjAuMCwiTGluZVR5cGUiOjAsIlBhcmVudFN0eWxlIjpudWxsfSwiUGFyZW50U3R5bGUiOm51bGx9LCJNYXJnaW4iOnsiJGlkIjoiNTI5OSIsIlRvcCI6MC4wLCJMZWZ0IjowLjAsIlJpZ2h0IjowLjAsIkJvdHRvbSI6MC4wfSwiUGFkZGluZyI6eyIkaWQiOiI1MzAwIiwiVG9wIjowLjAsIkxlZnQiOjAuMCwiUmlnaHQiOjAuMCwiQm90dG9tIjowLjB9LCJCYWNrZ3JvdW5kIjpudWxsLCJJc1Zpc2libGUiOnRydWUsIldpZHRoIjowLjAsIkhlaWdodCI6MC4wLCJCb3JkZXJTdHlsZSI6bnVsbCwiUGFyZW50U3R5bGUiOm51bGx9LCJTaGFwZVN0eWxlIjp7IiRpZCI6IjUzMDEiLCJNYXJnaW4iOnsiJGlkIjoiNTMwMiIsIlRvcCI6MC4wLCJMZWZ0Ijo0LjAsIlJpZ2h0Ijo0LjAsIkJvdHRvbSI6MC4wfSwiUGFkZGluZyI6eyIkaWQiOiI1MzAzIiwiVG9wIjowLjAsIkxlZnQiOjAuMCwiUmlnaHQiOjAuMCwiQm90dG9tIjowLjB9LCJCYWNrZ3JvdW5kIjp7IiRpZCI6IjUzMDQiLCJDb2xvciI6eyIkaWQiOiI1MzA1IiwiQSI6MjU1LCJSIjoyNTQsIkciOjE4NiwiQiI6MTB9fSwiSXNWaXNpYmxlIjp0cnVlLCJXaWR0aCI6MC4wLCJIZWlnaHQiOjE2LjAsIkJvcmRlclN0eWxlIjp7IiRpZCI6IjUzMDYiLCJMaW5lQ29sb3IiOnsiJGlkIjoiNTMwNyIsIiR0eXBlIjoiTkxSRS5Db21tb24uRG9tLlNvbGlkQ29sb3JCcnVzaCwgTkxSRS5Db21tb24iLCJDb2xvciI6eyIkaWQiOiI1MzA4IiwiQSI6MjU1LCJSIjoyMzQsIkciOjIyLCJCIjozMH19LCJMaW5lV2VpZ2h0IjowLjAsIkxpbmVUeXBlIjowLCJQYXJlbnRTdHlsZSI6bnVsbH0sIlBhcmVudFN0eWxlIjpudWxsfSwiVGl0bGVTdHlsZSI6eyIkaWQiOiI1MzA5IiwiRm9udFNldHRpbmdzIjp7IiRpZCI6IjUzMTAiLCJGb250U2l6ZSI6MTEsIkZvbnROYW1lIjoiQ2FsaWJyaSIsIklzQm9sZCI6ZmFsc2UsIklzSXRhbGljIjpmYWxzZSwiSXNVbmRlcmxpbmVkIjpmYWxzZSwiUGFyZW50U3R5bGUiOm51bGx9LCJBdXRvU2l6ZSI6MCwiRm9yZWdyb3VuZCI6eyIkaWQiOiI1MzExIiwiQ29sb3IiOnsiJGlkIjoiNTMxMiIsIkEiOjI1NSwiUiI6NzIsIkciOjcyLCJCIjo3Mn19LCJNYXhXaWR0aCI6MjAwLjAsIk1heEhlaWdodCI6IkluZmluaXR5IiwiU21hcnRGb3JlZ3JvdW5kSXNBY3RpdmUiOmZhbHNlLCJIb3Jpem9udGFsQWxpZ25tZW50IjoxLCJWZXJ0aWNhbEFsaWdubWVudCI6MCwiU21hcnRGb3JlZ3JvdW5kIjpudWxsLCJCYWNrZ3JvdW5kRmlsbFR5cGUiOjAsIk1hcmdpbiI6eyIkaWQiOiI1MzEzIiwiVG9wIjowLjAsIkxlZnQiOjAuMCwiUmlnaHQiOjAuMCwiQm90dG9tIjowLjB9LCJQYWRkaW5nIjp7IiRpZCI6IjUzMTQiLCJUb3AiOjAuMCwiTGVmdCI6MC4wLCJSaWdodCI6MC4wLCJCb3R0b20iOjAuMH0sIkJhY2tncm91bmQiOnsiJGlkIjoiNTMxNSIsIkNvbG9yIjp7IiRpZCI6IjUzMTYiLCJBIjo4OSwiUiI6MCwiRyI6MCwiQiI6MH19LCJJc1Zpc2libGUiOnRydWUsIldpZHRoIjowLjAsIkhlaWdodCI6MC4wLCJCb3JkZXJTdHlsZSI6eyIkaWQiOiI1MzE3IiwiTGluZUNvbG9yIjpudWxsLCJMaW5lV2VpZ2h0IjowLjAsIkxpbmVUeXBlIjowLCJQYXJlbnRTdHlsZSI6bnVsbH0sIlBhcmVudFN0eWxlIjpudWxsfSwiRGF0ZVN0eWxlIjp7IiRpZCI6IjUzMTgiLCJGb250U2V0dGluZ3MiOnsiJGlkIjoiNTMxOSIsIkZvbnRTaXplIjoxMCwiRm9udE5hbWUiOiJDYWxpYnJpIiwiSXNCb2xkIjpmYWxzZSwiSXNJdGFsaWMiOmZhbHNlLCJJc1VuZGVybGluZWQiOmZhbHNlLCJQYXJlbnRTdHlsZSI6bnVsbH0sIkF1dG9TaXplIjowLCJGb3JlZ3JvdW5kIjp7IiRpZCI6IjUzMjAiLCJDb2xvciI6eyIkaWQiOiI1MzI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zIyIiwiVG9wIjowLjAsIkxlZnQiOjAuMCwiUmlnaHQiOjAuMCwiQm90dG9tIjowLjB9LCJQYWRkaW5nIjp7IiRpZCI6IjUzMjMiLCJUb3AiOjAuMCwiTGVmdCI6MC4wLCJSaWdodCI6MC4wLCJCb3R0b20iOjAuMH0sIkJhY2tncm91bmQiOnsiJGlkIjoiNTMyNCIsIkNvbG9yIjp7IiRpZCI6IjUzMjUiLCJBIjo4OSwiUiI6MCwiRyI6MCwiQiI6MH19LCJJc1Zpc2libGUiOnRydWUsIldpZHRoIjowLjAsIkhlaWdodCI6MC4wLCJCb3JkZXJTdHlsZSI6eyIkaWQiOiI1MzI2IiwiTGluZUNvbG9yIjpudWxsLCJMaW5lV2VpZ2h0IjowLjAsIkxpbmVUeXBlIjowLCJQYXJlbnRTdHlsZSI6bnVsbH0sIlBhcmVudFN0eWxlIjpudWxsfSwiRGF0ZUZvcm1hdCI6eyIkaWQiOiI1MzI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zMjgiLCJGb3JtYXQiOjAsIklzVmlzaWJsZSI6ZmFsc2UsIkxhc3RLbm93blZpc2liaWxpdHlTdGF0ZSI6ZmFsc2V9LCJJc1Zpc2libGUiOnRydWUsIlZhcmlhbmNlU3R5bGUiOnsiJGlkIjoiNTMyOSIsIlRleHRTdHlsZSI6eyIkaWQiOiI1MzMwIiwiRm9udFNldHRpbmdzIjp7IiRpZCI6IjUzMzEiLCJGb250U2l6ZSI6MTAsIkZvbnROYW1lIjoiQ2FsaWJyaSIsIklzQm9sZCI6ZmFsc2UsIklzSXRhbGljIjpmYWxzZSwiSXNVbmRlcmxpbmVkIjpmYWxzZSwiUGFyZW50U3R5bGUiOm51bGx9LCJBdXRvU2l6ZSI6MCwiRm9yZWdyb3VuZCI6eyIkaWQiOiI1MzMyIiwiQ29sb3IiOnsiJGlkIjoiNTMz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MzM0IiwiVG9wIjowLjAsIkxlZnQiOjAuMCwiUmlnaHQiOjAuMCwiQm90dG9tIjowLjB9LCJQYWRkaW5nIjp7IiRpZCI6IjUzMzUiLCJUb3AiOjAuMCwiTGVmdCI6MC4wLCJSaWdodCI6MC4wLCJCb3R0b20iOjAuMH0sIkJhY2tncm91bmQiOnsiJGlkIjoiNTMzNiIsIkNvbG9yIjp7IiRpZCI6IjUzMzciLCJBIjo1MCwiUiI6MCwiRyI6MCwiQiI6MH19LCJJc1Zpc2libGUiOnRydWUsIldpZHRoIjowLjAsIkhlaWdodCI6MC4wLCJCb3JkZXJTdHlsZSI6bnVsbCwiUGFyZW50U3R5bGUiOm51bGx9LCJQYXJlbnRTdHlsZSI6bnVsbH0sIlBhcmVudFN0eWxlIjpudWxsfSwiRGVmYXVsdFN3aW1sYW5lTW90U3R5bGUiOnsiJGlkIjoiNTMzOCIsIlNoYXBlIjoyLCJDb25uZWN0b3JNYXJnaW4iOnsiJGlkIjoiNTMzOSIsIlRvcCI6MC4wLCJMZWZ0IjoyLjAsIlJpZ2h0IjoyLjAsIkJvdHRvbSI6MC4wfSwiQ29ubmVjdG9yU3R5bGUiOnsiJGlkIjoiNTM0MCIsIkxpbmVDb2xvciI6eyIkaWQiOiI1MzQxIiwiJHR5cGUiOiJOTFJFLkNvbW1vbi5Eb20uU29saWRDb2xvckJydXNoLCBOTFJFLkNvbW1vbiIsIkNvbG9yIjp7IiRpZCI6IjUzNDIiLCJBIjoxMjcsIlIiOjc5LCJHIjoxMjksIkIiOjE4OX19LCJMaW5lV2VpZ2h0IjoxLjAsIkxpbmVUeXBlIjowLCJQYXJlbnRTdHlsZSI6bnVsbH0sIklzQmVsb3dUaW1lYmFuZCI6ZmFsc2UsIlBvc2l0aW9uT25UYXNrIjoxLCJIaWRlRGF0ZSI6ZmFsc2UsIlNoYXBlU2l6ZSI6MSwiU3BhY2luZyI6MC4wLCJQYWRkaW5nIjp7IiRpZCI6IjUzNDMiLCJUb3AiOjUuMCwiTGVmdCI6My4wLCJSaWdodCI6MC4wLCJCb3R0b20iOjIuMH0sIlNoYXBlU3R5bGUiOnsiJGlkIjoiNTM0NCIsIk1hcmdpbiI6eyIkaWQiOiI1MzQ1IiwiVG9wIjowLjAsIkxlZnQiOjAuMCwiUmlnaHQiOjAuMCwiQm90dG9tIjowLjB9LCJQYWRkaW5nIjp7IiRpZCI6IjUzNDYiLCJUb3AiOjAuMCwiTGVmdCI6MC4wLCJSaWdodCI6MC4wLCJCb3R0b20iOjAuMH0sIkJhY2tncm91bmQiOnsiJGlkIjoiNTM0NyIsIkNvbG9yIjp7IiRpZCI6IjUzNDgiLCJBIjoxMjcsIlIiOjI1NSwiRyI6MTkyLCJCIjowfX0sIklzVmlzaWJsZSI6dHJ1ZSwiV2lkdGgiOjEzLjAsIkhlaWdodCI6MTMuMCwiQm9yZGVyU3R5bGUiOnsiJGlkIjoiNTM0OSIsIkxpbmVDb2xvciI6eyIkaWQiOiI1MzUwIiwiJHR5cGUiOiJOTFJFLkNvbW1vbi5Eb20uU29saWRDb2xvckJydXNoLCBOTFJFLkNvbW1vbiIsIkNvbG9yIjp7IiRpZCI6IjUzNTEiLCJBIjoyNTUsIlIiOjIzNCwiRyI6MjIsIkIiOjMwfX0sIkxpbmVXZWlnaHQiOjAuMCwiTGluZVR5cGUiOjAsIlBhcmVudFN0eWxlIjpudWxsfSwiUGFyZW50U3R5bGUiOm51bGx9LCJUaXRsZVN0eWxlIjp7IiRpZCI6IjUzNTIiLCJGb250U2V0dGluZ3MiOnsiJGlkIjoiNTM1MyIsIkZvbnRTaXplIjoxMSwiRm9udE5hbWUiOiJDYWxpYnJpIiwiSXNCb2xkIjp0cnVlLCJJc0l0YWxpYyI6ZmFsc2UsIklzVW5kZXJsaW5lZCI6ZmFsc2UsIlBhcmVudFN0eWxlIjpudWxsfSwiQXV0b1NpemUiOjAsIkZvcmVncm91bmQiOnsiJGlkIjoiNTM1NCIsIkNvbG9yIjp7IiRpZCI6IjUzNT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TM1NiIsIlRvcCI6MC4wLCJMZWZ0IjowLjAsIlJpZ2h0IjowLjAsIkJvdHRvbSI6MC4wfSwiUGFkZGluZyI6eyIkaWQiOiI1MzU3IiwiVG9wIjowLjAsIkxlZnQiOjAuMCwiUmlnaHQiOjAuMCwiQm90dG9tIjowLjB9LCJCYWNrZ3JvdW5kIjp7IiRpZCI6IjUzNTgiLCJDb2xvciI6eyIkaWQiOiI1MzU5IiwiQSI6ODksIlIiOjAsIkciOjAsIkIiOjB9fSwiSXNWaXNpYmxlIjp0cnVlLCJXaWR0aCI6MC4wLCJIZWlnaHQiOjAuMCwiQm9yZGVyU3R5bGUiOnsiJGlkIjoiNTM2MCIsIkxpbmVDb2xvciI6bnVsbCwiTGluZVdlaWdodCI6MC4wLCJMaW5lVHlwZSI6MCwiUGFyZW50U3R5bGUiOm51bGx9LCJQYXJlbnRTdHlsZSI6bnVsbH0sIkRhdGVTdHlsZSI6eyIkaWQiOiI1MzYxIiwiRm9udFNldHRpbmdzIjp7IiRpZCI6IjUzNjIiLCJGb250U2l6ZSI6MTAsIkZvbnROYW1lIjoiQ2FsaWJyaSIsIklzQm9sZCI6ZmFsc2UsIklzSXRhbGljIjpmYWxzZSwiSXNVbmRlcmxpbmVkIjpmYWxzZSwiUGFyZW50U3R5bGUiOm51bGx9LCJBdXRvU2l6ZSI6MCwiRm9yZWdyb3VuZCI6eyIkaWQiOiI1MzYzIiwiQ29sb3IiOnsiJGlkIjoiNTM2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M2NSIsIlRvcCI6MC4wLCJMZWZ0IjowLjAsIlJpZ2h0IjowLjAsIkJvdHRvbSI6MC4wfSwiUGFkZGluZyI6eyIkaWQiOiI1MzY2IiwiVG9wIjowLjAsIkxlZnQiOjAuMCwiUmlnaHQiOjAuMCwiQm90dG9tIjowLjB9LCJCYWNrZ3JvdW5kIjp7IiRpZCI6IjUzNjciLCJDb2xvciI6eyIkaWQiOiI1MzY4IiwiQSI6ODksIlIiOjAsIkciOjAsIkIiOjB9fSwiSXNWaXNpYmxlIjp0cnVlLCJXaWR0aCI6MC4wLCJIZWlnaHQiOjAuMCwiQm9yZGVyU3R5bGUiOnsiJGlkIjoiNTM2OSIsIkxpbmVDb2xvciI6bnVsbCwiTGluZVdlaWdodCI6MC4wLCJMaW5lVHlwZSI6MCwiUGFyZW50U3R5bGUiOm51bGx9LCJQYXJlbnRTdHlsZSI6bnVsbH0sIkRhdGVGb3JtYXQiOnsiJGlkIjoiNTM3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zcxIiwiRm9ybWF0IjowLCJJc1Zpc2libGUiOmZhbHNlLCJMYXN0S25vd25WaXNpYmlsaXR5U3RhdGUiOmZhbHNlfSwiSXNWaXNpYmxlIjp0cnVlLCJWYXJpYW5jZVN0eWxlIjp7IiRpZCI6IjUzNzIiLCJUZXh0U3R5bGUiOnsiJGlkIjoiNTM3MyIsIkZvbnRTZXR0aW5ncyI6eyIkaWQiOiI1Mzc0IiwiRm9udFNpemUiOjEwLCJGb250TmFtZSI6IkNhbGlicmkiLCJJc0JvbGQiOmZhbHNlLCJJc0l0YWxpYyI6ZmFsc2UsIklzVW5kZXJsaW5lZCI6ZmFsc2UsIlBhcmVudFN0eWxlIjpudWxsfSwiQXV0b1NpemUiOjAsIkZvcmVncm91bmQiOnsiJGlkIjoiNTM3NSIsIkNvbG9yIjp7IiRpZCI6IjUzNz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3NyIsIlRvcCI6MC4wLCJMZWZ0IjowLjAsIlJpZ2h0IjowLjAsIkJvdHRvbSI6MC4wfSwiUGFkZGluZyI6eyIkaWQiOiI1Mzc4IiwiVG9wIjowLjAsIkxlZnQiOjAuMCwiUmlnaHQiOjAuMCwiQm90dG9tIjowLjB9LCJCYWNrZ3JvdW5kIjp7IiRpZCI6IjUzNzkiLCJDb2xvciI6eyIkaWQiOiI1MzgwIiwiQSI6NTAsIlIiOjAsIkciOjAsIkIiOjB9fSwiSXNWaXNpYmxlIjp0cnVlLCJXaWR0aCI6MC4wLCJIZWlnaHQiOjAuMCwiQm9yZGVyU3R5bGUiOm51bGwsIlBhcmVudFN0eWxlIjpudWxsfSwiUGFyZW50U3R5bGUiOm51bGx9LCJQYXJlbnRTdHlsZSI6bnVsbH0sIkRlZmF1bHRTd2ltbGFuZU1pbGVzdG9uZVN0eWxlIjp7IiRpZCI6IjUzODEiLCJUaXRsZVBvc2l0aW9uIjoiUmlnaHQiLCJEYXRlUG9zaXRpb24iOiJMZWZ0IiwiVmFyaWFuY2VQb3NpdGlvbiI6IkxlZnQiLCJTaGFwZVR5cGUiOjEsIlNoYXBlU2l6ZSI6MCwiU3BhY2luZyI6NSwiU2hhcGVTdHlsZSI6eyIkaWQiOiI1MzgyIiwiTWFyZ2luIjp7IiRpZCI6IjUzODMiLCJUb3AiOjAuMCwiTGVmdCI6MC4wLCJSaWdodCI6MC4wLCJCb3R0b20iOjAuMH0sIlBhZGRpbmciOnsiJGlkIjoiNTM4NCIsIlRvcCI6MC4wLCJMZWZ0IjowLjAsIlJpZ2h0IjowLjAsIkJvdHRvbSI6MC4wfSwiQmFja2dyb3VuZCI6eyIkaWQiOiI1Mzg1IiwiQ29sb3IiOnsiJGlkIjoiNTM4NiIsIkEiOjI1NSwiUiI6MjA2LCJHIjoxNDYsIkIiOjB9fSwiSXNWaXNpYmxlIjp0cnVlLCJXaWR0aCI6MTIuMCwiSGVpZ2h0IjoxNC4wLCJCb3JkZXJTdHlsZSI6eyIkaWQiOiI1Mzg3IiwiTGluZUNvbG9yIjp7IiRpZCI6IjUzODgiLCIkdHlwZSI6Ik5MUkUuQ29tbW9uLkRvbS5Tb2xpZENvbG9yQnJ1c2gsIE5MUkUuQ29tbW9uIiwiQ29sb3IiOnsiJGlkIjoiNTM4OSIsIkEiOjI1NSwiUiI6MjM0LCJHIjoyMiwiQiI6MzB9fSwiTGluZVdlaWdodCI6MC4wLCJMaW5lVHlwZSI6MCwiUGFyZW50U3R5bGUiOm51bGx9LCJQYXJlbnRTdHlsZSI6bnVsbH0sIlRpdGxlU3R5bGUiOnsiJGlkIjoiNTM5MCIsIkZvbnRTZXR0aW5ncyI6eyIkaWQiOiI1MzkxIiwiRm9udFNpemUiOjExLCJGb250TmFtZSI6IkNhbGlicmkiLCJJc0JvbGQiOnRydWUsIklzSXRhbGljIjpmYWxzZSwiSXNVbmRlcmxpbmVkIjpmYWxzZSwiUGFyZW50U3R5bGUiOm51bGx9LCJBdXRvU2l6ZSI6MCwiRm9yZWdyb3VuZCI6eyIkaWQiOiI1MzkyIiwiQ29sb3IiOnsiJGlkIjoiNTM5MyIsIkEiOjI1NSwiUiI6MTI3LCJHIjo5NiwiQiI6MH19LCJNYXhXaWR0aCI6MjAwLjAsIk1heEhlaWdodCI6IkluZmluaXR5IiwiU21hcnRGb3JlZ3JvdW5kSXNBY3RpdmUiOmZhbHNlLCJIb3Jpem9udGFsQWxpZ25tZW50IjowLCJWZXJ0aWNhbEFsaWdubWVudCI6MCwiU21hcnRGb3JlZ3JvdW5kIjpudWxsLCJCYWNrZ3JvdW5kRmlsbFR5cGUiOjAsIk1hcmdpbiI6eyIkaWQiOiI1Mzk0IiwiVG9wIjowLjAsIkxlZnQiOjAuMCwiUmlnaHQiOjAuMCwiQm90dG9tIjowLjB9LCJQYWRkaW5nIjp7IiRpZCI6IjUzOTUiLCJUb3AiOjAuMCwiTGVmdCI6MC4wLCJSaWdodCI6MC4wLCJCb3R0b20iOjAuMH0sIkJhY2tncm91bmQiOnsiJGlkIjoiNTM5NiIsIkNvbG9yIjp7IiRpZCI6IjUzOTciLCJBIjo4OSwiUiI6MCwiRyI6MCwiQiI6MH19LCJJc1Zpc2libGUiOnRydWUsIldpZHRoIjowLjAsIkhlaWdodCI6MC4wLCJCb3JkZXJTdHlsZSI6eyIkaWQiOiI1Mzk4IiwiTGluZUNvbG9yIjpudWxsLCJMaW5lV2VpZ2h0IjowLjAsIkxpbmVUeXBlIjowLCJQYXJlbnRTdHlsZSI6bnVsbH0sIlBhcmVudFN0eWxlIjpudWxsfSwiRGF0ZVN0eWxlIjp7IiRpZCI6IjUzOTkiLCJGb250U2V0dGluZ3MiOnsiJGlkIjoiNTQwMCIsIkZvbnRTaXplIjoxMCwiRm9udE5hbWUiOiJDYWxpYnJpIiwiSXNCb2xkIjpmYWxzZSwiSXNJdGFsaWMiOmZhbHNlLCJJc1VuZGVybGluZWQiOmZhbHNlLCJQYXJlbnRTdHlsZSI6bnVsbH0sIkF1dG9TaXplIjowLCJGb3JlZ3JvdW5kIjp7IiRpZCI6IjU0MDEiLCJDb2xvciI6eyIkaWQiOiI1NDA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NDAzIiwiVG9wIjowLjAsIkxlZnQiOjAuMCwiUmlnaHQiOjAuMCwiQm90dG9tIjowLjB9LCJQYWRkaW5nIjp7IiRpZCI6IjU0MDQiLCJUb3AiOjAuMCwiTGVmdCI6MC4wLCJSaWdodCI6MC4wLCJCb3R0b20iOjAuMH0sIkJhY2tncm91bmQiOnsiJGlkIjoiNTQwNSIsIkNvbG9yIjp7IiRpZCI6IjU0MDYiLCJBIjo4OSwiUiI6MCwiRyI6MCwiQiI6MH19LCJJc1Zpc2libGUiOmZhbHNlLCJXaWR0aCI6MC4wLCJIZWlnaHQiOjAuMCwiQm9yZGVyU3R5bGUiOnsiJGlkIjoiNTQwNyIsIkxpbmVDb2xvciI6bnVsbCwiTGluZVdlaWdodCI6MC4wLCJMaW5lVHlwZSI6MCwiUGFyZW50U3R5bGUiOm51bGx9LCJQYXJlbnRTdHlsZSI6bnVsbH0sIkRhdGVGb3JtYXQiOnsiJGlkIjoiNTQw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DA5IiwiRm9ybWF0IjowLCJJc1Zpc2libGUiOmZhbHNlLCJMYXN0S25vd25WaXNpYmlsaXR5U3RhdGUiOmZhbHNlfSwiSXNWaXNpYmxlIjp0cnVlLCJWYXJpYW5jZVN0eWxlIjp7IiRpZCI6IjU0MTAiLCJUZXh0U3R5bGUiOnsiJGlkIjoiNTQxMSIsIkZvbnRTZXR0aW5ncyI6eyIkaWQiOiI1NDEyIiwiRm9udFNpemUiOjEwLCJGb250TmFtZSI6IkNhbGlicmkiLCJJc0JvbGQiOmZhbHNlLCJJc0l0YWxpYyI6ZmFsc2UsIklzVW5kZXJsaW5lZCI6ZmFsc2UsIlBhcmVudFN0eWxlIjpudWxsfSwiQXV0b1NpemUiOjAsIkZvcmVncm91bmQiOnsiJGlkIjoiNTQxMyIsIkNvbG9yIjp7IiRpZCI6IjU0MT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QxNSIsIlRvcCI6MC4wLCJMZWZ0IjowLjAsIlJpZ2h0IjowLjAsIkJvdHRvbSI6MC4wfSwiUGFkZGluZyI6eyIkaWQiOiI1NDE2IiwiVG9wIjowLjAsIkxlZnQiOjAuMCwiUmlnaHQiOjAuMCwiQm90dG9tIjowLjB9LCJCYWNrZ3JvdW5kIjp7IiRpZCI6IjU0MTciLCJDb2xvciI6eyIkaWQiOiI1NDE4IiwiQSI6NTAsIlIiOjAsIkciOjAsIkIiOjB9fSwiSXNWaXNpYmxlIjp0cnVlLCJXaWR0aCI6MC4wLCJIZWlnaHQiOjAuMCwiQm9yZGVyU3R5bGUiOm51bGwsIlBhcmVudFN0eWxlIjpudWxsfSwiUGFyZW50U3R5bGUiOm51bGx9LCJQYXJlbnRTdHlsZSI6bnVsbH0sIkRlZmF1bHRTd2ltbGFuZUFjdGl2aXR5U3R5bGUiOnsiJGlkIjoiNTQxOSIsIkhlYWRlclN0eWxlIjp7IiRpZCI6IjU0MjAiLCJUZXh0U3R5bGUiOnsiJGlkIjoiNTQyMSIsIkZvbnRTZXR0aW5ncyI6eyIkaWQiOiI1NDIyIiwiRm9udFNpemUiOjEyLCJGb250TmFtZSI6IkNhbGlicmkiLCJJc0JvbGQiOmZhbHNlLCJJc0l0YWxpYyI6ZmFsc2UsIklzVW5kZXJsaW5lZCI6ZmFsc2UsIlBhcmVudFN0eWxlIjpudWxsfSwiQXV0b1NpemUiOjAsIkZvcmVncm91bmQiOnsiJGlkIjoiNTQyMyIsIkNvbG9yIjp7IiRpZCI6IjU0MjQiLCJBIjoyNTUsIlIiOjAsIkciOjAsIkIiOjB9fSwiTWF4V2lkdGgiOjAuMCwiTWF4SGVpZ2h0IjowLjAsIlNtYXJ0Rm9yZWdyb3VuZElzQWN0aXZlIjpmYWxzZSwiSG9yaXpvbnRhbEFsaWdubWVudCI6MCwiVmVydGljYWxBbGlnbm1lbnQiOjAsIlNtYXJ0Rm9yZWdyb3VuZCI6bnVsbCwiQmFja2dyb3VuZEZpbGxUeXBlIjowLCJNYXJnaW4iOnsiJGlkIjoiNTQyNSIsIlRvcCI6MC4wLCJMZWZ0IjowLjAsIlJpZ2h0IjowLjAsIkJvdHRvbSI6MC4wfSwiUGFkZGluZyI6eyIkaWQiOiI1NDI2IiwiVG9wIjowLjAsIkxlZnQiOjAuMCwiUmlnaHQiOjAuMCwiQm90dG9tIjowLjB9LCJCYWNrZ3JvdW5kIjpudWxsLCJJc1Zpc2libGUiOmZhbHNlLCJXaWR0aCI6MC4wLCJIZWlnaHQiOjAuMCwiQm9yZGVyU3R5bGUiOm51bGwsIlBhcmVudFN0eWxlIjpudWxsfSwiUmVjdGFuZ2xlU3R5bGUiOnsiJGlkIjoiNTQyNyIsIk1hcmdpbiI6eyIkaWQiOiI1NDI4IiwiVG9wIjowLjAsIkxlZnQiOjAuMCwiUmlnaHQiOjAuMCwiQm90dG9tIjowLjB9LCJQYWRkaW5nIjp7IiRpZCI6IjU0MjkiLCJUb3AiOjAuMCwiTGVmdCI6MC4wLCJSaWdodCI6MC4wLCJCb3R0b20iOjAuMH0sIkJhY2tncm91bmQiOnsiJGlkIjoiNTQzMCIsIkNvbG9yIjp7IiRpZCI6IjU0MzEiLCJBIjo2MywiUiI6MjU1LCJHIjoxOTIsIkIiOjB9fSwiSXNWaXNpYmxlIjpmYWxzZSwiV2lkdGgiOjAuMCwiSGVpZ2h0IjowLjAsIkJvcmRlclN0eWxlIjp7IiRpZCI6IjU0MzIiLCJMaW5lQ29sb3IiOnsiJGlkIjoiNTQzMyIsIiR0eXBlIjoiTkxSRS5Db21tb24uRG9tLlNvbGlkQ29sb3JCcnVzaCwgTkxSRS5Db21tb24iLCJDb2xvciI6eyIkaWQiOiI1NDM0IiwiQSI6MjU1LCJSIjoyNTUsIkciOjAsIkIiOjB9fSwiTGluZVdlaWdodCI6MC4wLCJMaW5lVHlwZSI6MCwiUGFyZW50U3R5bGUiOm51bGx9LCJQYXJlbnRTdHlsZSI6bnVsbH0sIk1hcmdpbiI6eyIkaWQiOiI1NDM1IiwiVG9wIjowLjAsIkxlZnQiOjAuMCwiUmlnaHQiOjAuMCwiQm90dG9tIjowLjB9LCJQYWRkaW5nIjp7IiRpZCI6IjU0MzYiLCJUb3AiOjAuMCwiTGVmdCI6MC4wLCJSaWdodCI6MC4wLCJCb3R0b20iOjAuMH0sIkJhY2tncm91bmQiOm51bGwsIklzVmlzaWJsZSI6dHJ1ZSwiV2lkdGgiOjAuMCwiSGVpZ2h0IjowLjAsIkJvcmRlclN0eWxlIjpudWxsLCJQYXJlbnRTdHlsZSI6bnVsbH0sIkJhY2tncm91bmRTdHlsZSI6eyIkaWQiOiI1NDM3IiwiTWFyZ2luIjp7IiRpZCI6IjU0MzgiLCJUb3AiOjAuMCwiTGVmdCI6MC4wLCJSaWdodCI6MC4wLCJCb3R0b20iOjAuMH0sIlBhZGRpbmciOnsiJGlkIjoiNTQzOSIsIlRvcCI6MC4wLCJMZWZ0IjowLjAsIlJpZ2h0IjowLjAsIkJvdHRvbSI6MC4wfSwiQmFja2dyb3VuZCI6eyIkaWQiOiI1NDQwIiwiQ29sb3IiOnsiJGlkIjoiNTQ0MSIsIkEiOjM4LCJSIjoyNTUsIkciOjE5MiwiQiI6MH19LCJJc1Zpc2libGUiOnRydWUsIldpZHRoIjowLjAsIkhlaWdodCI6MC4wLCJCb3JkZXJTdHlsZSI6eyIkaWQiOiI1NDQyIiwiTGluZUNvbG9yIjp7IiRpZCI6IjU0NDMiLCIkdHlwZSI6Ik5MUkUuQ29tbW9uLkRvbS5Tb2xpZENvbG9yQnJ1c2gsIE5MUkUuQ29tbW9uIiwiQ29sb3IiOnsiJGlkIjoiNTQ0NCIsIkEiOjI1NSwiUiI6MjM0LCJHIjoyMiwiQiI6MzB9fSwiTGluZVdlaWdodCI6MC4wLCJMaW5lVHlwZSI6MCwiUGFyZW50U3R5bGUiOm51bGx9LCJQYXJlbnRTdHlsZSI6bnVsbH0sIk1hcmdpbiI6eyIkaWQiOiI1NDQ1IiwiVG9wIjowLjAsIkxlZnQiOjAuMCwiUmlnaHQiOjAuMCwiQm90dG9tIjowLjB9LCJQYWRkaW5nIjp7IiRpZCI6IjU0NDYiLCJUb3AiOjAuMCwiTGVmdCI6MC4wLCJSaWdodCI6MC4wLCJCb3R0b20iOjAuMH0sIklzVmlzaWJsZSI6dHJ1ZSwiV2lkdGgiOjAuMCwiSGVpZ2h0IjowLjAsIkJvcmRlclN0eWxlIjpudWxsLCJQYXJlbnRTdHlsZSI6bnVsbH0sIk1hcmdpbiI6eyIkaWQiOiI1NDQ3IiwiVG9wIjowLjAsIkxlZnQiOjAuMCwiUmlnaHQiOjAuMCwiQm90dG9tIjowLjB9LCJQYWRkaW5nIjp7IiRpZCI6IjU0NDgiLCJUb3AiOjAuMCwiTGVmdCI6MC4wLCJSaWdodCI6MC4wLCJCb3R0b20iOjAuMH0sIklzVmlzaWJsZSI6dHJ1ZSwiV2lkdGgiOjAuMCwiSGVpZ2h0IjowLjAsIkJvcmRlclN0eWxlIjpudWxsLCJQYXJlbnRTdHlsZSI6bnVsbH0seyIkaWQiOiI1NDQ5IiwiU3R5bGVJZCI6IjAwMDAwMDAwLTAwMDAtMDAwMC0wMDAwLTAwMDAwMDAwMDAwMCIsIkhlYWRlclN0eWxlIjp7IiRpZCI6IjU0NTAiLCJUZXh0SXNWZXJ0aWNhbCI6ZmFsc2UsIlRleHRTdHlsZSI6eyIkaWQiOiI1NDUxIiwiRm9udFNldHRpbmdzIjp7IiRpZCI6IjU0NTIiLCJGb250U2l6ZSI6MTAsIkZvbnROYW1lIjoiRnJhbmtsaW4gR290aGljIE1lZGl1bSIsIklzQm9sZCI6ZmFsc2UsIklzSXRhbGljIjpmYWxzZSwiSXNVbmRlcmxpbmVkIjpmYWxzZSwiUGFyZW50U3R5bGUiOm51bGx9LCJBdXRvU2l6ZSI6MCwiRm9yZWdyb3VuZCI6eyIkaWQiOiI1NDUzIiwiQ29sb3IiOnsiJGlkIjoiNTQ1NCIsIkEiOjI1NSwiUiI6MzksIkciOjEwMywiQiI6MH19LCJNYXhXaWR0aCI6MC4wLCJNYXhIZWlnaHQiOjAuMCwiU21hcnRGb3JlZ3JvdW5kSXNBY3RpdmUiOmZhbHNlLCJIb3Jpem9udGFsQWxpZ25tZW50IjowLCJWZXJ0aWNhbEFsaWdubWVudCI6MCwiU21hcnRGb3JlZ3JvdW5kIjpudWxsLCJCYWNrZ3JvdW5kRmlsbFR5cGUiOjAsIk1hcmdpbiI6eyIkaWQiOiI1NDU1IiwiVG9wIjowLjAsIkxlZnQiOjAuMCwiUmlnaHQiOjAuMCwiQm90dG9tIjowLjB9LCJQYWRkaW5nIjp7IiRpZCI6IjU0NTYiLCJUb3AiOjAuMCwiTGVmdCI6MC4wLCJSaWdodCI6MC4wLCJCb3R0b20iOjAuMH0sIkJhY2tncm91bmQiOm51bGwsIklzVmlzaWJsZSI6ZmFsc2UsIldpZHRoIjowLjAsIkhlaWdodCI6MC4wLCJCb3JkZXJTdHlsZSI6bnVsbCwiUGFyZW50U3R5bGUiOm51bGx9LCJSZWN0YW5nbGVTdHlsZSI6eyIkaWQiOiI1NDU3IiwiTWFyZ2luIjp7IiRpZCI6IjU0NTgiLCJUb3AiOjAuMCwiTGVmdCI6MC4wLCJSaWdodCI6MC4wLCJCb3R0b20iOjAuMH0sIlBhZGRpbmciOnsiJGlkIjoiNTQ1OSIsIlRvcCI6MC4wLCJMZWZ0IjowLjAsIlJpZ2h0IjowLjAsIkJvdHRvbSI6MC4wfSwiQmFja2dyb3VuZCI6eyIkaWQiOiI1NDYwIiwiQ29sb3IiOnsiJGlkIjoiNTQ2MSIsIkEiOjEyNywiUiI6MTEyLCJHIjoxNzMsIkIiOjcxfX0sIklzVmlzaWJsZSI6ZmFsc2UsIldpZHRoIjowLjAsIkhlaWdodCI6MC4wLCJCb3JkZXJTdHlsZSI6eyIkaWQiOiI1NDYyIiwiTGluZUNvbG9yIjp7IiRpZCI6IjU0NjMiLCIkdHlwZSI6Ik5MUkUuQ29tbW9uLkRvbS5Tb2xpZENvbG9yQnJ1c2gsIE5MUkUuQ29tbW9uIiwiQ29sb3IiOnsiJGlkIjoiNTQ2NCIsIkEiOjI1NSwiUiI6MjU1LCJHIjowLCJCIjowfX0sIkxpbmVXZWlnaHQiOjAuMCwiTGluZVR5cGUiOjAsIlBhcmVudFN0eWxlIjpudWxsfSwiUGFyZW50U3R5bGUiOm51bGx9LCJNYXJnaW4iOnsiJGlkIjoiNTQ2NSIsIlRvcCI6MC4wLCJMZWZ0IjowLjAsIlJpZ2h0IjowLjAsIkJvdHRvbSI6MC4wfSwiUGFkZGluZyI6eyIkaWQiOiI1NDY2IiwiVG9wIjowLjAsIkxlZnQiOjAuMCwiUmlnaHQiOjAuMCwiQm90dG9tIjowLjB9LCJCYWNrZ3JvdW5kIjpudWxsLCJJc1Zpc2libGUiOnRydWUsIldpZHRoIjowLjAsIkhlaWdodCI6MC4wLCJCb3JkZXJTdHlsZSI6bnVsbCwiUGFyZW50U3R5bGUiOm51bGx9LCJCYWNrZ3JvdW5kU3R5bGUiOnsiJGlkIjoiNTQ2NyIsIk1hcmdpbiI6eyIkaWQiOiI1NDY4IiwiVG9wIjowLjAsIkxlZnQiOjAuMCwiUmlnaHQiOjAuMCwiQm90dG9tIjowLjB9LCJQYWRkaW5nIjp7IiRpZCI6IjU0NjkiLCJUb3AiOjAuMCwiTGVmdCI6MC4wLCJSaWdodCI6MC4wLCJCb3R0b20iOjAuMH0sIkJhY2tncm91bmQiOnsiJGlkIjoiNTQ3MCIsIkNvbG9yIjp7IiRpZCI6IjU0NzEiLCJBIjozOCwiUiI6MTEyLCJHIjoxNzMsIkIiOjcxfX0sIklzVmlzaWJsZSI6dHJ1ZSwiV2lkdGgiOjAuMCwiSGVpZ2h0IjowLjAsIkJvcmRlclN0eWxlIjp7IiRpZCI6IjU0NzIiLCJMaW5lQ29sb3IiOnsiJGlkIjoiNTQ3MyIsIiR0eXBlIjoiTkxSRS5Db21tb24uRG9tLlNvbGlkQ29sb3JCcnVzaCwgTkxSRS5Db21tb24iLCJDb2xvciI6eyIkaWQiOiI1NDc0IiwiQSI6MjU1LCJSIjoyMzQsIkciOjIyLCJCIjozMH19LCJMaW5lV2VpZ2h0IjowLjAsIkxpbmVUeXBlIjowLCJQYXJlbnRTdHlsZSI6bnVsbH0sIlBhcmVudFN0eWxlIjpudWxsfSwiSXNBYm92ZVRpbWViYW5kIjpmYWxzZSwiU3BhY2luZyI6MiwiRGVmYXVsdFN3aW1sYW5lVGFza1N0eWxlIjp7IiRpZCI6IjU0NzUiLCJTaGFwZSI6MywiU2hhcGVUaGlja25lc3MiOjAsIkR1cmF0aW9uRm9ybWF0IjowLCJJbmNsdWRlTm9uV29ya2luZ0RheXNJbkR1cmF0aW9uIjpmYWxzZSwiUGVyY2VudGFnZUNvbXBsZXRlU3R5bGUiOnsiJGlkIjoiNTQ3NiIsIkZvbnRTZXR0aW5ncyI6eyIkaWQiOiI1NDc3IiwiRm9udFNpemUiOjEwLCJGb250TmFtZSI6IkNhbGlicmkiLCJJc0JvbGQiOmZhbHNlLCJJc0l0YWxpYyI6ZmFsc2UsIklzVW5kZXJsaW5lZCI6ZmFsc2UsIlBhcmVudFN0eWxlIjpudWxsfSwiQXV0b1NpemUiOjAsIkZvcmVncm91bmQiOnsiJGlkIjoiNTQ3OCIsIkNvbG9yIjp7IiRpZCI6IjU0Nz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1NDgwIiwiVG9wIjowLjAsIkxlZnQiOjAuMCwiUmlnaHQiOjAuMCwiQm90dG9tIjowLjB9LCJQYWRkaW5nIjp7IiRpZCI6IjU0ODEiLCJUb3AiOjAuMCwiTGVmdCI6MC4wLCJSaWdodCI6MC4wLCJCb3R0b20iOjAuMH0sIkJhY2tncm91bmQiOnsiJGlkIjoiNTQ4MiIsIkNvbG9yIjp7IiRpZCI6IjU0ODMiLCJBIjo4OSwiUiI6MCwiRyI6MCwiQiI6MH19LCJJc1Zpc2libGUiOnRydWUsIldpZHRoIjowLjAsIkhlaWdodCI6MC4wLCJCb3JkZXJTdHlsZSI6eyIkaWQiOiI1NDg0IiwiTGluZUNvbG9yIjpudWxsLCJMaW5lV2VpZ2h0IjowLjAsIkxpbmVUeXBlIjowLCJQYXJlbnRTdHlsZSI6bnVsbH0sIlBhcmVudFN0eWxlIjpudWxsfSwiRHVyYXRpb25TdHlsZSI6eyIkaWQiOiI1NDg1IiwiRm9udFNldHRpbmdzIjp7IiRpZCI6IjU0ODYiLCJGb250U2l6ZSI6MTAsIkZvbnROYW1lIjoiQ2FsaWJyaSIsIklzQm9sZCI6ZmFsc2UsIklzSXRhbGljIjpmYWxzZSwiSXNVbmRlcmxpbmVkIjpmYWxzZSwiUGFyZW50U3R5bGUiOm51bGx9LCJBdXRvU2l6ZSI6MCwiRm9yZWdyb3VuZCI6eyIkaWQiOiI1NDg3IiwiQ29sb3IiOnsiJGlkIjoiNTQ4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0ODkiLCJUb3AiOjAuMCwiTGVmdCI6MC4wLCJSaWdodCI6MC4wLCJCb3R0b20iOjAuMH0sIlBhZGRpbmciOnsiJGlkIjoiNTQ5MCIsIlRvcCI6MC4wLCJMZWZ0IjowLjAsIlJpZ2h0IjowLjAsIkJvdHRvbSI6MC4wfSwiQmFja2dyb3VuZCI6eyIkaWQiOiI1NDkxIiwiQ29sb3IiOnsiJGlkIjoiNTQ5MiIsIkEiOjg5LCJSIjowLCJHIjowLCJCIjowfX0sIklzVmlzaWJsZSI6dHJ1ZSwiV2lkdGgiOjAuMCwiSGVpZ2h0IjowLjAsIkJvcmRlclN0eWxlIjp7IiRpZCI6IjU0OTMiLCJMaW5lQ29sb3IiOm51bGwsIkxpbmVXZWlnaHQiOjAuMCwiTGluZVR5cGUiOjAsIlBhcmVudFN0eWxlIjpudWxsfSwiUGFyZW50U3R5bGUiOm51bGx9LCJIb3Jpem9udGFsQ29ubmVjdG9yU3R5bGUiOnsiJGlkIjoiNTQ5NCIsIkxpbmVDb2xvciI6eyIkaWQiOiI1NDk1IiwiJHR5cGUiOiJOTFJFLkNvbW1vbi5Eb20uU29saWRDb2xvckJydXNoLCBOTFJFLkNvbW1vbiIsIkNvbG9yIjp7IiRpZCI6IjU0OTYiLCJBIjoyNTUsIlIiOjIwNCwiRyI6MjA0LCJCIjoyMDR9fSwiTGluZVdlaWdodCI6MS4wLCJMaW5lVHlwZSI6MCwiUGFyZW50U3R5bGUiOm51bGx9LCJWZXJ0aWNhbENvbm5lY3RvclN0eWxlIjp7IiRpZCI6IjU0OTciLCJMaW5lQ29sb3IiOnsiJGlkIjoiNTQ5OCIsIiR0eXBlIjoiTkxSRS5Db21tb24uRG9tLlNvbGlkQ29sb3JCcnVzaCwgTkxSRS5Db21tb24iLCJDb2xvciI6eyIkaWQiOiI1NDk5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WYXJpYW5jZVBvc2l0aW9uIjo2LCJTcGFjaW5nIjo1LCJJc0JlbG93VGltZWJhbmQiOnRydWUsIlBlcmNlbnRhZ2VDb21wbGV0ZVNoYXBlT3BhY2l0eSI6MzUsIkJhc2VsaW5lU3R5bGUiOnsiJGlkIjoiNTUwMCIsIlNoYXBlU3R5bGUiOnsiJGlkIjoiNTUwMSIsIk1hcmdpbiI6eyIkaWQiOiI1NTAyIiwiVG9wIjowLjAsIkxlZnQiOjAuMCwiUmlnaHQiOjAuMCwiQm90dG9tIjowLjB9LCJQYWRkaW5nIjp7IiRpZCI6IjU1MDMiLCJUb3AiOjAuMCwiTGVmdCI6MC4wLCJSaWdodCI6MC4wLCJCb3R0b20iOjAuMH0sIkJhY2tncm91bmQiOnsiJGlkIjoiNTUwNCIsIkNvbG9yIjp7IiRpZCI6IjU1MDUiLCJBIjoxNTMsIlIiOjAsIkciOjAsIkIiOjB9fSwiSXNWaXNpYmxlIjp0cnVlLCJXaWR0aCI6MC4wLCJIZWlnaHQiOjAuMCwiQm9yZGVyU3R5bGUiOnsiJGlkIjoiNTUwNiIsIkxpbmVDb2xvciI6eyIkaWQiOiI1NTA3IiwiJHR5cGUiOiJOTFJFLkNvbW1vbi5Eb20uU29saWRDb2xvckJydXNoLCBOTFJFLkNvbW1vbiIsIkNvbG9yIjp7IiRpZCI6IjU1MDgiLCJBIjoyNTUsIlIiOjI1NSwiRyI6MCwiQiI6MH19LCJMaW5lV2VpZ2h0IjowLjAsIkxpbmVUeXBlIjowLCJQYXJlbnRTdHlsZSI6bnVsbH0sIlBhcmVudFN0eWxlIjpudWxsfSwiTWFyZ2luIjp7IiRpZCI6IjU1MDkiLCJUb3AiOjAuMCwiTGVmdCI6MC4wLCJSaWdodCI6MC4wLCJCb3R0b20iOjAuMH0sIlBhZGRpbmciOnsiJGlkIjoiNTUxMCIsIlRvcCI6MC4wLCJMZWZ0IjowLjAsIlJpZ2h0IjowLjAsIkJvdHRvbSI6MC4wfSwiQmFja2dyb3VuZCI6bnVsbCwiSXNWaXNpYmxlIjp0cnVlLCJXaWR0aCI6MC4wLCJIZWlnaHQiOjAuMCwiQm9yZGVyU3R5bGUiOm51bGwsIlBhcmVudFN0eWxlIjpudWxsfSwiU2hhcGVTdHlsZSI6eyIkaWQiOiI1NTExIiwiTWFyZ2luIjp7IiRpZCI6IjU1MTIiLCJUb3AiOjAuMCwiTGVmdCI6NC4wLCJSaWdodCI6NC4wLCJCb3R0b20iOjAuMH0sIlBhZGRpbmciOnsiJGlkIjoiNTUxMyIsIlRvcCI6MC4wLCJMZWZ0IjowLjAsIlJpZ2h0IjowLjAsIkJvdHRvbSI6MC4wfSwiQmFja2dyb3VuZCI6eyIkaWQiOiI1NTE0IiwiQ29sb3IiOnsiJGlkIjoiNTUxNSIsIkEiOjI1NSwiUiI6MTE2LCJHIjoxNzMsIkIiOjczfX0sIklzVmlzaWJsZSI6dHJ1ZSwiV2lkdGgiOjAuMCwiSGVpZ2h0IjoxMy40MjY2NjY2NjY2NjY2NzcsIkJvcmRlclN0eWxlIjp7IiRpZCI6IjU1MTYiLCJMaW5lQ29sb3IiOnsiJGlkIjoiNTUxNyIsIiR0eXBlIjoiTkxSRS5Db21tb24uRG9tLlNvbGlkQ29sb3JCcnVzaCwgTkxSRS5Db21tb24iLCJDb2xvciI6eyIkaWQiOiI1NTE4IiwiQSI6MjU1LCJSIjoyMzQsIkciOjIyLCJCIjozMH19LCJMaW5lV2VpZ2h0IjowLjAsIkxpbmVUeXBlIjowLCJQYXJlbnRTdHlsZSI6bnVsbH0sIlBhcmVudFN0eWxlIjpudWxsfSwiVGl0bGVTdHlsZSI6eyIkaWQiOiI1NTE5IiwiRm9udFNldHRpbmdzIjp7IiRpZCI6IjU1MjAiLCJGb250U2l6ZSI6MTEsIkZvbnROYW1lIjoiQ2FsaWJyaSIsIklzQm9sZCI6ZmFsc2UsIklzSXRhbGljIjpmYWxzZSwiSXNVbmRlcmxpbmVkIjpmYWxzZSwiUGFyZW50U3R5bGUiOm51bGx9LCJBdXRvU2l6ZSI6MCwiRm9yZWdyb3VuZCI6eyIkaWQiOiI1NTIxIiwiQ29sb3IiOnsiJGlkIjoiNTUyMi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1NTIzIiwiVG9wIjowLjAsIkxlZnQiOjAuMCwiUmlnaHQiOjAuMCwiQm90dG9tIjowLjB9LCJQYWRkaW5nIjp7IiRpZCI6IjU1MjQiLCJUb3AiOjAuMCwiTGVmdCI6MC4wLCJSaWdodCI6MC4wLCJCb3R0b20iOjAuMH0sIkJhY2tncm91bmQiOnsiJGlkIjoiNTUyNSIsIkNvbG9yIjp7IiRpZCI6IjU1MjYiLCJBIjo4OSwiUiI6MCwiRyI6MCwiQiI6MH19LCJJc1Zpc2libGUiOnRydWUsIldpZHRoIjowLjAsIkhlaWdodCI6MC4wLCJCb3JkZXJTdHlsZSI6eyIkaWQiOiI1NTI3IiwiTGluZUNvbG9yIjpudWxsLCJMaW5lV2VpZ2h0IjowLjAsIkxpbmVUeXBlIjowLCJQYXJlbnRTdHlsZSI6bnVsbH0sIlBhcmVudFN0eWxlIjpudWxsfSwiRGF0ZVN0eWxlIjp7IiRpZCI6IjU1MjgiLCJGb250U2V0dGluZ3MiOnsiJGlkIjoiNTUyOSIsIkZvbnRTaXplIjoxMCwiRm9udE5hbWUiOiJDYWxpYnJpIiwiSXNCb2xkIjpmYWxzZSwiSXNJdGFsaWMiOmZhbHNlLCJJc1VuZGVybGluZWQiOmZhbHNlLCJQYXJlbnRTdHlsZSI6bnVsbH0sIkF1dG9TaXplIjowLCJGb3JlZ3JvdW5kIjp7IiRpZCI6IjU1MzAiLCJDb2xvciI6eyIkaWQiOiI1NTM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NTMyIiwiVG9wIjowLjAsIkxlZnQiOjAuMCwiUmlnaHQiOjAuMCwiQm90dG9tIjowLjB9LCJQYWRkaW5nIjp7IiRpZCI6IjU1MzMiLCJUb3AiOjAuMCwiTGVmdCI6MC4wLCJSaWdodCI6MC4wLCJCb3R0b20iOjAuMH0sIkJhY2tncm91bmQiOnsiJGlkIjoiNTUzNCIsIkNvbG9yIjp7IiRpZCI6IjU1MzUiLCJBIjo4OSwiUiI6MCwiRyI6MCwiQiI6MH19LCJJc1Zpc2libGUiOnRydWUsIldpZHRoIjowLjAsIkhlaWdodCI6MC4wLCJCb3JkZXJTdHlsZSI6eyIkaWQiOiI1NTM2IiwiTGluZUNvbG9yIjpudWxsLCJMaW5lV2VpZ2h0IjowLjAsIkxpbmVUeXBlIjowLCJQYXJlbnRTdHlsZSI6bnVsbH0sIlBhcmVudFN0eWxlIjpudWxsfSwiRGF0ZUZvcm1hdCI6eyIkaWQiOiI1NT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1MzgiLCJGb3JtYXQiOjAsIklzVmlzaWJsZSI6ZmFsc2UsIkxhc3RLbm93blZpc2liaWxpdHlTdGF0ZSI6ZmFsc2V9LCJJc1Zpc2libGUiOnRydWUsIlZhcmlhbmNlU3R5bGUiOnsiJGlkIjoiNTUzOSIsIlRleHRTdHlsZSI6eyIkaWQiOiI1NTQwIiwiRm9udFNldHRpbmdzIjp7IiRpZCI6IjU1NDEiLCJGb250U2l6ZSI6MTAsIkZvbnROYW1lIjoiQ2FsaWJyaSIsIklzQm9sZCI6ZmFsc2UsIklzSXRhbGljIjpmYWxzZSwiSXNVbmRlcmxpbmVkIjpmYWxzZSwiUGFyZW50U3R5bGUiOm51bGx9LCJBdXRvU2l6ZSI6MCwiRm9yZWdyb3VuZCI6eyIkaWQiOiI1NTQyIiwiQ29sb3IiOnsiJGlkIjoiNTU0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NTQ0IiwiVG9wIjowLjAsIkxlZnQiOjAuMCwiUmlnaHQiOjAuMCwiQm90dG9tIjowLjB9LCJQYWRkaW5nIjp7IiRpZCI6IjU1NDUiLCJUb3AiOjAuMCwiTGVmdCI6MC4wLCJSaWdodCI6MC4wLCJCb3R0b20iOjAuMH0sIkJhY2tncm91bmQiOnsiJGlkIjoiNTU0NiIsIkNvbG9yIjp7IiRpZCI6IjU1NDciLCJBIjo1MCwiUiI6MCwiRyI6MCwiQiI6MH19LCJJc1Zpc2libGUiOnRydWUsIldpZHRoIjowLjAsIkhlaWdodCI6MC4wLCJCb3JkZXJTdHlsZSI6bnVsbCwiUGFyZW50U3R5bGUiOm51bGx9LCJQYXJlbnRTdHlsZSI6bnVsbH0sIlBhcmVudFN0eWxlIjpudWxsfSwiRGVmYXVsdFN3aW1sYW5lTW90U3R5bGUiOnsiJGlkIjoiNTU0OCIsIlNoYXBlIjoyLCJDb25uZWN0b3JNYXJnaW4iOnsiJGlkIjoiNTU0OSIsIlRvcCI6MC4wLCJMZWZ0IjoyLjAsIlJpZ2h0IjoyLjAsIkJvdHRvbSI6MC4wfSwiQ29ubmVjdG9yU3R5bGUiOnsiJGlkIjoiNTU1MCIsIkxpbmVDb2xvciI6eyIkaWQiOiI1NTUxIiwiJHR5cGUiOiJOTFJFLkNvbW1vbi5Eb20uU29saWRDb2xvckJydXNoLCBOTFJFLkNvbW1vbiIsIkNvbG9yIjp7IiRpZCI6IjU1NTIiLCJBIjoxMjcsIlIiOjc5LCJHIjoxMjksIkIiOjE4OX19LCJMaW5lV2VpZ2h0IjoxLjAsIkxpbmVUeXBlIjowLCJQYXJlbnRTdHlsZSI6bnVsbH0sIklzQmVsb3dUaW1lYmFuZCI6ZmFsc2UsIlBvc2l0aW9uT25UYXNrIjoxLCJIaWRlRGF0ZSI6ZmFsc2UsIlNoYXBlU2l6ZSI6MSwiU3BhY2luZyI6MC4wLCJQYWRkaW5nIjp7IiRpZCI6IjU1NTMiLCJUb3AiOjUuMCwiTGVmdCI6My4wLCJSaWdodCI6MC4wLCJCb3R0b20iOjIuMH0sIlNoYXBlU3R5bGUiOnsiJGlkIjoiNTU1NCIsIk1hcmdpbiI6eyIkaWQiOiI1NTU1IiwiVG9wIjowLjAsIkxlZnQiOjAuMCwiUmlnaHQiOjAuMCwiQm90dG9tIjowLjB9LCJQYWRkaW5nIjp7IiRpZCI6IjU1NTYiLCJUb3AiOjAuMCwiTGVmdCI6MC4wLCJSaWdodCI6MC4wLCJCb3R0b20iOjAuMH0sIkJhY2tncm91bmQiOnsiJGlkIjoiNTU1NyIsIkNvbG9yIjp7IiRpZCI6IjU1NTgiLCJBIjoxMjcsIlIiOjExMiwiRyI6MTczLCJCIjo3MX19LCJJc1Zpc2libGUiOnRydWUsIldpZHRoIjoxMy4wLCJIZWlnaHQiOjEzLjAsIkJvcmRlclN0eWxlIjp7IiRpZCI6IjU1NTkiLCJMaW5lQ29sb3IiOnsiJGlkIjoiNTU2MCIsIiR0eXBlIjoiTkxSRS5Db21tb24uRG9tLlNvbGlkQ29sb3JCcnVzaCwgTkxSRS5Db21tb24iLCJDb2xvciI6eyIkaWQiOiI1NTYxIiwiQSI6MjU1LCJSIjoyMzQsIkciOjIyLCJCIjozMH19LCJMaW5lV2VpZ2h0IjowLjAsIkxpbmVUeXBlIjowLCJQYXJlbnRTdHlsZSI6bnVsbH0sIlBhcmVudFN0eWxlIjpudWxsfSwiVGl0bGVTdHlsZSI6eyIkaWQiOiI1NTYyIiwiRm9udFNldHRpbmdzIjp7IiRpZCI6IjU1NjMiLCJGb250U2l6ZSI6MTEsIkZvbnROYW1lIjoiQ2FsaWJyaSIsIklzQm9sZCI6dHJ1ZSwiSXNJdGFsaWMiOmZhbHNlLCJJc1VuZGVybGluZWQiOmZhbHNlLCJQYXJlbnRTdHlsZSI6bnVsbH0sIkF1dG9TaXplIjowLCJGb3JlZ3JvdW5kIjp7IiRpZCI6IjU1NjQiLCJDb2xvciI6eyIkaWQiOiI1NTY1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U1NjYiLCJUb3AiOjAuMCwiTGVmdCI6MC4wLCJSaWdodCI6MC4wLCJCb3R0b20iOjAuMH0sIlBhZGRpbmciOnsiJGlkIjoiNTU2NyIsIlRvcCI6MC4wLCJMZWZ0IjowLjAsIlJpZ2h0IjowLjAsIkJvdHRvbSI6MC4wfSwiQmFja2dyb3VuZCI6eyIkaWQiOiI1NTY4IiwiQ29sb3IiOnsiJGlkIjoiNTU2OSIsIkEiOjg5LCJSIjowLCJHIjowLCJCIjowfX0sIklzVmlzaWJsZSI6dHJ1ZSwiV2lkdGgiOjAuMCwiSGVpZ2h0IjowLjAsIkJvcmRlclN0eWxlIjp7IiRpZCI6IjU1NzAiLCJMaW5lQ29sb3IiOm51bGwsIkxpbmVXZWlnaHQiOjAuMCwiTGluZVR5cGUiOjAsIlBhcmVudFN0eWxlIjpudWxsfSwiUGFyZW50U3R5bGUiOm51bGx9LCJEYXRlU3R5bGUiOnsiJGlkIjoiNTU3MSIsIkZvbnRTZXR0aW5ncyI6eyIkaWQiOiI1NTcyIiwiRm9udFNpemUiOjEwLCJGb250TmFtZSI6IkNhbGlicmkiLCJJc0JvbGQiOmZhbHNlLCJJc0l0YWxpYyI6ZmFsc2UsIklzVW5kZXJsaW5lZCI6ZmFsc2UsIlBhcmVudFN0eWxlIjpudWxsfSwiQXV0b1NpemUiOjAsIkZvcmVncm91bmQiOnsiJGlkIjoiNTU3MyIsIkNvbG9yIjp7IiRpZCI6IjU1NzQ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U1NzUiLCJUb3AiOjAuMCwiTGVmdCI6MC4wLCJSaWdodCI6MC4wLCJCb3R0b20iOjAuMH0sIlBhZGRpbmciOnsiJGlkIjoiNTU3NiIsIlRvcCI6MC4wLCJMZWZ0IjowLjAsIlJpZ2h0IjowLjAsIkJvdHRvbSI6MC4wfSwiQmFja2dyb3VuZCI6eyIkaWQiOiI1NTc3IiwiQ29sb3IiOnsiJGlkIjoiNTU3OCIsIkEiOjg5LCJSIjowLCJHIjowLCJCIjowfX0sIklzVmlzaWJsZSI6dHJ1ZSwiV2lkdGgiOjAuMCwiSGVpZ2h0IjowLjAsIkJvcmRlclN0eWxlIjp7IiRpZCI6IjU1NzkiLCJMaW5lQ29sb3IiOm51bGwsIkxpbmVXZWlnaHQiOjAuMCwiTGluZVR5cGUiOjAsIlBhcmVudFN0eWxlIjpudWxsfSwiUGFyZW50U3R5bGUiOm51bGx9LCJEYXRlRm9ybWF0Ijp7IiRpZCI6IjU1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U4MSIsIkZvcm1hdCI6MCwiSXNWaXNpYmxlIjpmYWxzZSwiTGFzdEtub3duVmlzaWJpbGl0eVN0YXRlIjpmYWxzZX0sIklzVmlzaWJsZSI6dHJ1ZSwiVmFyaWFuY2VTdHlsZSI6eyIkaWQiOiI1NTgyIiwiVGV4dFN0eWxlIjp7IiRpZCI6IjU1ODMiLCJGb250U2V0dGluZ3MiOnsiJGlkIjoiNTU4NCIsIkZvbnRTaXplIjoxMCwiRm9udE5hbWUiOiJDYWxpYnJpIiwiSXNCb2xkIjpmYWxzZSwiSXNJdGFsaWMiOmZhbHNlLCJJc1VuZGVybGluZWQiOmZhbHNlLCJQYXJlbnRTdHlsZSI6bnVsbH0sIkF1dG9TaXplIjowLCJGb3JlZ3JvdW5kIjp7IiRpZCI6IjU1ODUiLCJDb2xvciI6eyIkaWQiOiI1NTg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1ODciLCJUb3AiOjAuMCwiTGVmdCI6MC4wLCJSaWdodCI6MC4wLCJCb3R0b20iOjAuMH0sIlBhZGRpbmciOnsiJGlkIjoiNTU4OCIsIlRvcCI6MC4wLCJMZWZ0IjowLjAsIlJpZ2h0IjowLjAsIkJvdHRvbSI6MC4wfSwiQmFja2dyb3VuZCI6eyIkaWQiOiI1NTg5IiwiQ29sb3IiOnsiJGlkIjoiNTU5MCIsIkEiOjUwLCJSIjowLCJHIjowLCJCIjowfX0sIklzVmlzaWJsZSI6dHJ1ZSwiV2lkdGgiOjAuMCwiSGVpZ2h0IjowLjAsIkJvcmRlclN0eWxlIjpudWxsLCJQYXJlbnRTdHlsZSI6bnVsbH0sIlBhcmVudFN0eWxlIjpudWxsfSwiUGFyZW50U3R5bGUiOm51bGx9LCJEZWZhdWx0U3dpbWxhbmVNaWxlc3RvbmVTdHlsZSI6eyIkaWQiOiI1NTkxIiwiVGl0bGVQb3NpdGlvbiI6IlJpZ2h0IiwiRGF0ZVBvc2l0aW9uIjoiTGVmdCIsIlZhcmlhbmNlUG9zaXRpb24iOiJMZWZ0IiwiU2hhcGVUeXBlIjoxLCJTaGFwZVNpemUiOjAsIlNwYWNpbmciOjUsIlNoYXBlU3R5bGUiOnsiJGlkIjoiNTU5MiIsIk1hcmdpbiI6eyIkaWQiOiI1NTkzIiwiVG9wIjowLjAsIkxlZnQiOjAuMCwiUmlnaHQiOjAuMCwiQm90dG9tIjowLjB9LCJQYWRkaW5nIjp7IiRpZCI6IjU1OTQiLCJUb3AiOjAuMCwiTGVmdCI6MC4wLCJSaWdodCI6MC4wLCJCb3R0b20iOjAuMH0sIkJhY2tncm91bmQiOnsiJGlkIjoiNTU5NSIsIkNvbG9yIjp7IiRpZCI6IjU1OTYiLCJBIjoyNTUsIlIiOjU3LCJHIjoxMTQsIkIiOjE4fX0sIklzVmlzaWJsZSI6dHJ1ZSwiV2lkdGgiOjEyLjAsIkhlaWdodCI6MTQuMCwiQm9yZGVyU3R5bGUiOnsiJGlkIjoiNTU5NyIsIkxpbmVDb2xvciI6eyIkaWQiOiI1NTk4IiwiJHR5cGUiOiJOTFJFLkNvbW1vbi5Eb20uU29saWRDb2xvckJydXNoLCBOTFJFLkNvbW1vbiIsIkNvbG9yIjp7IiRpZCI6IjU1OTkiLCJBIjoyNTUsIlIiOjIzNCwiRyI6MjIsIkIiOjMwfX0sIkxpbmVXZWlnaHQiOjAuMCwiTGluZVR5cGUiOjAsIlBhcmVudFN0eWxlIjpudWxsfSwiUGFyZW50U3R5bGUiOm51bGx9LCJUaXRsZVN0eWxlIjp7IiRpZCI6IjU2MDAiLCJGb250U2V0dGluZ3MiOnsiJGlkIjoiNTYwMSIsIkZvbnRTaXplIjoxMSwiRm9udE5hbWUiOiJDYWxpYnJpIiwiSXNCb2xkIjp0cnVlLCJJc0l0YWxpYyI6ZmFsc2UsIklzVW5kZXJsaW5lZCI6ZmFsc2UsIlBhcmVudFN0eWxlIjpudWxsfSwiQXV0b1NpemUiOjAsIkZvcmVncm91bmQiOnsiJGlkIjoiNTYwMiIsIkNvbG9yIjp7IiRpZCI6IjU2MDM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TYwNCIsIlRvcCI6MC4wLCJMZWZ0IjowLjAsIlJpZ2h0IjowLjAsIkJvdHRvbSI6MC4wfSwiUGFkZGluZyI6eyIkaWQiOiI1NjA1IiwiVG9wIjowLjAsIkxlZnQiOjAuMCwiUmlnaHQiOjAuMCwiQm90dG9tIjowLjB9LCJCYWNrZ3JvdW5kIjp7IiRpZCI6IjU2MDYiLCJDb2xvciI6eyIkaWQiOiI1NjA3IiwiQSI6ODksIlIiOjAsIkciOjAsIkIiOjB9fSwiSXNWaXNpYmxlIjp0cnVlLCJXaWR0aCI6MC4wLCJIZWlnaHQiOjAuMCwiQm9yZGVyU3R5bGUiOnsiJGlkIjoiNTYwOCIsIkxpbmVDb2xvciI6bnVsbCwiTGluZVdlaWdodCI6MC4wLCJMaW5lVHlwZSI6MCwiUGFyZW50U3R5bGUiOm51bGx9LCJQYXJlbnRTdHlsZSI6bnVsbH0sIkRhdGVTdHlsZSI6eyIkaWQiOiI1NjA5IiwiRm9udFNldHRpbmdzIjp7IiRpZCI6IjU2MTAiLCJGb250U2l6ZSI6MTAsIkZvbnROYW1lIjoiQ2FsaWJyaSIsIklzQm9sZCI6ZmFsc2UsIklzSXRhbGljIjpmYWxzZSwiSXNVbmRlcmxpbmVkIjpmYWxzZSwiUGFyZW50U3R5bGUiOm51bGx9LCJBdXRvU2l6ZSI6MCwiRm9yZWdyb3VuZCI6eyIkaWQiOiI1NjExIiwiQ29sb3IiOnsiJGlkIjoiNTYx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TYxMyIsIlRvcCI6MC4wLCJMZWZ0IjowLjAsIlJpZ2h0IjowLjAsIkJvdHRvbSI6MC4wfSwiUGFkZGluZyI6eyIkaWQiOiI1NjE0IiwiVG9wIjowLjAsIkxlZnQiOjAuMCwiUmlnaHQiOjAuMCwiQm90dG9tIjowLjB9LCJCYWNrZ3JvdW5kIjp7IiRpZCI6IjU2MTUiLCJDb2xvciI6eyIkaWQiOiI1NjE2IiwiQSI6ODksIlIiOjAsIkciOjAsIkIiOjB9fSwiSXNWaXNpYmxlIjpmYWxzZSwiV2lkdGgiOjAuMCwiSGVpZ2h0IjowLjAsIkJvcmRlclN0eWxlIjp7IiRpZCI6IjU2MTciLCJMaW5lQ29sb3IiOm51bGwsIkxpbmVXZWlnaHQiOjAuMCwiTGluZVR5cGUiOjAsIlBhcmVudFN0eWxlIjpudWxsfSwiUGFyZW50U3R5bGUiOm51bGx9LCJEYXRlRm9ybWF0Ijp7IiRpZCI6IjU2M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YxOSIsIkZvcm1hdCI6MCwiSXNWaXNpYmxlIjpmYWxzZSwiTGFzdEtub3duVmlzaWJpbGl0eVN0YXRlIjpmYWxzZX0sIklzVmlzaWJsZSI6dHJ1ZSwiVmFyaWFuY2VTdHlsZSI6eyIkaWQiOiI1NjIwIiwiVGV4dFN0eWxlIjp7IiRpZCI6IjU2MjEiLCJGb250U2V0dGluZ3MiOnsiJGlkIjoiNTYyMiIsIkZvbnRTaXplIjoxMCwiRm9udE5hbWUiOiJDYWxpYnJpIiwiSXNCb2xkIjpmYWxzZSwiSXNJdGFsaWMiOmZhbHNlLCJJc1VuZGVybGluZWQiOmZhbHNlLCJQYXJlbnRTdHlsZSI6bnVsbH0sIkF1dG9TaXplIjowLCJGb3JlZ3JvdW5kIjp7IiRpZCI6IjU2MjMiLCJDb2xvciI6eyIkaWQiOiI1NjI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2MjUiLCJUb3AiOjAuMCwiTGVmdCI6MC4wLCJSaWdodCI6MC4wLCJCb3R0b20iOjAuMH0sIlBhZGRpbmciOnsiJGlkIjoiNTYyNiIsIlRvcCI6MC4wLCJMZWZ0IjowLjAsIlJpZ2h0IjowLjAsIkJvdHRvbSI6MC4wfSwiQmFja2dyb3VuZCI6eyIkaWQiOiI1NjI3IiwiQ29sb3IiOnsiJGlkIjoiNTYyOCIsIkEiOjUwLCJSIjowLCJHIjowLCJCIjowfX0sIklzVmlzaWJsZSI6dHJ1ZSwiV2lkdGgiOjAuMCwiSGVpZ2h0IjowLjAsIkJvcmRlclN0eWxlIjpudWxsLCJQYXJlbnRTdHlsZSI6bnVsbH0sIlBhcmVudFN0eWxlIjpudWxsfSwiUGFyZW50U3R5bGUiOm51bGx9LCJEZWZhdWx0U3dpbWxhbmVBY3Rpdml0eVN0eWxlIjp7IiRpZCI6IjU2MjkiLCJIZWFkZXJTdHlsZSI6eyIkaWQiOiI1NjMwIiwiVGV4dFN0eWxlIjp7IiRpZCI6IjU2MzEiLCJGb250U2V0dGluZ3MiOnsiJGlkIjoiNTYzMiIsIkZvbnRTaXplIjoxMiwiRm9udE5hbWUiOiJDYWxpYnJpIiwiSXNCb2xkIjpmYWxzZSwiSXNJdGFsaWMiOmZhbHNlLCJJc1VuZGVybGluZWQiOmZhbHNlLCJQYXJlbnRTdHlsZSI6bnVsbH0sIkF1dG9TaXplIjowLCJGb3JlZ3JvdW5kIjp7IiRpZCI6IjU2MzMiLCJDb2xvciI6eyIkaWQiOiI1NjM0IiwiQSI6MjU1LCJSIjowLCJHIjowLCJCIjowfX0sIk1heFdpZHRoIjowLjAsIk1heEhlaWdodCI6MC4wLCJTbWFydEZvcmVncm91bmRJc0FjdGl2ZSI6ZmFsc2UsIkhvcml6b250YWxBbGlnbm1lbnQiOjAsIlZlcnRpY2FsQWxpZ25tZW50IjowLCJTbWFydEZvcmVncm91bmQiOm51bGwsIkJhY2tncm91bmRGaWxsVHlwZSI6MCwiTWFyZ2luIjp7IiRpZCI6IjU2MzUiLCJUb3AiOjAuMCwiTGVmdCI6MC4wLCJSaWdodCI6MC4wLCJCb3R0b20iOjAuMH0sIlBhZGRpbmciOnsiJGlkIjoiNTYzNiIsIlRvcCI6MC4wLCJMZWZ0IjowLjAsIlJpZ2h0IjowLjAsIkJvdHRvbSI6MC4wfSwiQmFja2dyb3VuZCI6bnVsbCwiSXNWaXNpYmxlIjpmYWxzZSwiV2lkdGgiOjAuMCwiSGVpZ2h0IjowLjAsIkJvcmRlclN0eWxlIjpudWxsLCJQYXJlbnRTdHlsZSI6bnVsbH0sIlJlY3RhbmdsZVN0eWxlIjp7IiRpZCI6IjU2MzciLCJNYXJnaW4iOnsiJGlkIjoiNTYzOCIsIlRvcCI6MC4wLCJMZWZ0IjowLjAsIlJpZ2h0IjowLjAsIkJvdHRvbSI6MC4wfSwiUGFkZGluZyI6eyIkaWQiOiI1NjM5IiwiVG9wIjowLjAsIkxlZnQiOjAuMCwiUmlnaHQiOjAuMCwiQm90dG9tIjowLjB9LCJCYWNrZ3JvdW5kIjp7IiRpZCI6IjU2NDAiLCJDb2xvciI6eyIkaWQiOiI1NjQxIiwiQSI6NjMsIlIiOjExMiwiRyI6MTczLCJCIjo3MX19LCJJc1Zpc2libGUiOmZhbHNlLCJXaWR0aCI6MC4wLCJIZWlnaHQiOjAuMCwiQm9yZGVyU3R5bGUiOnsiJGlkIjoiNTY0MiIsIkxpbmVDb2xvciI6eyIkaWQiOiI1NjQzIiwiJHR5cGUiOiJOTFJFLkNvbW1vbi5Eb20uU29saWRDb2xvckJydXNoLCBOTFJFLkNvbW1vbiIsIkNvbG9yIjp7IiRpZCI6IjU2NDQiLCJBIjoyNTUsIlIiOjI1NSwiRyI6MCwiQiI6MH19LCJMaW5lV2VpZ2h0IjowLjAsIkxpbmVUeXBlIjowLCJQYXJlbnRTdHlsZSI6bnVsbH0sIlBhcmVudFN0eWxlIjpudWxsfSwiTWFyZ2luIjp7IiRpZCI6IjU2NDUiLCJUb3AiOjAuMCwiTGVmdCI6MC4wLCJSaWdodCI6MC4wLCJCb3R0b20iOjAuMH0sIlBhZGRpbmciOnsiJGlkIjoiNTY0NiIsIlRvcCI6MC4wLCJMZWZ0IjowLjAsIlJpZ2h0IjowLjAsIkJvdHRvbSI6MC4wfSwiQmFja2dyb3VuZCI6bnVsbCwiSXNWaXNpYmxlIjp0cnVlLCJXaWR0aCI6MC4wLCJIZWlnaHQiOjAuMCwiQm9yZGVyU3R5bGUiOm51bGwsIlBhcmVudFN0eWxlIjpudWxsfSwiQmFja2dyb3VuZFN0eWxlIjp7IiRpZCI6IjU2NDciLCJNYXJnaW4iOnsiJGlkIjoiNTY0OCIsIlRvcCI6MC4wLCJMZWZ0IjowLjAsIlJpZ2h0IjowLjAsIkJvdHRvbSI6MC4wfSwiUGFkZGluZyI6eyIkaWQiOiI1NjQ5IiwiVG9wIjowLjAsIkxlZnQiOjAuMCwiUmlnaHQiOjAuMCwiQm90dG9tIjowLjB9LCJCYWNrZ3JvdW5kIjp7IiRpZCI6IjU2NTAiLCJDb2xvciI6eyIkaWQiOiI1NjUxIiwiQSI6MzgsIlIiOjExMiwiRyI6MTczLCJCIjo3MX19LCJJc1Zpc2libGUiOnRydWUsIldpZHRoIjowLjAsIkhlaWdodCI6MC4wLCJCb3JkZXJTdHlsZSI6eyIkaWQiOiI1NjUyIiwiTGluZUNvbG9yIjp7IiRpZCI6IjU2NTMiLCIkdHlwZSI6Ik5MUkUuQ29tbW9uLkRvbS5Tb2xpZENvbG9yQnJ1c2gsIE5MUkUuQ29tbW9uIiwiQ29sb3IiOnsiJGlkIjoiNTY1NCIsIkEiOjI1NSwiUiI6MjM0LCJHIjoyMiwiQiI6MzB9fSwiTGluZVdlaWdodCI6MC4wLCJMaW5lVHlwZSI6MCwiUGFyZW50U3R5bGUiOm51bGx9LCJQYXJlbnRTdHlsZSI6bnVsbH0sIk1hcmdpbiI6eyIkaWQiOiI1NjU1IiwiVG9wIjowLjAsIkxlZnQiOjAuMCwiUmlnaHQiOjAuMCwiQm90dG9tIjowLjB9LCJQYWRkaW5nIjp7IiRpZCI6IjU2NTYiLCJUb3AiOjAuMCwiTGVmdCI6MC4wLCJSaWdodCI6MC4wLCJCb3R0b20iOjAuMH0sIklzVmlzaWJsZSI6dHJ1ZSwiV2lkdGgiOjAuMCwiSGVpZ2h0IjowLjAsIkJvcmRlclN0eWxlIjpudWxsLCJQYXJlbnRTdHlsZSI6bnVsbH0sIk1hcmdpbiI6eyIkaWQiOiI1NjU3IiwiVG9wIjowLjAsIkxlZnQiOjAuMCwiUmlnaHQiOjAuMCwiQm90dG9tIjowLjB9LCJQYWRkaW5nIjp7IiRpZCI6IjU2NTgiLCJUb3AiOjAuMCwiTGVmdCI6MC4wLCJSaWdodCI6MC4wLCJCb3R0b20iOjAuMH0sIklzVmlzaWJsZSI6dHJ1ZSwiV2lkdGgiOjAuMCwiSGVpZ2h0IjowLjAsIkJvcmRlclN0eWxlIjpudWxsLCJQYXJlbnRTdHlsZSI6bnVsbH0seyIkaWQiOiI1NjU5IiwiU3R5bGVJZCI6IjAwMDAwMDAwLTAwMDAtMDAwMC0wMDAwLTAwMDAwMDAwMDAwMCIsIkhlYWRlclN0eWxlIjp7IiRpZCI6IjU2NjAiLCJUZXh0SXNWZXJ0aWNhbCI6ZmFsc2UsIlRleHRTdHlsZSI6eyIkaWQiOiI1NjYxIiwiRm9udFNldHRpbmdzIjp7IiRpZCI6IjU2NjIiLCJGb250U2l6ZSI6MTAsIkZvbnROYW1lIjoiRnJhbmtsaW4gR290aGljIE1lZGl1bSIsIklzQm9sZCI6ZmFsc2UsIklzSXRhbGljIjpmYWxzZSwiSXNVbmRlcmxpbmVkIjpmYWxzZSwiUGFyZW50U3R5bGUiOm51bGx9LCJBdXRvU2l6ZSI6MCwiRm9yZWdyb3VuZCI6eyIkaWQiOiI1NjYzIiwiQ29sb3IiOnsiJGlkIjoiNTY2NCIsIkEiOjI1NSwiUiI6MCwiRyI6MCwiQiI6MH19LCJNYXhXaWR0aCI6MC4wLCJNYXhIZWlnaHQiOjAuMCwiU21hcnRGb3JlZ3JvdW5kSXNBY3RpdmUiOmZhbHNlLCJIb3Jpem9udGFsQWxpZ25tZW50IjowLCJWZXJ0aWNhbEFsaWdubWVudCI6MCwiU21hcnRGb3JlZ3JvdW5kIjpudWxsLCJCYWNrZ3JvdW5kRmlsbFR5cGUiOjAsIk1hcmdpbiI6eyIkaWQiOiI1NjY1IiwiVG9wIjowLjAsIkxlZnQiOjAuMCwiUmlnaHQiOjAuMCwiQm90dG9tIjowLjB9LCJQYWRkaW5nIjp7IiRpZCI6IjU2NjYiLCJUb3AiOjAuMCwiTGVmdCI6MC4wLCJSaWdodCI6MC4wLCJCb3R0b20iOjAuMH0sIkJhY2tncm91bmQiOm51bGwsIklzVmlzaWJsZSI6ZmFsc2UsIldpZHRoIjowLjAsIkhlaWdodCI6MC4wLCJCb3JkZXJTdHlsZSI6bnVsbCwiUGFyZW50U3R5bGUiOm51bGx9LCJSZWN0YW5nbGVTdHlsZSI6eyIkaWQiOiI1NjY3IiwiTWFyZ2luIjp7IiRpZCI6IjU2NjgiLCJUb3AiOjAuMCwiTGVmdCI6MC4wLCJSaWdodCI6MC4wLCJCb3R0b20iOjAuMH0sIlBhZGRpbmciOnsiJGlkIjoiNTY2OSIsIlRvcCI6MC4wLCJMZWZ0IjowLjAsIlJpZ2h0IjowLjAsIkJvdHRvbSI6MC4wfSwiQmFja2dyb3VuZCI6eyIkaWQiOiI1NjcwIiwiQ29sb3IiOnsiJGlkIjoiNTY3MSIsIkEiOjEyNywiUiI6MTY1LCJHIjoxNjUsIkIiOjE2NX19LCJJc1Zpc2libGUiOmZhbHNlLCJXaWR0aCI6MC4wLCJIZWlnaHQiOjAuMCwiQm9yZGVyU3R5bGUiOnsiJGlkIjoiNTY3MiIsIkxpbmVDb2xvciI6eyIkaWQiOiI1NjczIiwiJHR5cGUiOiJOTFJFLkNvbW1vbi5Eb20uU29saWRDb2xvckJydXNoLCBOTFJFLkNvbW1vbiIsIkNvbG9yIjp7IiRpZCI6IjU2NzQiLCJBIjoyNTUsIlIiOjI1NSwiRyI6MCwiQiI6MH19LCJMaW5lV2VpZ2h0IjowLjAsIkxpbmVUeXBlIjowLCJQYXJlbnRTdHlsZSI6bnVsbH0sIlBhcmVudFN0eWxlIjpudWxsfSwiTWFyZ2luIjp7IiRpZCI6IjU2NzUiLCJUb3AiOjAuMCwiTGVmdCI6MC4wLCJSaWdodCI6MC4wLCJCb3R0b20iOjAuMH0sIlBhZGRpbmciOnsiJGlkIjoiNTY3NiIsIlRvcCI6MC4wLCJMZWZ0IjowLjAsIlJpZ2h0IjowLjAsIkJvdHRvbSI6MC4wfSwiQmFja2dyb3VuZCI6bnVsbCwiSXNWaXNpYmxlIjp0cnVlLCJXaWR0aCI6MC4wLCJIZWlnaHQiOjAuMCwiQm9yZGVyU3R5bGUiOm51bGwsIlBhcmVudFN0eWxlIjpudWxsfSwiQmFja2dyb3VuZFN0eWxlIjp7IiRpZCI6IjU2NzciLCJNYXJnaW4iOnsiJGlkIjoiNTY3OCIsIlRvcCI6MC4wLCJMZWZ0IjowLjAsIlJpZ2h0IjowLjAsIkJvdHRvbSI6MC4wfSwiUGFkZGluZyI6eyIkaWQiOiI1Njc5IiwiVG9wIjowLjAsIkxlZnQiOjAuMCwiUmlnaHQiOjAuMCwiQm90dG9tIjowLjB9LCJCYWNrZ3JvdW5kIjp7IiRpZCI6IjU2ODAiLCJDb2xvciI6eyIkaWQiOiI1NjgxIiwiQSI6MzgsIlIiOjE2NSwiRyI6MTY1LCJCIjoxNjV9fSwiSXNWaXNpYmxlIjp0cnVlLCJXaWR0aCI6MC4wLCJIZWlnaHQiOjAuMCwiQm9yZGVyU3R5bGUiOnsiJGlkIjoiNTY4MiIsIkxpbmVDb2xvciI6eyIkaWQiOiI1NjgzIiwiJHR5cGUiOiJOTFJFLkNvbW1vbi5Eb20uU29saWRDb2xvckJydXNoLCBOTFJFLkNvbW1vbiIsIkNvbG9yIjp7IiRpZCI6IjU2ODQiLCJBIjoyNTUsIlIiOjIzNCwiRyI6MjIsIkIiOjMwfX0sIkxpbmVXZWlnaHQiOjAuMCwiTGluZVR5cGUiOjAsIlBhcmVudFN0eWxlIjpudWxsfSwiUGFyZW50U3R5bGUiOm51bGx9LCJJc0Fib3ZlVGltZWJhbmQiOmZhbHNlLCJTcGFjaW5nIjoyLCJEZWZhdWx0U3dpbWxhbmVUYXNrU3R5bGUiOnsiJGlkIjoiNTY4NSIsIlNoYXBlIjoxLCJTaGFwZVRoaWNrbmVzcyI6MCwiRHVyYXRpb25Gb3JtYXQiOjAsIkluY2x1ZGVOb25Xb3JraW5nRGF5c0luRHVyYXRpb24iOmZhbHNlLCJQZXJjZW50YWdlQ29tcGxldGVTdHlsZSI6eyIkaWQiOiI1Njg2IiwiRm9udFNldHRpbmdzIjp7IiRpZCI6IjU2ODciLCJGb250U2l6ZSI6MTAsIkZvbnROYW1lIjoiQ2FsaWJyaSIsIklzQm9sZCI6ZmFsc2UsIklzSXRhbGljIjpmYWxzZSwiSXNVbmRlcmxpbmVkIjpmYWxzZSwiUGFyZW50U3R5bGUiOm51bGx9LCJBdXRvU2l6ZSI6MCwiRm9yZWdyb3VuZCI6eyIkaWQiOiI1Njg4IiwiQ29sb3IiOnsiJGlkIjoiNTY4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2OTAiLCJUb3AiOjAuMCwiTGVmdCI6MC4wLCJSaWdodCI6MC4wLCJCb3R0b20iOjAuMH0sIlBhZGRpbmciOnsiJGlkIjoiNTY5MSIsIlRvcCI6MC4wLCJMZWZ0IjowLjAsIlJpZ2h0IjowLjAsIkJvdHRvbSI6MC4wfSwiQmFja2dyb3VuZCI6eyIkaWQiOiI1NjkyIiwiQ29sb3IiOnsiJGlkIjoiNTY5MyIsIkEiOjg5LCJSIjowLCJHIjowLCJCIjowfX0sIklzVmlzaWJsZSI6dHJ1ZSwiV2lkdGgiOjAuMCwiSGVpZ2h0IjowLjAsIkJvcmRlclN0eWxlIjp7IiRpZCI6IjU2OTQiLCJMaW5lQ29sb3IiOm51bGwsIkxpbmVXZWlnaHQiOjAuMCwiTGluZVR5cGUiOjAsIlBhcmVudFN0eWxlIjpudWxsfSwiUGFyZW50U3R5bGUiOm51bGx9LCJEdXJhdGlvblN0eWxlIjp7IiRpZCI6IjU2OTUiLCJGb250U2V0dGluZ3MiOnsiJGlkIjoiNTY5NiIsIkZvbnRTaXplIjoxMCwiRm9udE5hbWUiOiJDYWxpYnJpIiwiSXNCb2xkIjpmYWxzZSwiSXNJdGFsaWMiOmZhbHNlLCJJc1VuZGVybGluZWQiOmZhbHNlLCJQYXJlbnRTdHlsZSI6bnVsbH0sIkF1dG9TaXplIjowLCJGb3JlZ3JvdW5kIjp7IiRpZCI6IjU2OTciLCJDb2xvciI6eyIkaWQiOiI1Njk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Y5OSIsIlRvcCI6MC4wLCJMZWZ0IjowLjAsIlJpZ2h0IjowLjAsIkJvdHRvbSI6MC4wfSwiUGFkZGluZyI6eyIkaWQiOiI1NzAwIiwiVG9wIjowLjAsIkxlZnQiOjAuMCwiUmlnaHQiOjAuMCwiQm90dG9tIjowLjB9LCJCYWNrZ3JvdW5kIjp7IiRpZCI6IjU3MDEiLCJDb2xvciI6eyIkaWQiOiI1NzAyIiwiQSI6ODksIlIiOjAsIkciOjAsIkIiOjB9fSwiSXNWaXNpYmxlIjp0cnVlLCJXaWR0aCI6MC4wLCJIZWlnaHQiOjAuMCwiQm9yZGVyU3R5bGUiOnsiJGlkIjoiNTcwMyIsIkxpbmVDb2xvciI6bnVsbCwiTGluZVdlaWdodCI6MC4wLCJMaW5lVHlwZSI6MCwiUGFyZW50U3R5bGUiOm51bGx9LCJQYXJlbnRTdHlsZSI6bnVsbH0sIkhvcml6b250YWxDb25uZWN0b3JTdHlsZSI6eyIkaWQiOiI1NzA0IiwiTGluZUNvbG9yIjp7IiRpZCI6IjU3MDUiLCIkdHlwZSI6Ik5MUkUuQ29tbW9uLkRvbS5Tb2xpZENvbG9yQnJ1c2gsIE5MUkUuQ29tbW9uIiwiQ29sb3IiOnsiJGlkIjoiNTcwNiIsIkEiOjI1NSwiUiI6MjA0LCJHIjoyMDQsIkIiOjIwNH19LCJMaW5lV2VpZ2h0IjoxLjAsIkxpbmVUeXBlIjowLCJQYXJlbnRTdHlsZSI6bnVsbH0sIlZlcnRpY2FsQ29ubmVjdG9yU3R5bGUiOnsiJGlkIjoiNTcwNyIsIkxpbmVDb2xvciI6eyIkaWQiOiI1NzA4IiwiJHR5cGUiOiJOTFJFLkNvbW1vbi5Eb20uU29saWRDb2xvckJydXNoLCBOTFJFLkNvbW1vbiIsIkNvbG9yIjp7IiRpZCI6IjU3MDk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VmFyaWFuY2VQb3NpdGlvbiI6NiwiU3BhY2luZyI6MywiSXNCZWxvd1RpbWViYW5kIjpmYWxzZSwiUGVyY2VudGFnZUNvbXBsZXRlU2hhcGVPcGFjaXR5IjozNSwiQmFzZWxpbmVTdHlsZSI6eyIkaWQiOiI1NzEwIiwiU2hhcGVTdHlsZSI6eyIkaWQiOiI1NzExIiwiTWFyZ2luIjp7IiRpZCI6IjU3MTIiLCJUb3AiOjAuMCwiTGVmdCI6MC4wLCJSaWdodCI6MC4wLCJCb3R0b20iOjAuMH0sIlBhZGRpbmciOnsiJGlkIjoiNTcxMyIsIlRvcCI6MC4wLCJMZWZ0IjowLjAsIlJpZ2h0IjowLjAsIkJvdHRvbSI6MC4wfSwiQmFja2dyb3VuZCI6eyIkaWQiOiI1NzE0IiwiQ29sb3IiOnsiJGlkIjoiNTcxNSIsIkEiOjE1MywiUiI6MCwiRyI6MCwiQiI6MH19LCJJc1Zpc2libGUiOnRydWUsIldpZHRoIjowLjAsIkhlaWdodCI6MC4wLCJCb3JkZXJTdHlsZSI6eyIkaWQiOiI1NzE2IiwiTGluZUNvbG9yIjp7IiRpZCI6IjU3MTciLCIkdHlwZSI6Ik5MUkUuQ29tbW9uLkRvbS5Tb2xpZENvbG9yQnJ1c2gsIE5MUkUuQ29tbW9uIiwiQ29sb3IiOnsiJGlkIjoiNTcxOCIsIkEiOjI1NSwiUiI6MjU1LCJHIjowLCJCIjowfX0sIkxpbmVXZWlnaHQiOjAuMCwiTGluZVR5cGUiOjAsIlBhcmVudFN0eWxlIjpudWxsfSwiUGFyZW50U3R5bGUiOm51bGx9LCJNYXJnaW4iOnsiJGlkIjoiNTcxOSIsIlRvcCI6MC4wLCJMZWZ0IjowLjAsIlJpZ2h0IjowLjAsIkJvdHRvbSI6MC4wfSwiUGFkZGluZyI6eyIkaWQiOiI1NzIwIiwiVG9wIjowLjAsIkxlZnQiOjAuMCwiUmlnaHQiOjAuMCwiQm90dG9tIjowLjB9LCJCYWNrZ3JvdW5kIjpudWxsLCJJc1Zpc2libGUiOnRydWUsIldpZHRoIjowLjAsIkhlaWdodCI6MC4wLCJCb3JkZXJTdHlsZSI6bnVsbCwiUGFyZW50U3R5bGUiOm51bGx9LCJTaGFwZVN0eWxlIjp7IiRpZCI6IjU3MjEiLCJNYXJnaW4iOnsiJGlkIjoiNTcyMiIsIlRvcCI6MC4wLCJMZWZ0Ijo0LjAsIlJpZ2h0Ijo0LjAsIkJvdHRvbSI6MC4wfSwiUGFkZGluZyI6eyIkaWQiOiI1NzIzIiwiVG9wIjowLjAsIkxlZnQiOjAuMCwiUmlnaHQiOjAuMCwiQm90dG9tIjowLjB9LCJCYWNrZ3JvdW5kIjp7IiRpZCI6IjU3MjQiLCJDb2xvciI6eyIkaWQiOiI1NzI1IiwiQSI6MTI3LCJSIjoxNjUsIkciOjE2NSwiQiI6MTY1fX0sIklzVmlzaWJsZSI6dHJ1ZSwiV2lkdGgiOjAuMCwiSGVpZ2h0IjoxMC4wLCJCb3JkZXJTdHlsZSI6eyIkaWQiOiI1NzI2IiwiTGluZUNvbG9yIjp7IiRpZCI6IjU3MjciLCIkdHlwZSI6Ik5MUkUuQ29tbW9uLkRvbS5Tb2xpZENvbG9yQnJ1c2gsIE5MUkUuQ29tbW9uIiwiQ29sb3IiOnsiJGlkIjoiNTcyOCIsIkEiOjI1NSwiUiI6MjM0LCJHIjoyMiwiQiI6MzB9fSwiTGluZVdlaWdodCI6MC4wLCJMaW5lVHlwZSI6MCwiUGFyZW50U3R5bGUiOm51bGx9LCJQYXJlbnRTdHlsZSI6bnVsbH0sIlRpdGxlU3R5bGUiOnsiJGlkIjoiNTcyOSIsIkZvbnRTZXR0aW5ncyI6eyIkaWQiOiI1NzMwIiwiRm9udFNpemUiOjExLCJGb250TmFtZSI6IkNhbGlicmkiLCJJc0JvbGQiOnRydWUsIklzSXRhbGljIjpmYWxzZSwiSXNVbmRlcmxpbmVkIjpmYWxzZSwiUGFyZW50U3R5bGUiOm51bGx9LCJBdXRvU2l6ZSI6MCwiRm9yZWdyb3VuZCI6eyIkaWQiOiI1NzMxIiwiQ29sb3IiOnsiJGlkIjoiNTczMi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1NzMzIiwiVG9wIjowLjAsIkxlZnQiOjAuMCwiUmlnaHQiOjAuMCwiQm90dG9tIjowLjB9LCJQYWRkaW5nIjp7IiRpZCI6IjU3MzQiLCJUb3AiOjAuMCwiTGVmdCI6MC4wLCJSaWdodCI6MC4wLCJCb3R0b20iOjAuMH0sIkJhY2tncm91bmQiOnsiJGlkIjoiNTczNSIsIkNvbG9yIjp7IiRpZCI6IjU3MzYiLCJBIjo4OSwiUiI6MCwiRyI6MCwiQiI6MH19LCJJc1Zpc2libGUiOnRydWUsIldpZHRoIjowLjAsIkhlaWdodCI6MC4wLCJCb3JkZXJTdHlsZSI6eyIkaWQiOiI1NzM3IiwiTGluZUNvbG9yIjpudWxsLCJMaW5lV2VpZ2h0IjowLjAsIkxpbmVUeXBlIjowLCJQYXJlbnRTdHlsZSI6bnVsbH0sIlBhcmVudFN0eWxlIjpudWxsfSwiRGF0ZVN0eWxlIjp7IiRpZCI6IjU3MzgiLCJGb250U2V0dGluZ3MiOnsiJGlkIjoiNTczOSIsIkZvbnRTaXplIjoxMCwiRm9udE5hbWUiOiJDYWxpYnJpIiwiSXNCb2xkIjpmYWxzZSwiSXNJdGFsaWMiOmZhbHNlLCJJc1VuZGVybGluZWQiOmZhbHNlLCJQYXJlbnRTdHlsZSI6bnVsbH0sIkF1dG9TaXplIjowLCJGb3JlZ3JvdW5kIjp7IiRpZCI6IjU3NDAiLCJDb2xvciI6eyIkaWQiOiI1NzQ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NzQyIiwiVG9wIjowLjAsIkxlZnQiOjAuMCwiUmlnaHQiOjAuMCwiQm90dG9tIjowLjB9LCJQYWRkaW5nIjp7IiRpZCI6IjU3NDMiLCJUb3AiOjAuMCwiTGVmdCI6MC4wLCJSaWdodCI6MC4wLCJCb3R0b20iOjAuMH0sIkJhY2tncm91bmQiOnsiJGlkIjoiNTc0NCIsIkNvbG9yIjp7IiRpZCI6IjU3NDUiLCJBIjo4OSwiUiI6MCwiRyI6MCwiQiI6MH19LCJJc1Zpc2libGUiOnRydWUsIldpZHRoIjowLjAsIkhlaWdodCI6MC4wLCJCb3JkZXJTdHlsZSI6eyIkaWQiOiI1NzQ2IiwiTGluZUNvbG9yIjpudWxsLCJMaW5lV2VpZ2h0IjowLjAsIkxpbmVUeXBlIjowLCJQYXJlbnRTdHlsZSI6bnVsbH0sIlBhcmVudFN0eWxlIjpudWxsfSwiRGF0ZUZvcm1hdCI6eyIkaWQiOiI1NzQ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3NDgiLCJGb3JtYXQiOjAsIklzVmlzaWJsZSI6ZmFsc2UsIkxhc3RLbm93blZpc2liaWxpdHlTdGF0ZSI6ZmFsc2V9LCJJc1Zpc2libGUiOnRydWUsIlZhcmlhbmNlU3R5bGUiOnsiJGlkIjoiNTc0OSIsIlRleHRTdHlsZSI6eyIkaWQiOiI1NzUwIiwiRm9udFNldHRpbmdzIjp7IiRpZCI6IjU3NTEiLCJGb250U2l6ZSI6MTAsIkZvbnROYW1lIjoiQ2FsaWJyaSIsIklzQm9sZCI6ZmFsc2UsIklzSXRhbGljIjpmYWxzZSwiSXNVbmRlcmxpbmVkIjpmYWxzZSwiUGFyZW50U3R5bGUiOm51bGx9LCJBdXRvU2l6ZSI6MCwiRm9yZWdyb3VuZCI6eyIkaWQiOiI1NzUyIiwiQ29sb3IiOnsiJGlkIjoiNTc1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NzU0IiwiVG9wIjowLjAsIkxlZnQiOjAuMCwiUmlnaHQiOjAuMCwiQm90dG9tIjowLjB9LCJQYWRkaW5nIjp7IiRpZCI6IjU3NTUiLCJUb3AiOjAuMCwiTGVmdCI6MC4wLCJSaWdodCI6MC4wLCJCb3R0b20iOjAuMH0sIkJhY2tncm91bmQiOnsiJGlkIjoiNTc1NiIsIkNvbG9yIjp7IiRpZCI6IjU3NTciLCJBIjo1MCwiUiI6MCwiRyI6MCwiQiI6MH19LCJJc1Zpc2libGUiOnRydWUsIldpZHRoIjowLjAsIkhlaWdodCI6MC4wLCJCb3JkZXJTdHlsZSI6bnVsbCwiUGFyZW50U3R5bGUiOm51bGx9LCJQYXJlbnRTdHlsZSI6bnVsbH0sIlBhcmVudFN0eWxlIjpudWxsfSwiRGVmYXVsdFN3aW1sYW5lTW90U3R5bGUiOnsiJGlkIjoiNTc1OCIsIlNoYXBlIjoyLCJDb25uZWN0b3JNYXJnaW4iOnsiJGlkIjoiNTc1OSIsIlRvcCI6MC4wLCJMZWZ0IjoyLjAsIlJpZ2h0IjoyLjAsIkJvdHRvbSI6MC4wfSwiQ29ubmVjdG9yU3R5bGUiOnsiJGlkIjoiNTc2MCIsIkxpbmVDb2xvciI6eyIkaWQiOiI1NzYxIiwiJHR5cGUiOiJOTFJFLkNvbW1vbi5Eb20uU29saWRDb2xvckJydXNoLCBOTFJFLkNvbW1vbiIsIkNvbG9yIjp7IiRpZCI6IjU3NjIiLCJBIjoxMjcsIlIiOjc5LCJHIjoxMjksIkIiOjE4OX19LCJMaW5lV2VpZ2h0IjoxLjAsIkxpbmVUeXBlIjowLCJQYXJlbnRTdHlsZSI6bnVsbH0sIklzQmVsb3dUaW1lYmFuZCI6ZmFsc2UsIlBvc2l0aW9uT25UYXNrIjoxLCJIaWRlRGF0ZSI6ZmFsc2UsIlNoYXBlU2l6ZSI6MSwiU3BhY2luZyI6MC4wLCJQYWRkaW5nIjp7IiRpZCI6IjU3NjMiLCJUb3AiOjUuMCwiTGVmdCI6My4wLCJSaWdodCI6MC4wLCJCb3R0b20iOjIuMH0sIlNoYXBlU3R5bGUiOnsiJGlkIjoiNTc2NCIsIk1hcmdpbiI6eyIkaWQiOiI1NzY1IiwiVG9wIjowLjAsIkxlZnQiOjAuMCwiUmlnaHQiOjAuMCwiQm90dG9tIjowLjB9LCJQYWRkaW5nIjp7IiRpZCI6IjU3NjYiLCJUb3AiOjAuMCwiTGVmdCI6MC4wLCJSaWdodCI6MC4wLCJCb3R0b20iOjAuMH0sIkJhY2tncm91bmQiOnsiJGlkIjoiNTc2NyIsIkNvbG9yIjp7IiRpZCI6IjU3NjgiLCJBIjoxMjcsIlIiOjE2NSwiRyI6MTY1LCJCIjoxNjV9fSwiSXNWaXNpYmxlIjp0cnVlLCJXaWR0aCI6MTMuMCwiSGVpZ2h0IjoxMy4wLCJCb3JkZXJTdHlsZSI6eyIkaWQiOiI1NzY5IiwiTGluZUNvbG9yIjp7IiRpZCI6IjU3NzAiLCIkdHlwZSI6Ik5MUkUuQ29tbW9uLkRvbS5Tb2xpZENvbG9yQnJ1c2gsIE5MUkUuQ29tbW9uIiwiQ29sb3IiOnsiJGlkIjoiNTc3MSIsIkEiOjI1NSwiUiI6MjM0LCJHIjoyMiwiQiI6MzB9fSwiTGluZVdlaWdodCI6MC4wLCJMaW5lVHlwZSI6MCwiUGFyZW50U3R5bGUiOm51bGx9LCJQYXJlbnRTdHlsZSI6bnVsbH0sIlRpdGxlU3R5bGUiOnsiJGlkIjoiNTc3MiIsIkZvbnRTZXR0aW5ncyI6eyIkaWQiOiI1NzczIiwiRm9udFNpemUiOjExLCJGb250TmFtZSI6IkNhbGlicmkiLCJJc0JvbGQiOnRydWUsIklzSXRhbGljIjpmYWxzZSwiSXNVbmRlcmxpbmVkIjpmYWxzZSwiUGFyZW50U3R5bGUiOm51bGx9LCJBdXRvU2l6ZSI6MCwiRm9yZWdyb3VuZCI6eyIkaWQiOiI1Nzc0IiwiQ29sb3IiOnsiJGlkIjoiNTc3N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1Nzc2IiwiVG9wIjowLjAsIkxlZnQiOjAuMCwiUmlnaHQiOjAuMCwiQm90dG9tIjowLjB9LCJQYWRkaW5nIjp7IiRpZCI6IjU3NzciLCJUb3AiOjAuMCwiTGVmdCI6MC4wLCJSaWdodCI6MC4wLCJCb3R0b20iOjAuMH0sIkJhY2tncm91bmQiOnsiJGlkIjoiNTc3OCIsIkNvbG9yIjp7IiRpZCI6IjU3NzkiLCJBIjo4OSwiUiI6MCwiRyI6MCwiQiI6MH19LCJJc1Zpc2libGUiOnRydWUsIldpZHRoIjowLjAsIkhlaWdodCI6MC4wLCJCb3JkZXJTdHlsZSI6eyIkaWQiOiI1NzgwIiwiTGluZUNvbG9yIjpudWxsLCJMaW5lV2VpZ2h0IjowLjAsIkxpbmVUeXBlIjowLCJQYXJlbnRTdHlsZSI6bnVsbH0sIlBhcmVudFN0eWxlIjpudWxsfSwiRGF0ZVN0eWxlIjp7IiRpZCI6IjU3ODEiLCJGb250U2V0dGluZ3MiOnsiJGlkIjoiNTc4MiIsIkZvbnRTaXplIjoxMCwiRm9udE5hbWUiOiJDYWxpYnJpIiwiSXNCb2xkIjpmYWxzZSwiSXNJdGFsaWMiOmZhbHNlLCJJc1VuZGVybGluZWQiOmZhbHNlLCJQYXJlbnRTdHlsZSI6bnVsbH0sIkF1dG9TaXplIjowLCJGb3JlZ3JvdW5kIjp7IiRpZCI6IjU3ODMiLCJDb2xvciI6eyIkaWQiOiI1Nz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Nzg1IiwiVG9wIjowLjAsIkxlZnQiOjAuMCwiUmlnaHQiOjAuMCwiQm90dG9tIjowLjB9LCJQYWRkaW5nIjp7IiRpZCI6IjU3ODYiLCJUb3AiOjAuMCwiTGVmdCI6MC4wLCJSaWdodCI6MC4wLCJCb3R0b20iOjAuMH0sIkJhY2tncm91bmQiOnsiJGlkIjoiNTc4NyIsIkNvbG9yIjp7IiRpZCI6IjU3ODgiLCJBIjo4OSwiUiI6MCwiRyI6MCwiQiI6MH19LCJJc1Zpc2libGUiOnRydWUsIldpZHRoIjowLjAsIkhlaWdodCI6MC4wLCJCb3JkZXJTdHlsZSI6eyIkaWQiOiI1Nzg5IiwiTGluZUNvbG9yIjpudWxsLCJMaW5lV2VpZ2h0IjowLjAsIkxpbmVUeXBlIjowLCJQYXJlbnRTdHlsZSI6bnVsbH0sIlBhcmVudFN0eWxlIjpudWxsfSwiRGF0ZUZvcm1hdCI6eyIkaWQiOiI1Nzk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3OTEiLCJGb3JtYXQiOjAsIklzVmlzaWJsZSI6ZmFsc2UsIkxhc3RLbm93blZpc2liaWxpdHlTdGF0ZSI6ZmFsc2V9LCJJc1Zpc2libGUiOnRydWUsIlZhcmlhbmNlU3R5bGUiOnsiJGlkIjoiNTc5MiIsIlRleHRTdHlsZSI6eyIkaWQiOiI1NzkzIiwiRm9udFNldHRpbmdzIjp7IiRpZCI6IjU3OTQiLCJGb250U2l6ZSI6MTAsIkZvbnROYW1lIjoiQ2FsaWJyaSIsIklzQm9sZCI6ZmFsc2UsIklzSXRhbGljIjpmYWxzZSwiSXNVbmRlcmxpbmVkIjpmYWxzZSwiUGFyZW50U3R5bGUiOm51bGx9LCJBdXRvU2l6ZSI6MCwiRm9yZWdyb3VuZCI6eyIkaWQiOiI1Nzk1IiwiQ29sb3IiOnsiJGlkIjoiNTc5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Nzk3IiwiVG9wIjowLjAsIkxlZnQiOjAuMCwiUmlnaHQiOjAuMCwiQm90dG9tIjowLjB9LCJQYWRkaW5nIjp7IiRpZCI6IjU3OTgiLCJUb3AiOjAuMCwiTGVmdCI6MC4wLCJSaWdodCI6MC4wLCJCb3R0b20iOjAuMH0sIkJhY2tncm91bmQiOnsiJGlkIjoiNTc5OSIsIkNvbG9yIjp7IiRpZCI6IjU4MDAiLCJBIjo1MCwiUiI6MCwiRyI6MCwiQiI6MH19LCJJc1Zpc2libGUiOnRydWUsIldpZHRoIjowLjAsIkhlaWdodCI6MC4wLCJCb3JkZXJTdHlsZSI6bnVsbCwiUGFyZW50U3R5bGUiOm51bGx9LCJQYXJlbnRTdHlsZSI6bnVsbH0sIlBhcmVudFN0eWxlIjpudWxsfSwiRGVmYXVsdFN3aW1sYW5lTWlsZXN0b25lU3R5bGUiOnsiJGlkIjoiNTgwMSIsIlRpdGxlUG9zaXRpb24iOiJSaWdodCIsIkRhdGVQb3NpdGlvbiI6IkxlZnQiLCJWYXJpYW5jZVBvc2l0aW9uIjoiTGVmdCIsIlNoYXBlVHlwZSI6MTMsIlNoYXBlU2l6ZSI6MCwiU3BhY2luZyI6NSwiU2hhcGVTdHlsZSI6eyIkaWQiOiI1ODAyIiwiTWFyZ2luIjp7IiRpZCI6IjU4MDMiLCJUb3AiOjAuMCwiTGVmdCI6MC4wLCJSaWdodCI6MC4wLCJCb3R0b20iOjAuMH0sIlBhZGRpbmciOnsiJGlkIjoiNTgwNCIsIlRvcCI6MC4wLCJMZWZ0IjowLjAsIlJpZ2h0IjowLjAsIkJvdHRvbSI6MC4wfSwiQmFja2dyb3VuZCI6eyIkaWQiOiI1ODA1IiwiQ29sb3IiOnsiJGlkIjoiNTgwNiIsIkEiOjI1NSwiUiI6MTE1LCJHIjoxMTUsIkIiOjExNX19LCJJc1Zpc2libGUiOnRydWUsIldpZHRoIjoxMi4wLCJIZWlnaHQiOjE0LjAsIkJvcmRlclN0eWxlIjp7IiRpZCI6IjU4MDciLCJMaW5lQ29sb3IiOnsiJGlkIjoiNTgwOCIsIiR0eXBlIjoiTkxSRS5Db21tb24uRG9tLlNvbGlkQ29sb3JCcnVzaCwgTkxSRS5Db21tb24iLCJDb2xvciI6eyIkaWQiOiI1ODA5IiwiQSI6MjU1LCJSIjoyMzQsIkciOjIyLCJCIjozMH19LCJMaW5lV2VpZ2h0IjowLjAsIkxpbmVUeXBlIjowLCJQYXJlbnRTdHlsZSI6bnVsbH0sIlBhcmVudFN0eWxlIjpudWxsfSwiVGl0bGVTdHlsZSI6eyIkaWQiOiI1ODEwIiwiRm9udFNldHRpbmdzIjp7IiRpZCI6IjU4MTEiLCJGb250U2l6ZSI6MTEsIkZvbnROYW1lIjoiQ2FsaWJyaSIsIklzQm9sZCI6dHJ1ZSwiSXNJdGFsaWMiOmZhbHNlLCJJc1VuZGVybGluZWQiOmZhbHNlLCJQYXJlbnRTdHlsZSI6bnVsbH0sIkF1dG9TaXplIjowLCJGb3JlZ3JvdW5kIjp7IiRpZCI6IjU4MTIiLCJDb2xvciI6eyIkaWQiOiI1ODEzIiwiQSI6MjU1LCJSIjo4OSwiRyI6ODksIkIiOjg5fX0sIk1heFdpZHRoIjoyMDAuMCwiTWF4SGVpZ2h0IjoiSW5maW5pdHkiLCJTbWFydEZvcmVncm91bmRJc0FjdGl2ZSI6ZmFsc2UsIkhvcml6b250YWxBbGlnbm1lbnQiOjAsIlZlcnRpY2FsQWxpZ25tZW50IjowLCJTbWFydEZvcmVncm91bmQiOm51bGwsIkJhY2tncm91bmRGaWxsVHlwZSI6MCwiTWFyZ2luIjp7IiRpZCI6IjU4MTQiLCJUb3AiOjAuMCwiTGVmdCI6MC4wLCJSaWdodCI6MC4wLCJCb3R0b20iOjAuMH0sIlBhZGRpbmciOnsiJGlkIjoiNTgxNSIsIlRvcCI6MC4wLCJMZWZ0IjowLjAsIlJpZ2h0IjowLjAsIkJvdHRvbSI6MC4wfSwiQmFja2dyb3VuZCI6eyIkaWQiOiI1ODE2IiwiQ29sb3IiOnsiJGlkIjoiNTgxNyIsIkEiOjg5LCJSIjowLCJHIjowLCJCIjowfX0sIklzVmlzaWJsZSI6dHJ1ZSwiV2lkdGgiOjAuMCwiSGVpZ2h0IjowLjAsIkJvcmRlclN0eWxlIjp7IiRpZCI6IjU4MTgiLCJMaW5lQ29sb3IiOm51bGwsIkxpbmVXZWlnaHQiOjAuMCwiTGluZVR5cGUiOjAsIlBhcmVudFN0eWxlIjpudWxsfSwiUGFyZW50U3R5bGUiOm51bGx9LCJEYXRlU3R5bGUiOnsiJGlkIjoiNTgxOSIsIkZvbnRTZXR0aW5ncyI6eyIkaWQiOiI1ODIwIiwiRm9udFNpemUiOjEwLCJGb250TmFtZSI6IkNhbGlicmkiLCJJc0JvbGQiOmZhbHNlLCJJc0l0YWxpYyI6ZmFsc2UsIklzVW5kZXJsaW5lZCI6ZmFsc2UsIlBhcmVudFN0eWxlIjpudWxsfSwiQXV0b1NpemUiOjAsIkZvcmVncm91bmQiOnsiJGlkIjoiNTgyMSIsIkNvbG9yIjp7IiRpZCI6IjU4Mj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U4MjMiLCJUb3AiOjAuMCwiTGVmdCI6MC4wLCJSaWdodCI6MC4wLCJCb3R0b20iOjAuMH0sIlBhZGRpbmciOnsiJGlkIjoiNTgyNCIsIlRvcCI6MC4wLCJMZWZ0IjowLjAsIlJpZ2h0IjowLjAsIkJvdHRvbSI6MC4wfSwiQmFja2dyb3VuZCI6eyIkaWQiOiI1ODI1IiwiQ29sb3IiOnsiJGlkIjoiNTgyNiIsIkEiOjg5LCJSIjowLCJHIjowLCJCIjowfX0sIklzVmlzaWJsZSI6dHJ1ZSwiV2lkdGgiOjAuMCwiSGVpZ2h0IjowLjAsIkJvcmRlclN0eWxlIjp7IiRpZCI6IjU4MjciLCJMaW5lQ29sb3IiOm51bGwsIkxpbmVXZWlnaHQiOjAuMCwiTGluZVR5cGUiOjAsIlBhcmVudFN0eWxlIjpudWxsfSwiUGFyZW50U3R5bGUiOm51bGx9LCJEYXRlRm9ybWF0Ijp7IiRpZCI6IjU4MjgiLCJGb3JtYXRTdHJpbmciOiJkZGQsIE1NTSBkLCB5eXl5IiwiU2VwYXJhdG9yIjoiLyIsIlVzZUludGVybmF0aW9uYWxEYXRlRm9ybWF0IjpmYWxzZSwiRGF0ZUlzVmlzaWJsZSI6dHJ1ZSwiVGltZUlzVmlzaWJsZSI6ZmFsc2UsIkhvdXJEaWdpdHMiOjEsIkFtUG1EZXNpZ25hdG9yIjoyLCJUcmltMDBNaW51dGVzIjpmYWxzZSwiTGFzdEtub3duVmlzaWJpbGl0eVN0YXRlIjp7IiRpZCI6IjU4MjkiLCJEYXRlUGFydElzVmlzaWJsZSI6dHJ1ZSwiVGltZVBhcnRJc1Zpc2libGUiOmZhbHNlfX0sIldlZWtOdW1iZXJpbmciOnsiJGlkIjoiNTgzMCIsIkZvcm1hdCI6MCwiSXNWaXNpYmxlIjpmYWxzZSwiTGFzdEtub3duVmlzaWJpbGl0eVN0YXRlIjpmYWxzZX0sIklzVmlzaWJsZSI6dHJ1ZSwiVmFyaWFuY2VTdHlsZSI6eyIkaWQiOiI1ODMxIiwiVGV4dFN0eWxlIjp7IiRpZCI6IjU4MzIiLCJGb250U2V0dGluZ3MiOnsiJGlkIjoiNTgzMyIsIkZvbnRTaXplIjoxMCwiRm9udE5hbWUiOiJDYWxpYnJpIiwiSXNCb2xkIjpmYWxzZSwiSXNJdGFsaWMiOmZhbHNlLCJJc1VuZGVybGluZWQiOmZhbHNlLCJQYXJlbnRTdHlsZSI6bnVsbH0sIkF1dG9TaXplIjowLCJGb3JlZ3JvdW5kIjp7IiRpZCI6IjU4MzQiLCJDb2xvciI6eyIkaWQiOiI1ODM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4MzYiLCJUb3AiOjAuMCwiTGVmdCI6MC4wLCJSaWdodCI6MC4wLCJCb3R0b20iOjAuMH0sIlBhZGRpbmciOnsiJGlkIjoiNTgzNyIsIlRvcCI6MC4wLCJMZWZ0IjowLjAsIlJpZ2h0IjowLjAsIkJvdHRvbSI6MC4wfSwiQmFja2dyb3VuZCI6eyIkaWQiOiI1ODM4IiwiQ29sb3IiOnsiJGlkIjoiNTgzOSIsIkEiOjUwLCJSIjowLCJHIjowLCJCIjowfX0sIklzVmlzaWJsZSI6dHJ1ZSwiV2lkdGgiOjAuMCwiSGVpZ2h0IjowLjAsIkJvcmRlclN0eWxlIjpudWxsLCJQYXJlbnRTdHlsZSI6bnVsbH0sIlBhcmVudFN0eWxlIjpudWxsfSwiUGFyZW50U3R5bGUiOm51bGx9LCJEZWZhdWx0U3dpbWxhbmVBY3Rpdml0eVN0eWxlIjp7IiRpZCI6IjU4NDAiLCJIZWFkZXJTdHlsZSI6eyIkaWQiOiI1ODQxIiwiVGV4dFN0eWxlIjp7IiRpZCI6IjU4NDIiLCJGb250U2V0dGluZ3MiOnsiJGlkIjoiNTg0MyIsIkZvbnRTaXplIjoxMiwiRm9udE5hbWUiOiJDYWxpYnJpIiwiSXNCb2xkIjpmYWxzZSwiSXNJdGFsaWMiOmZhbHNlLCJJc1VuZGVybGluZWQiOmZhbHNlLCJQYXJlbnRTdHlsZSI6bnVsbH0sIkF1dG9TaXplIjowLCJGb3JlZ3JvdW5kIjp7IiRpZCI6IjU4NDQiLCJDb2xvciI6eyIkaWQiOiI1ODQ1IiwiQSI6MjU1LCJSIjowLCJHIjowLCJCIjowfX0sIk1heFdpZHRoIjowLjAsIk1heEhlaWdodCI6MC4wLCJTbWFydEZvcmVncm91bmRJc0FjdGl2ZSI6ZmFsc2UsIkhvcml6b250YWxBbGlnbm1lbnQiOjAsIlZlcnRpY2FsQWxpZ25tZW50IjowLCJTbWFydEZvcmVncm91bmQiOm51bGwsIkJhY2tncm91bmRGaWxsVHlwZSI6MCwiTWFyZ2luIjp7IiRpZCI6IjU4NDYiLCJUb3AiOjAuMCwiTGVmdCI6MC4wLCJSaWdodCI6MC4wLCJCb3R0b20iOjAuMH0sIlBhZGRpbmciOnsiJGlkIjoiNTg0NyIsIlRvcCI6MC4wLCJMZWZ0IjowLjAsIlJpZ2h0IjowLjAsIkJvdHRvbSI6MC4wfSwiQmFja2dyb3VuZCI6bnVsbCwiSXNWaXNpYmxlIjpmYWxzZSwiV2lkdGgiOjAuMCwiSGVpZ2h0IjowLjAsIkJvcmRlclN0eWxlIjpudWxsLCJQYXJlbnRTdHlsZSI6bnVsbH0sIlJlY3RhbmdsZVN0eWxlIjp7IiRpZCI6IjU4NDgiLCJNYXJnaW4iOnsiJGlkIjoiNTg0OSIsIlRvcCI6MC4wLCJMZWZ0IjowLjAsIlJpZ2h0IjowLjAsIkJvdHRvbSI6MC4wfSwiUGFkZGluZyI6eyIkaWQiOiI1ODUwIiwiVG9wIjowLjAsIkxlZnQiOjAuMCwiUmlnaHQiOjAuMCwiQm90dG9tIjowLjB9LCJCYWNrZ3JvdW5kIjp7IiRpZCI6IjU4NTEiLCJDb2xvciI6eyIkaWQiOiI1ODUyIiwiQSI6NjMsIlIiOjE2NSwiRyI6MTY1LCJCIjoxNjV9fSwiSXNWaXNpYmxlIjpmYWxzZSwiV2lkdGgiOjAuMCwiSGVpZ2h0IjowLjAsIkJvcmRlclN0eWxlIjp7IiRpZCI6IjU4NTMiLCJMaW5lQ29sb3IiOnsiJGlkIjoiNTg1NCIsIiR0eXBlIjoiTkxSRS5Db21tb24uRG9tLlNvbGlkQ29sb3JCcnVzaCwgTkxSRS5Db21tb24iLCJDb2xvciI6eyIkaWQiOiI1ODU1IiwiQSI6MjU1LCJSIjoyNTUsIkciOjAsIkIiOjB9fSwiTGluZVdlaWdodCI6MC4wLCJMaW5lVHlwZSI6MCwiUGFyZW50U3R5bGUiOm51bGx9LCJQYXJlbnRTdHlsZSI6bnVsbH0sIk1hcmdpbiI6eyIkaWQiOiI1ODU2IiwiVG9wIjowLjAsIkxlZnQiOjAuMCwiUmlnaHQiOjAuMCwiQm90dG9tIjowLjB9LCJQYWRkaW5nIjp7IiRpZCI6IjU4NTciLCJUb3AiOjAuMCwiTGVmdCI6MC4wLCJSaWdodCI6MC4wLCJCb3R0b20iOjAuMH0sIkJhY2tncm91bmQiOm51bGwsIklzVmlzaWJsZSI6dHJ1ZSwiV2lkdGgiOjAuMCwiSGVpZ2h0IjowLjAsIkJvcmRlclN0eWxlIjpudWxsLCJQYXJlbnRTdHlsZSI6bnVsbH0sIkJhY2tncm91bmRTdHlsZSI6eyIkaWQiOiI1ODU4IiwiTWFyZ2luIjp7IiRpZCI6IjU4NTkiLCJUb3AiOjAuMCwiTGVmdCI6MC4wLCJSaWdodCI6MC4wLCJCb3R0b20iOjAuMH0sIlBhZGRpbmciOnsiJGlkIjoiNTg2MCIsIlRvcCI6MC4wLCJMZWZ0IjowLjAsIlJpZ2h0IjowLjAsIkJvdHRvbSI6MC4wfSwiQmFja2dyb3VuZCI6eyIkaWQiOiI1ODYxIiwiQ29sb3IiOnsiJGlkIjoiNTg2MiIsIkEiOjM4LCJSIjoxNjUsIkciOjE2NSwiQiI6MTY1fX0sIklzVmlzaWJsZSI6dHJ1ZSwiV2lkdGgiOjAuMCwiSGVpZ2h0IjowLjAsIkJvcmRlclN0eWxlIjp7IiRpZCI6IjU4NjMiLCJMaW5lQ29sb3IiOnsiJGlkIjoiNTg2NCIsIiR0eXBlIjoiTkxSRS5Db21tb24uRG9tLlNvbGlkQ29sb3JCcnVzaCwgTkxSRS5Db21tb24iLCJDb2xvciI6eyIkaWQiOiI1ODY1IiwiQSI6MjU1LCJSIjoyMzQsIkciOjIyLCJCIjozMH19LCJMaW5lV2VpZ2h0IjowLjAsIkxpbmVUeXBlIjowLCJQYXJlbnRTdHlsZSI6bnVsbH0sIlBhcmVudFN0eWxlIjpudWxsfSwiTWFyZ2luIjp7IiRpZCI6IjU4NjYiLCJUb3AiOjAuMCwiTGVmdCI6MC4wLCJSaWdodCI6MC4wLCJCb3R0b20iOjAuMH0sIlBhZGRpbmciOnsiJGlkIjoiNTg2NyIsIlRvcCI6MC4wLCJMZWZ0IjowLjAsIlJpZ2h0IjowLjAsIkJvdHRvbSI6MC4wfSwiSXNWaXNpYmxlIjp0cnVlLCJXaWR0aCI6MC4wLCJIZWlnaHQiOjAuMCwiQm9yZGVyU3R5bGUiOm51bGwsIlBhcmVudFN0eWxlIjpudWxsfSwiTWFyZ2luIjp7IiRpZCI6IjU4NjgiLCJUb3AiOjAuMCwiTGVmdCI6MC4wLCJSaWdodCI6MC4wLCJCb3R0b20iOjAuMH0sIlBhZGRpbmciOnsiJGlkIjoiNTg2OSIsIlRvcCI6MC4wLCJMZWZ0IjowLjAsIlJpZ2h0IjowLjAsIkJvdHRvbSI6MC4wfSwiSXNWaXNpYmxlIjp0cnVlLCJXaWR0aCI6MC4wLCJIZWlnaHQiOjAuMCwiQm9yZGVyU3R5bGUiOm51bGwsIlBhcmVudFN0eWxlIjpudWxsfV0sIkNvbmRpdGlvbmFsRm9ybWF0dGluZyI6eyIkaWQiOiI1ODcwIiwiUHZBRm9ybWF0dGluZyI6eyIkaWQiOiI1ODcxIiwiRGVsYXlUYXNrU3R5bGUiOnsiJGlkIjoiNTg3MiIsIlN0eWxlT3B0aW9ucyI6MjQsIlRpdGxlRm9yZWdyb3VuZCI6eyIkaWQiOiI1ODczIiwiQ29sb3IiOnsiJGlkIjoiNTg3NCIsIkEiOjI1NSwiUiI6MTc1LCJHIjowLCJCIjowfX0sIkFjdHVhbFNoYXBlc0JhY2tncm91bmQiOnsiJGlkIjoiNTg3NSIsIkNvbG9yIjp7IiRpZCI6IjU4NzYiLCJBIjo2MiwiUiI6MjU1LCJHIjowLCJCIjowfX0sIkFjdHVhbFNoYXBlc0JvcmRlclN0eWxlIjp7IiRpZCI6IjU4NzciLCJMaW5lQ29sb3IiOnsiJGlkIjoiNTg3OCIsIiR0eXBlIjoiTkxSRS5Db21tb24uRG9tLlNvbGlkQ29sb3JCcnVzaCwgTkxSRS5Db21tb24iLCJDb2xvciI6eyIkaWQiOiI1ODc5IiwiQSI6MTYzLCJSIjoyNTUsIkciOjAsIkIiOjB9fSwiTGluZVdlaWdodCI6My4wLCJMaW5lVHlwZSI6MCwiUGFyZW50U3R5bGUiOm51bGx9LCJCYXNlbGluZVNoYXBlc0JhY2tncm91bmQiOnsiJGlkIjoiNTg4MCIsIkNvbG9yIjp7IiRpZCI6IjU4ODEiLCJBIjoxODQsIlIiOjI1NSwiRyI6MCwiQiI6MH19LCJWYXJpYW5jZUZvcmVncm91bmQiOnsiJGlkIjoiNTg4MiIsIkNvbG9yIjp7IiRpZCI6IjU4ODMiLCJBIjoyNTUsIlIiOjE3NSwiRyI6MCwiQiI6MH19LCJJc1Zpc2libGUiOnRydWV9LCJEZWxheU1pbGVzdG9uZVN0eWxlIjp7IiRpZCI6IjU4ODQiLCJTdHlsZU9wdGlvbnMiOjE4LCJUaXRsZUZvcmVncm91bmQiOnsiJGlkIjoiNTg4NSIsIkNvbG9yIjp7IiRpZCI6IjU4ODYiLCJBIjoyNTUsIlIiOjE3NSwiRyI6MCwiQiI6MH19LCJBY3R1YWxTaGFwZXNCYWNrZ3JvdW5kIjp7IiRpZCI6IjU4ODciLCJDb2xvciI6eyIkaWQiOiI1ODg4IiwiQSI6MjU1LCJSIjoyMjIsIkciOjgwLCJCIjo1MH19LCJBY3R1YWxTaGFwZXNCb3JkZXJTdHlsZSI6eyIkaWQiOiI1ODg5IiwiTGluZUNvbG9yIjp7IiRpZCI6IjU4OTAiLCIkdHlwZSI6Ik5MUkUuQ29tbW9uLkRvbS5Tb2xpZENvbG9yQnJ1c2gsIE5MUkUuQ29tbW9uIiwiQ29sb3IiOnsiJGlkIjoiNTg5MSIsIkEiOjE2MywiUiI6MjU1LCJHIjowLCJCIjowfX0sIkxpbmVXZWlnaHQiOjMuMCwiTGluZVR5cGUiOjAsIlBhcmVudFN0eWxlIjpudWxsfSwiQmFzZWxpbmVTaGFwZXNCYWNrZ3JvdW5kIjp7IiRpZCI6IjU4OTIiLCJDb2xvciI6eyIkaWQiOiI1ODkzIiwiQSI6MTg0LCJSIjoyNTUsIkciOjAsIkIiOjB9fSwiVmFyaWFuY2VGb3JlZ3JvdW5kIjp7IiRpZCI6IjU4OTQiLCJDb2xvciI6eyIkaWQiOiI1ODk1IiwiQSI6MjU1LCJSIjoxNzUsIkciOjAsIkIiOjB9fSwiSXNWaXNpYmxlIjp0cnVlfSwiQWR2YW5jZVRhc2tTdHlsZSI6eyIkaWQiOiI1ODk2IiwiU3R5bGVPcHRpb25zIjoyNCwiVGl0bGVGb3JlZ3JvdW5kIjp7IiRpZCI6IjU4OTciLCJDb2xvciI6eyIkaWQiOiI1ODk4IiwiQSI6MjU1LCJSIjowLCJHIjoxMTAsIkIiOjB9fSwiQWN0dWFsU2hhcGVzQmFja2dyb3VuZCI6eyIkaWQiOiI1ODk5IiwiQ29sb3IiOnsiJGlkIjoiNTkwMCIsIkEiOjYxLCJSIjowLCJHIjoxMjgsIkIiOjB9fSwiQWN0dWFsU2hhcGVzQm9yZGVyU3R5bGUiOnsiJGlkIjoiNTkwMSIsIkxpbmVDb2xvciI6eyIkaWQiOiI1OTAyIiwiJHR5cGUiOiJOTFJFLkNvbW1vbi5Eb20uU29saWRDb2xvckJydXNoLCBOTFJFLkNvbW1vbiIsIkNvbG9yIjp7IiRpZCI6IjU5MDMiLCJBIjoxNjMsIlIiOjAsIkciOjEyOCwiQiI6MH19LCJMaW5lV2VpZ2h0IjozLjAsIkxpbmVUeXBlIjowLCJQYXJlbnRTdHlsZSI6bnVsbH0sIkJhc2VsaW5lU2hhcGVzQmFja2dyb3VuZCI6eyIkaWQiOiI1OTA0IiwiQ29sb3IiOnsiJGlkIjoiNTkwNSIsIkEiOjE4NCwiUiI6MCwiRyI6MTI4LCJCIjowfX0sIlZhcmlhbmNlRm9yZWdyb3VuZCI6eyIkaWQiOiI1OTA2IiwiQ29sb3IiOnsiJGlkIjoiNTkwNyIsIkEiOjI1NSwiUiI6MCwiRyI6MTEwLCJCIjowfX0sIklzVmlzaWJsZSI6dHJ1ZX0sIkFkdmFuY2VNaWxlc3RvbmVTdHlsZSI6eyIkaWQiOiI1OTA4IiwiU3R5bGVPcHRpb25zIjoxOCwiVGl0bGVGb3JlZ3JvdW5kIjp7IiRpZCI6IjU5MDkiLCJDb2xvciI6eyIkaWQiOiI1OTEwIiwiQSI6MjU1LCJSIjowLCJHIjoxMTAsIkIiOjB9fSwiQWN0dWFsU2hhcGVzQmFja2dyb3VuZCI6eyIkaWQiOiI1OTExIiwiQ29sb3IiOnsiJGlkIjoiNTkxMiIsIkEiOjI1NSwiUiI6MjAsIkciOjEwMCwiQiI6MH19LCJBY3R1YWxTaGFwZXNCb3JkZXJTdHlsZSI6eyIkaWQiOiI1OTEzIiwiTGluZUNvbG9yIjp7IiRpZCI6IjU5MTQiLCIkdHlwZSI6Ik5MUkUuQ29tbW9uLkRvbS5Tb2xpZENvbG9yQnJ1c2gsIE5MUkUuQ29tbW9uIiwiQ29sb3IiOnsiJGlkIjoiNTkxNSIsIkEiOjE2MywiUiI6MCwiRyI6MTI4LCJCIjowfX0sIkxpbmVXZWlnaHQiOjMuMCwiTGluZVR5cGUiOjAsIlBhcmVudFN0eWxlIjpudWxsfSwiQmFzZWxpbmVTaGFwZXNCYWNrZ3JvdW5kIjp7IiRpZCI6IjU5MTYiLCJDb2xvciI6eyIkaWQiOiI1OTE3IiwiQSI6MTg0LCJSIjowLCJHIjoxMjgsIkIiOjB9fSwiVmFyaWFuY2VGb3JlZ3JvdW5kIjp7IiRpZCI6IjU5MTgiLCJDb2xvciI6eyIkaWQiOiI1OTE5IiwiQSI6MjU1LCJSIjowLCJHIjoxMTAsIkIiOjB9fSwiSXNWaXNpYmxlIjp0cnVlfX0sIlZhcmlhbmNlRGlzcGxheVNldHRpbmdzIjp7IiRpZCI6IjU5MjAiLCJUYXNrVmFyaWFuY2VEaXNwbGF5T3B0aW9ucyI6eyIkaWQiOiI1OTIxIiwiU2hvd0RlbGF5VmFyaWFuY2UiOnRydWUsIlNob3dBZHZhbmNlVmFyaWFuY2UiOnRydWUsIlNob3dfMF9WYXJpYW5jZSI6ZmFsc2V9LCJNaWxlc3RvbmVWYXJpYW5jZURpc3BsYXlPcHRpb25zIjp7IiRpZCI6IjU5MjIiLCJTaG93RGVsYXlWYXJpYW5jZSI6dHJ1ZSwiU2hvd0FkdmFuY2VWYXJpYW5jZSI6dHJ1ZSwiU2hvd18wX1ZhcmlhbmNlIjpmYWxzZX19fX0sIlNjYWxlIjpudWxsLCJTY2FsZVYyIjp7IiRpZCI6IjU5MjMiLCJTdGFydERhdGUiOiIwMDAxLTAxLTAxVDAwOjAwOjAwIiwiRW5kRGF0ZSI6IjIwMjctMDEtMjJUMTE6NTk6MDAiLCJBdXRvRGF0ZVJhbmdlIjp0cnVlLCJXb3JraW5nRGF5cyI6MzEsIkZpc2NhbFllYXIiOnsiJGlkIjoiNTkyNCIsIlN0YXJ0TW9udGgiOjEsIlVzZVN0YXJ0aW5nWWVhckZvck51bWJlcmluZyI6dHJ1ZSwiU2hvd0Zpc2NhbFllYXJMYWJlbCI6dHJ1ZX0sIlRvZGF5TWFya2VyVGV4dCI6IlRvZGF5IiwiQXV0b1NjYWxlVHlwZSI6dHJ1ZSwiVGltZWJhbmRTY2FsZXMiOnsiJGlkIjoiNTkyNSIsIlRvcFNjYWxlTGF5ZXIiOnsiJGlkIjoiNTkyNiIsIkZvcm1hdCI6Ik1NTSIsIlR5cGUiOjIsIkdyb3VwaW5nSW50ZXJ2YWxzIjp7IiRpZCI6IjU5MjciLCJJc1NldCI6ZmFsc2UsIkdyb3VwaW5nU3RlcENvdW50IjoxfX0sIk1pZGRsZVNjYWxlTGF5ZXIiOnsiJGlkIjoiNTkyOCIsIkZvcm1hdCI6bnVsbCwiVHlwZSI6MCwiR3JvdXBpbmdJbnRlcnZhbHMiOnsiJGlkIjoiNTkyOSIsIklzU2V0IjpmYWxzZSwiR3JvdXBpbmdTdGVwQ291bnQiOjF9fSwiQm90dG9tU2NhbGVMYXllciI6eyIkaWQiOiI1OTMwIiwiRm9ybWF0IjpudWxsLCJUeXBlIjowLCJHcm91cGluZ0ludGVydmFscyI6eyIkaWQiOiI1OTMxIiwiSXNTZXQiOmZhbHNlLCJHcm91cGluZ1N0ZXBDb3VudCI6MX19fX0sIk1pbGVzdG9uZXMiOlt7IiRpZCI6IjU5MzIiLCJEYXRlIjoiMjAyNi0wNC0wOFQxMTo1OTowMCIsIlN0eWxlIjp7IiRpZCI6IjU5MzMiLCJTaGFwZSI6MTksIkNvbm5lY3Rvck1hcmdpbiI6eyIkaWQiOiI1OTM0IiwiVG9wIjowLjAsIkxlZnQiOjIuMCwiUmlnaHQiOjIuMCwiQm90dG9tIjowLjB9LCJDb25uZWN0b3JTdHlsZSI6eyIkaWQiOiI1OTM1IiwiTGluZUNvbG9yIjp7IiRpZCI6IjU5MzYiLCIkdHlwZSI6Ik5MUkUuQ29tbW9uLkRvbS5Tb2xpZENvbG9yQnJ1c2gsIE5MUkUuQ29tbW9uIiwiQ29sb3IiOnsiJGlkIjoiNTkzNyIsIkEiOjEyNywiUiI6NzksIkciOjEyOSwiQiI6MTg5fX0sIkxpbmVXZWlnaHQiOjEuMCwiTGluZVR5cGUiOjAsIlBhcmVudFN0eWxlIjpudWxsfSwiSXNCZWxvd1RpbWViYW5kIjpmYWxzZSwiUG9zaXRpb25PblRhc2siOjAsIkhpZGVEYXRlIjpmYWxzZSwiU2hhcGVTaXplIjoxLCJTcGFjaW5nIjowLjAsIlBhZGRpbmciOnsiJGlkIjoiNTkzOCIsIlRvcCI6NS4wLCJMZWZ0IjozLjAsIlJpZ2h0IjowLjAsIkJvdHRvbSI6Mi4wfSwiU2hhcGVTdHlsZSI6eyIkaWQiOiI1OTM5IiwiTWFyZ2luIjp7IiRpZCI6IjU5NDAiLCJUb3AiOjAuMCwiTGVmdCI6MC4wLCJSaWdodCI6MC4wLCJCb3R0b20iOjAuMH0sIlBhZGRpbmciOnsiJGlkIjoiNTk0MSIsIlRvcCI6MC4wLCJMZWZ0IjowLjAsIlJpZ2h0IjowLjAsIkJvdHRvbSI6MC4wfSwiQmFja2dyb3VuZCI6eyIkaWQiOiI1OTQyIiwiQ29sb3IiOnsiJGlkIjoiNTk0MyIsIkEiOjI1NSwiUiI6MTEyLCJHIjoxNzMsIkIiOjcxfX0sIklzVmlzaWJsZSI6dHJ1ZSwiV2lkdGgiOjEzLjAsIkhlaWdodCI6MTMuMCwiQm9yZGVyU3R5bGUiOnsiJGlkIjoiNTk0NCIsIkxpbmVDb2xvciI6eyIkaWQiOiI1OTQ1IiwiJHR5cGUiOiJOTFJFLkNvbW1vbi5Eb20uU29saWRDb2xvckJydXNoLCBOTFJFLkNvbW1vbiIsIkNvbG9yIjp7IiRpZCI6IjU5NDYiLCJBIjoyNTUsIlIiOjI1NSwiRyI6MCwiQiI6MH19LCJMaW5lV2VpZ2h0IjowLjAsIkxpbmVUeXBlIjowLCJQYXJlbnRTdHlsZSI6bnVsbH0sIlBhcmVudFN0eWxlIjpudWxsfSwiVGl0bGVTdHlsZSI6eyIkaWQiOiI1OTQ3IiwiRm9udFNldHRpbmdzIjp7IiRpZCI6IjU5NDgiLCJGb250U2l6ZSI6MTEsIkZvbnROYW1lIjoiQ2FsaWJyaSIsIklzQm9sZCI6dHJ1ZSwiSXNJdGFsaWMiOmZhbHNlLCJJc1VuZGVybGluZWQiOmZhbHNlLCJQYXJlbnRTdHlsZSI6bnVsbH0sIkF1dG9TaXplIjoyLCJGb3JlZ3JvdW5kIjp7IiRpZCI6IjU5NDkiLCJDb2xvciI6eyIkaWQiOiI1OTUwIiwiQSI6MjU1LCJSIjowLCJHIjowLCJCIjowfX0sIk1heFdpZHRoIjo2Ni4wLCJNYXhIZWlnaHQiOiJJbmZpbml0eSIsIlNtYXJ0Rm9yZWdyb3VuZElzQWN0aXZlIjpmYWxzZSwiSG9yaXpvbnRhbEFsaWdubWVudCI6MCwiVmVydGljYWxBbGlnbm1lbnQiOjAsIlNtYXJ0Rm9yZWdyb3VuZCI6bnVsbCwiQmFja2dyb3VuZEZpbGxUeXBlIjowLCJNYXJnaW4iOnsiJGlkIjoiNTk1MSIsIlRvcCI6MC4wLCJMZWZ0IjowLjAsIlJpZ2h0IjowLjAsIkJvdHRvbSI6MC4wfSwiUGFkZGluZyI6eyIkaWQiOiI1OTUyIiwiVG9wIjowLjAsIkxlZnQiOjAuMCwiUmlnaHQiOjAuMCwiQm90dG9tIjowLjB9LCJCYWNrZ3JvdW5kIjp7IiRpZCI6IjU5NTMiLCJDb2xvciI6eyIkaWQiOiI1OTU0IiwiQSI6MCwiUiI6MjU1LCJHIjoyNTUsIkIiOjI1NX19LCJJc1Zpc2libGUiOnRydWUsIldpZHRoIjowLjAsIkhlaWdodCI6MC4wLCJCb3JkZXJTdHlsZSI6eyIkaWQiOiI1OTU1IiwiTGluZUNvbG9yIjpudWxsLCJMaW5lV2VpZ2h0IjowLjAsIkxpbmVUeXBlIjowLCJQYXJlbnRTdHlsZSI6bnVsbH0sIlBhcmVudFN0eWxlIjpudWxsfSwiRGF0ZVN0eWxlIjp7IiRpZCI6IjU5NTYiLCJGb250U2V0dGluZ3MiOnsiJGlkIjoiNTk1NyIsIkZvbnRTaXplIjoxMCwiRm9udE5hbWUiOiJDYWxpYnJpIiwiSXNCb2xkIjpmYWxzZSwiSXNJdGFsaWMiOmZhbHNlLCJJc1VuZGVybGluZWQiOmZhbHNlLCJQYXJlbnRTdHlsZSI6bnVsbH0sIkF1dG9TaXplIjoyLCJGb3JlZ3JvdW5kIjp7IiRpZCI6IjU5NTgiLCJDb2xvciI6eyIkaWQiOiI1OTU5IiwiQSI6MjU1LCJSIjo2OCwiRyI6ODQsIkIiOjEwNn19LCJNYXhXaWR0aCI6MjIuMCwiTWF4SGVpZ2h0IjoiSW5maW5pdHkiLCJTbWFydEZvcmVncm91bmRJc0FjdGl2ZSI6ZmFsc2UsIkhvcml6b250YWxBbGlnbm1lbnQiOjAsIlZlcnRpY2FsQWxpZ25tZW50IjowLCJTbWFydEZvcmVncm91bmQiOm51bGwsIkJhY2tncm91bmRGaWxsVHlwZSI6MCwiTWFyZ2luIjp7IiRpZCI6IjU5NjAiLCJUb3AiOjAuMCwiTGVmdCI6MC4wLCJSaWdodCI6MC4wLCJCb3R0b20iOjAuMH0sIlBhZGRpbmciOnsiJGlkIjoiNTk2MSIsIlRvcCI6MC4wLCJMZWZ0IjowLjAsIlJpZ2h0IjowLjAsIkJvdHRvbSI6MC4wfSwiQmFja2dyb3VuZCI6eyIkaWQiOiI1OTYyIiwiQ29sb3IiOnsiJGlkIjoiNTk2MyIsIkEiOjAsIlIiOjI1NSwiRyI6MjU1LCJCIjoyNTV9fSwiSXNWaXNpYmxlIjp0cnVlLCJXaWR0aCI6MC4wLCJIZWlnaHQiOjAuMCwiQm9yZGVyU3R5bGUiOnsiJGlkIjoiNTk2NCIsIkxpbmVDb2xvciI6bnVsbCwiTGluZVdlaWdodCI6MC4wLCJMaW5lVHlwZSI6MCwiUGFyZW50U3R5bGUiOm51bGx9LCJQYXJlbnRTdHlsZSI6bnVsbH0sIkRhdGVGb3JtYXQiOnsiJGlkIjoiNTk2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OTY2IiwiRm9ybWF0IjowLCJJc1Zpc2libGUiOmZhbHNlLCJMYXN0S25vd25WaXNpYmlsaXR5U3RhdGUiOmZhbHNlfSwiSXNWaXNpYmxlIjp0cnVlLCJWYXJpYW5jZVN0eWxlIjp7IiRpZCI6IjU5NjciLCJUZXh0U3R5bGUiOnsiJGlkIjoiNTk2OCIsIkZvbnRTZXR0aW5ncyI6eyIkaWQiOiI1OTY5IiwiRm9udFNpemUiOjEwLCJGb250TmFtZSI6IkNhbGlicmkiLCJJc0JvbGQiOmZhbHNlLCJJc0l0YWxpYyI6ZmFsc2UsIklzVW5kZXJsaW5lZCI6ZmFsc2UsIlBhcmVudFN0eWxlIjpudWxsfSwiQXV0b1NpemUiOjAsIkZvcmVncm91bmQiOnsiJGlkIjoiNTk3MCIsIkNvbG9yIjp7IiRpZCI6IjU5Nz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k3MiIsIlRvcCI6MC4wLCJMZWZ0IjowLjAsIlJpZ2h0IjowLjAsIkJvdHRvbSI6MC4wfSwiUGFkZGluZyI6eyIkaWQiOiI1OTczIiwiVG9wIjowLjAsIkxlZnQiOjAuMCwiUmlnaHQiOjAuMCwiQm90dG9tIjowLjB9LCJCYWNrZ3JvdW5kIjp7IiRpZCI6IjU5NzQiLCJDb2xvciI6eyIkaWQiOiI1OTc1IiwiQSI6NTAsIlIiOjAsIkciOjAsIkIiOjB9fSwiSXNWaXNpYmxlIjp0cnVlLCJXaWR0aCI6MC4wLCJIZWlnaHQiOjAuMCwiQm9yZGVyU3R5bGUiOm51bGwsIlBhcmVudFN0eWxlIjpudWxsfSwiUGFyZW50U3R5bGUiOm51bGx9LCJQYXJlbnRTdHlsZSI6bnVsbH0sIkluZGV4IjowLCJQZXJjZW50YWdlQ29tcGxldGUiOm51bGwsIlBvc2l0aW9uIjp7IlJhdGlvIjowLjAsIklzQ3VzdG9tIjpmYWxzZX0sIkRhdGVGb3JtYXQiOnsiJHJlZiI6IjU5NjUifSwiV2Vla051bWJlcmluZyI6eyIkaWQiOiI1OTc2IiwiRm9ybWF0IjowLCJJc1Zpc2libGUiOmZhbHNlLCJMYXN0S25vd25WaXNpYmlsaXR5U3RhdGUiOmZhbHNlfSwiQmFzZWxpbmVEYXRhIjp7IiRpZCI6IjU5NzciLCJEYXRlIjoiMjAyNi0wNC0wOFQxMTo1OTowMCJ9LCJSZWxhdGVkVGFza0lkIjoiMDAwMDAwMDAtMDAwMC0wMDAwLTAwMDAtMDAwMDAwMDAwMDAwIiwiSWQiOiIxNzcxODg3MC03ZTU0LTQ4MzAtYjhjZS04ODRhNDViMTRkM2EiLCJJbXBvcnRJZCI6bnVsbCwiVGl0bGUiOiJQcm9qZWN0IFJlLUtpY2tvZmYiLCJOb3RlIjpudWxsLCJIeXBlcmxpbmsiOnsiJGlkIjoiNTk3OCIsIkFkZHJlc3MiOiIiLCJTdWJBZGRyZXNzIjoiIn0sIklzQ2hhbmdlZCI6ZmFsc2UsIklzTmV3IjpmYWxzZX0seyIkaWQiOiI1OTc5IiwiRGF0ZSI6IjIwMjYtMDktMTZUMTE6NTk6MDAiLCJTdHlsZSI6eyIkaWQiOiI1OTgwIiwiU2hhcGUiOjE5LCJDb25uZWN0b3JNYXJnaW4iOnsiJGlkIjoiNTk4MSIsIlRvcCI6MC4wLCJMZWZ0IjoyLjAsIlJpZ2h0IjoyLjAsIkJvdHRvbSI6MC4wfSwiQ29ubmVjdG9yU3R5bGUiOnsiJGlkIjoiNTk4MiIsIkxpbmVDb2xvciI6eyIkaWQiOiI1OTgzIiwiJHR5cGUiOiJOTFJFLkNvbW1vbi5Eb20uU29saWRDb2xvckJydXNoLCBOTFJFLkNvbW1vbiIsIkNvbG9yIjp7IiRpZCI6IjU5ODQiLCJBIjoxMjcsIlIiOjc5LCJHIjoxMjksIkIiOjE4OX19LCJMaW5lV2VpZ2h0IjoxLjAsIkxpbmVUeXBlIjowLCJQYXJlbnRTdHlsZSI6bnVsbH0sIklzQmVsb3dUaW1lYmFuZCI6ZmFsc2UsIlBvc2l0aW9uT25UYXNrIjowLCJIaWRlRGF0ZSI6ZmFsc2UsIlNoYXBlU2l6ZSI6MSwiU3BhY2luZyI6MC4wLCJQYWRkaW5nIjp7IiRpZCI6IjU5ODUiLCJUb3AiOjUuMCwiTGVmdCI6My4wLCJSaWdodCI6MC4wLCJCb3R0b20iOjIuMH0sIlNoYXBlU3R5bGUiOnsiJGlkIjoiNTk4NiIsIk1hcmdpbiI6eyIkaWQiOiI1OTg3IiwiVG9wIjowLjAsIkxlZnQiOjAuMCwiUmlnaHQiOjAuMCwiQm90dG9tIjowLjB9LCJQYWRkaW5nIjp7IiRpZCI6IjU5ODgiLCJUb3AiOjAuMCwiTGVmdCI6MC4wLCJSaWdodCI6MC4wLCJCb3R0b20iOjAuMH0sIkJhY2tncm91bmQiOnsiJGlkIjoiNTk4OSIsIkNvbG9yIjp7IiRpZCI6IjU5OTAiLCJBIjoyNTUsIlIiOjgyLCJHIjoxNDcsIkIiOjIwNX19LCJJc1Zpc2libGUiOnRydWUsIldpZHRoIjoxMy4wLCJIZWlnaHQiOjEzLjAsIkJvcmRlclN0eWxlIjp7IiRpZCI6IjU5OTEiLCJMaW5lQ29sb3IiOnsiJGlkIjoiNTk5MiIsIiR0eXBlIjoiTkxSRS5Db21tb24uRG9tLlNvbGlkQ29sb3JCcnVzaCwgTkxSRS5Db21tb24iLCJDb2xvciI6eyIkaWQiOiI1OTkzIiwiQSI6MjU1LCJSIjoyNTUsIkciOjAsIkIiOjB9fSwiTGluZVdlaWdodCI6MC4wLCJMaW5lVHlwZSI6MCwiUGFyZW50U3R5bGUiOm51bGx9LCJQYXJlbnRTdHlsZSI6bnVsbH0sIlRpdGxlU3R5bGUiOnsiJGlkIjoiNTk5NCIsIkZvbnRTZXR0aW5ncyI6eyIkaWQiOiI1OTk1IiwiRm9udFNpemUiOjExLCJGb250TmFtZSI6IkNhbGlicmkiLCJJc0JvbGQiOnRydWUsIklzSXRhbGljIjpmYWxzZSwiSXNVbmRlcmxpbmVkIjpmYWxzZSwiUGFyZW50U3R5bGUiOm51bGx9LCJBdXRvU2l6ZSI6MiwiRm9yZWdyb3VuZCI6eyIkaWQiOiI1OTk2IiwiQ29sb3IiOnsiJGlkIjoiNTk5NyIsIkEiOjI1NSwiUiI6MCwiRyI6MCwiQiI6MH19LCJNYXhXaWR0aCI6NjIuMCwiTWF4SGVpZ2h0IjoiSW5maW5pdHkiLCJTbWFydEZvcmVncm91bmRJc0FjdGl2ZSI6ZmFsc2UsIkhvcml6b250YWxBbGlnbm1lbnQiOjAsIlZlcnRpY2FsQWxpZ25tZW50IjowLCJTbWFydEZvcmVncm91bmQiOm51bGwsIkJhY2tncm91bmRGaWxsVHlwZSI6MCwiTWFyZ2luIjp7IiRpZCI6IjU5OTgiLCJUb3AiOjAuMCwiTGVmdCI6MC4wLCJSaWdodCI6MC4wLCJCb3R0b20iOjAuMH0sIlBhZGRpbmciOnsiJGlkIjoiNTk5OSIsIlRvcCI6MC4wLCJMZWZ0IjowLjAsIlJpZ2h0IjowLjAsIkJvdHRvbSI6MC4wfSwiQmFja2dyb3VuZCI6eyIkaWQiOiI2MDAwIiwiQ29sb3IiOnsiJGlkIjoiNjAwMSIsIkEiOjAsIlIiOjI1NSwiRyI6MjU1LCJCIjoyNTV9fSwiSXNWaXNpYmxlIjp0cnVlLCJXaWR0aCI6MC4wLCJIZWlnaHQiOjAuMCwiQm9yZGVyU3R5bGUiOnsiJGlkIjoiNjAwMiIsIkxpbmVDb2xvciI6bnVsbCwiTGluZVdlaWdodCI6MC4wLCJMaW5lVHlwZSI6MCwiUGFyZW50U3R5bGUiOm51bGx9LCJQYXJlbnRTdHlsZSI6bnVsbH0sIkRhdGVTdHlsZSI6eyIkaWQiOiI2MDAzIiwiRm9udFNldHRpbmdzIjp7IiRpZCI6IjYwMDQiLCJGb250U2l6ZSI6MTAsIkZvbnROYW1lIjoiQ2FsaWJyaSIsIklzQm9sZCI6ZmFsc2UsIklzSXRhbGljIjpmYWxzZSwiSXNVbmRlcmxpbmVkIjpmYWxzZSwiUGFyZW50U3R5bGUiOm51bGx9LCJBdXRvU2l6ZSI6MiwiRm9yZWdyb3VuZCI6eyIkaWQiOiI2MDA1IiwiQ29sb3IiOnsiJGlkIjoiNjAwNiIsIkEiOjI1NSwiUiI6NjgsIkciOjg0LCJCIjoxMDZ9fSwiTWF4V2lkdGgiOjI5LjAsIk1heEhlaWdodCI6IkluZmluaXR5IiwiU21hcnRGb3JlZ3JvdW5kSXNBY3RpdmUiOmZhbHNlLCJIb3Jpem9udGFsQWxpZ25tZW50IjowLCJWZXJ0aWNhbEFsaWdubWVudCI6MCwiU21hcnRGb3JlZ3JvdW5kIjpudWxsLCJCYWNrZ3JvdW5kRmlsbFR5cGUiOjAsIk1hcmdpbiI6eyIkaWQiOiI2MDA3IiwiVG9wIjowLjAsIkxlZnQiOjAuMCwiUmlnaHQiOjAuMCwiQm90dG9tIjowLjB9LCJQYWRkaW5nIjp7IiRpZCI6IjYwMDgiLCJUb3AiOjAuMCwiTGVmdCI6MC4wLCJSaWdodCI6MC4wLCJCb3R0b20iOjAuMH0sIkJhY2tncm91bmQiOnsiJGlkIjoiNjAwOSIsIkNvbG9yIjp7IiRpZCI6IjYwMTAiLCJBIjowLCJSIjoyNTUsIkciOjI1NSwiQiI6MjU1fX0sIklzVmlzaWJsZSI6dHJ1ZSwiV2lkdGgiOjAuMCwiSGVpZ2h0IjowLjAsIkJvcmRlclN0eWxlIjp7IiRpZCI6IjYwMTEiLCJMaW5lQ29sb3IiOm51bGwsIkxpbmVXZWlnaHQiOjAuMCwiTGluZVR5cGUiOjAsIlBhcmVudFN0eWxlIjpudWxsfSwiUGFyZW50U3R5bGUiOm51bGx9LCJEYXRlRm9ybWF0Ijp7IiRpZCI6IjYw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AxMyIsIkZvcm1hdCI6MCwiSXNWaXNpYmxlIjpmYWxzZSwiTGFzdEtub3duVmlzaWJpbGl0eVN0YXRlIjpmYWxzZX0sIklzVmlzaWJsZSI6dHJ1ZSwiVmFyaWFuY2VTdHlsZSI6eyIkaWQiOiI2MDE0IiwiVGV4dFN0eWxlIjp7IiRpZCI6IjYwMTUiLCJGb250U2V0dGluZ3MiOnsiJGlkIjoiNjAxNiIsIkZvbnRTaXplIjoxMCwiRm9udE5hbWUiOiJDYWxpYnJpIiwiSXNCb2xkIjpmYWxzZSwiSXNJdGFsaWMiOmZhbHNlLCJJc1VuZGVybGluZWQiOmZhbHNlLCJQYXJlbnRTdHlsZSI6bnVsbH0sIkF1dG9TaXplIjowLCJGb3JlZ3JvdW5kIjp7IiRpZCI6IjYwMTciLCJDb2xvciI6eyIkaWQiOiI2MDE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wMTkiLCJUb3AiOjAuMCwiTGVmdCI6MC4wLCJSaWdodCI6MC4wLCJCb3R0b20iOjAuMH0sIlBhZGRpbmciOnsiJGlkIjoiNjAyMCIsIlRvcCI6MC4wLCJMZWZ0IjowLjAsIlJpZ2h0IjowLjAsIkJvdHRvbSI6MC4wfSwiQmFja2dyb3VuZCI6eyIkaWQiOiI2MDIxIiwiQ29sb3IiOnsiJGlkIjoiNjAyMiIsIkEiOjUwLCJSIjowLCJHIjowLCJCIjowfX0sIklzVmlzaWJsZSI6dHJ1ZSwiV2lkdGgiOjAuMCwiSGVpZ2h0IjowLjAsIkJvcmRlclN0eWxlIjpudWxsLCJQYXJlbnRTdHlsZSI6bnVsbH0sIlBhcmVudFN0eWxlIjpudWxsfSwiUGFyZW50U3R5bGUiOm51bGx9LCJJbmRleCI6MSwiUGVyY2VudGFnZUNvbXBsZXRlIjpudWxsLCJQb3NpdGlvbiI6eyJSYXRpbyI6MC4wLCJJc0N1c3RvbSI6ZmFsc2V9LCJEYXRlRm9ybWF0Ijp7IiRyZWYiOiI2MDEyIn0sIldlZWtOdW1iZXJpbmciOnsiJGlkIjoiNjAyMyIsIkZvcm1hdCI6MCwiSXNWaXNpYmxlIjpmYWxzZSwiTGFzdEtub3duVmlzaWJpbGl0eVN0YXRlIjpmYWxzZX0sIkJhc2VsaW5lRGF0YSI6eyIkaWQiOiI2MDI0IiwiRGF0ZSI6IjIwMjYtMDktMTZUMTE6NTk6MDAifSwiUmVsYXRlZFRhc2tJZCI6IjAwMDAwMDAwLTAwMDAtMDAwMC0wMDAwLTAwMDAwMDAwMDAwMCIsIklkIjoiYjhjNjAzMjYtOTk1Mi00MzliLTk3N2MtYjEwM2U1Zjc2YmRiIiwiSW1wb3J0SWQiOm51bGwsIlRpdGxlIjoiU3lzdGVtIEZseWluZyIsIk5vdGUiOm51bGwsIkh5cGVybGluayI6eyIkaWQiOiI2MDI1IiwiQWRkcmVzcyI6IiIsIlN1YkFkZHJlc3MiOiIifSwiSXNDaGFuZ2VkIjpmYWxzZSwiSXNOZXciOmZhbHNlfSx7IiRpZCI6IjYwMjYiLCJEYXRlIjoiMjAyNi0xMi0xNVQxMTo1OTowMCIsIlN0eWxlIjp7IiRpZCI6IjYwMjciLCJTaGFwZSI6MTksIkNvbm5lY3Rvck1hcmdpbiI6eyIkaWQiOiI2MDI4IiwiVG9wIjowLjAsIkxlZnQiOjIuMCwiUmlnaHQiOjIuMCwiQm90dG9tIjowLjB9LCJDb25uZWN0b3JTdHlsZSI6eyIkaWQiOiI2MDI5IiwiTGluZUNvbG9yIjp7IiRpZCI6IjYwMzAiLCIkdHlwZSI6Ik5MUkUuQ29tbW9uLkRvbS5Tb2xpZENvbG9yQnJ1c2gsIE5MUkUuQ29tbW9uIiwiQ29sb3IiOnsiJGlkIjoiNjAzMSIsIkEiOjEyNywiUiI6NzksIkciOjEyOSwiQiI6MTg5fX0sIkxpbmVXZWlnaHQiOjEuMCwiTGluZVR5cGUiOjAsIlBhcmVudFN0eWxlIjpudWxsfSwiSXNCZWxvd1RpbWViYW5kIjpmYWxzZSwiUG9zaXRpb25PblRhc2siOjAsIkhpZGVEYXRlIjpmYWxzZSwiU2hhcGVTaXplIjoxLCJTcGFjaW5nIjowLjAsIlBhZGRpbmciOnsiJGlkIjoiNjAzMiIsIlRvcCI6NS4wLCJMZWZ0IjozLjAsIlJpZ2h0IjowLjAsIkJvdHRvbSI6Mi4wfSwiU2hhcGVTdHlsZSI6eyIkaWQiOiI2MDMzIiwiTWFyZ2luIjp7IiRpZCI6IjYwMzQiLCJUb3AiOjAuMCwiTGVmdCI6MC4wLCJSaWdodCI6MC4wLCJCb3R0b20iOjAuMH0sIlBhZGRpbmciOnsiJGlkIjoiNjAzNSIsIlRvcCI6MC4wLCJMZWZ0IjowLjAsIlJpZ2h0IjowLjAsIkJvdHRvbSI6MC4wfSwiQmFja2dyb3VuZCI6eyIkaWQiOiI2MDM2IiwiQ29sb3IiOnsiJGlkIjoiNjAzNyIsIkEiOjI1NSwiUiI6MTEyLCJHIjoxNzMsIkIiOjcxfX0sIklzVmlzaWJsZSI6dHJ1ZSwiV2lkdGgiOjEzLjAsIkhlaWdodCI6MTMuMCwiQm9yZGVyU3R5bGUiOnsiJGlkIjoiNjAzOCIsIkxpbmVDb2xvciI6eyIkaWQiOiI2MDM5IiwiJHR5cGUiOiJOTFJFLkNvbW1vbi5Eb20uU29saWRDb2xvckJydXNoLCBOTFJFLkNvbW1vbiIsIkNvbG9yIjp7IiRpZCI6IjYwNDAiLCJBIjoyNTUsIlIiOjI1NSwiRyI6MCwiQiI6MH19LCJMaW5lV2VpZ2h0IjowLjAsIkxpbmVUeXBlIjowLCJQYXJlbnRTdHlsZSI6bnVsbH0sIlBhcmVudFN0eWxlIjpudWxsfSwiVGl0bGVTdHlsZSI6eyIkaWQiOiI2MDQxIiwiRm9udFNldHRpbmdzIjp7IiRpZCI6IjYwNDIiLCJGb250U2l6ZSI6MTEsIkZvbnROYW1lIjoiQ2FsaWJyaSIsIklzQm9sZCI6dHJ1ZSwiSXNJdGFsaWMiOmZhbHNlLCJJc1VuZGVybGluZWQiOmZhbHNlLCJQYXJlbnRTdHlsZSI6bnVsbH0sIkF1dG9TaXplIjoyLCJGb3JlZ3JvdW5kIjp7IiRpZCI6IjYwNDMiLCJDb2xvciI6eyIkaWQiOiI2MDQ0IiwiQSI6MjU1LCJSIjo1OCwiRyI6MTM3LCJCIjowfX0sIk1heFdpZHRoIjo3MS4xMDAwMDAwMDAwMDAwMDksIk1heEhlaWdodCI6IkluZmluaXR5IiwiU21hcnRGb3JlZ3JvdW5kSXNBY3RpdmUiOmZhbHNlLCJIb3Jpem9udGFsQWxpZ25tZW50IjowLCJWZXJ0aWNhbEFsaWdubWVudCI6MCwiU21hcnRGb3JlZ3JvdW5kIjpudWxsLCJCYWNrZ3JvdW5kRmlsbFR5cGUiOjAsIk1hcmdpbiI6eyIkaWQiOiI2MDQ1IiwiVG9wIjowLjAsIkxlZnQiOjAuMCwiUmlnaHQiOjAuMCwiQm90dG9tIjowLjB9LCJQYWRkaW5nIjp7IiRpZCI6IjYwNDYiLCJUb3AiOjAuMCwiTGVmdCI6MC4wLCJSaWdodCI6MC4wLCJCb3R0b20iOjAuMH0sIkJhY2tncm91bmQiOnsiJGlkIjoiNjA0NyIsIkNvbG9yIjp7IiRpZCI6IjYwNDgiLCJBIjowLCJSIjoyNTUsIkciOjI1NSwiQiI6MjU1fX0sIklzVmlzaWJsZSI6dHJ1ZSwiV2lkdGgiOjAuMCwiSGVpZ2h0IjowLjAsIkJvcmRlclN0eWxlIjp7IiRpZCI6IjYwNDkiLCJMaW5lQ29sb3IiOm51bGwsIkxpbmVXZWlnaHQiOjAuMCwiTGluZVR5cGUiOjAsIlBhcmVudFN0eWxlIjpudWxsfSwiUGFyZW50U3R5bGUiOm51bGx9LCJEYXRlU3R5bGUiOnsiJGlkIjoiNjA1MCIsIkZvbnRTZXR0aW5ncyI6eyIkaWQiOiI2MDUxIiwiRm9udFNpemUiOjEwLCJGb250TmFtZSI6IkNhbGlicmkiLCJJc0JvbGQiOmZhbHNlLCJJc0l0YWxpYyI6ZmFsc2UsIklzVW5kZXJsaW5lZCI6ZmFsc2UsIlBhcmVudFN0eWxlIjpudWxsfSwiQXV0b1NpemUiOjIsIkZvcmVncm91bmQiOnsiJGlkIjoiNjA1MiIsIkNvbG9yIjp7IiRpZCI6IjYwNTMiLCJBIjoyNTUsIlIiOjU4LCJHIjoxMzcsIkIiOjB9fSwiTWF4V2lkdGgiOjIzLjAsIk1heEhlaWdodCI6IkluZmluaXR5IiwiU21hcnRGb3JlZ3JvdW5kSXNBY3RpdmUiOmZhbHNlLCJIb3Jpem9udGFsQWxpZ25tZW50IjowLCJWZXJ0aWNhbEFsaWdubWVudCI6MCwiU21hcnRGb3JlZ3JvdW5kIjpudWxsLCJCYWNrZ3JvdW5kRmlsbFR5cGUiOjAsIk1hcmdpbiI6eyIkaWQiOiI2MDU0IiwiVG9wIjowLjAsIkxlZnQiOjAuMCwiUmlnaHQiOjAuMCwiQm90dG9tIjowLjB9LCJQYWRkaW5nIjp7IiRpZCI6IjYwNTUiLCJUb3AiOjAuMCwiTGVmdCI6MC4wLCJSaWdodCI6MC4wLCJCb3R0b20iOjAuMH0sIkJhY2tncm91bmQiOnsiJGlkIjoiNjA1NiIsIkNvbG9yIjp7IiRpZCI6IjYwNTciLCJBIjowLCJSIjoyNTUsIkciOjI1NSwiQiI6MjU1fX0sIklzVmlzaWJsZSI6dHJ1ZSwiV2lkdGgiOjAuMCwiSGVpZ2h0IjowLjAsIkJvcmRlclN0eWxlIjp7IiRpZCI6IjYwNTgiLCJMaW5lQ29sb3IiOm51bGwsIkxpbmVXZWlnaHQiOjAuMCwiTGluZVR5cGUiOjAsIlBhcmVudFN0eWxlIjpudWxsfSwiUGFyZW50U3R5bGUiOm51bGx9LCJEYXRlRm9ybWF0Ijp7IiRpZCI6IjYwNT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A2MCIsIkZvcm1hdCI6MCwiSXNWaXNpYmxlIjpmYWxzZSwiTGFzdEtub3duVmlzaWJpbGl0eVN0YXRlIjpmYWxzZX0sIklzVmlzaWJsZSI6dHJ1ZSwiVmFyaWFuY2VTdHlsZSI6eyIkaWQiOiI2MDYxIiwiVGV4dFN0eWxlIjp7IiRpZCI6IjYwNjIiLCJGb250U2V0dGluZ3MiOnsiJGlkIjoiNjA2MyIsIkZvbnRTaXplIjoxMCwiRm9udE5hbWUiOiJDYWxpYnJpIiwiSXNCb2xkIjpmYWxzZSwiSXNJdGFsaWMiOmZhbHNlLCJJc1VuZGVybGluZWQiOmZhbHNlLCJQYXJlbnRTdHlsZSI6bnVsbH0sIkF1dG9TaXplIjowLCJGb3JlZ3JvdW5kIjp7IiRpZCI6IjYwNjQiLCJDb2xvciI6eyIkaWQiOiI2MD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wNjYiLCJUb3AiOjAuMCwiTGVmdCI6MC4wLCJSaWdodCI6MC4wLCJCb3R0b20iOjAuMH0sIlBhZGRpbmciOnsiJGlkIjoiNjA2NyIsIlRvcCI6MC4wLCJMZWZ0IjowLjAsIlJpZ2h0IjowLjAsIkJvdHRvbSI6MC4wfSwiQmFja2dyb3VuZCI6eyIkaWQiOiI2MDY4IiwiQ29sb3IiOnsiJGlkIjoiNjA2OSIsIkEiOjUwLCJSIjowLCJHIjowLCJCIjowfX0sIklzVmlzaWJsZSI6dHJ1ZSwiV2lkdGgiOjAuMCwiSGVpZ2h0IjowLjAsIkJvcmRlclN0eWxlIjpudWxsLCJQYXJlbnRTdHlsZSI6bnVsbH0sIlBhcmVudFN0eWxlIjpudWxsfSwiUGFyZW50U3R5bGUiOm51bGx9LCJJbmRleCI6MiwiUGVyY2VudGFnZUNvbXBsZXRlIjpudWxsLCJQb3NpdGlvbiI6eyJSYXRpbyI6MC4wLCJJc0N1c3RvbSI6ZmFsc2V9LCJEYXRlRm9ybWF0Ijp7IiRyZWYiOiI2MDU5In0sIldlZWtOdW1iZXJpbmciOnsiJGlkIjoiNjA3MCIsIkZvcm1hdCI6MCwiSXNWaXNpYmxlIjpmYWxzZSwiTGFzdEtub3duVmlzaWJpbGl0eVN0YXRlIjpmYWxzZX0sIkJhc2VsaW5lRGF0YSI6eyIkaWQiOiI2MDcxIiwiRGF0ZSI6IjIwMjYtMTItMTVUMTE6NTk6MDAifSwiUmVsYXRlZFRhc2tJZCI6IjAwMDAwMDAwLTAwMDAtMDAwMC0wMDAwLTAwMDAwMDAwMDAwMCIsIklkIjoiYjFhMmIwYWQtNTBjNS00ZjNkLWIyNGItM2FhYjY5ZDY4ZmM1IiwiSW1wb3J0SWQiOm51bGwsIlRpdGxlIjoiRXgtUG9zdCBSZWxlYXNlIiwiTm90ZSI6bnVsbCwiSHlwZXJsaW5rIjp7IiRpZCI6IjYwNzIiLCJBZGRyZXNzIjoiIiwiU3ViQWRkcmVzcyI6IiJ9LCJJc0NoYW5nZWQiOmZhbHNlLCJJc05ldyI6ZmFsc2V9XSwiVGFza3MiOltdLCJTd2ltbGFuZXMiOltdLCJNc1Byb2plY3RJdGVtc1RyZWUiOnsiJGlkIjoiNjA3MyIsIlJvb3QiOnsiSW1wb3J0SWQiOm51bGwsIklzSW1wb3J0ZWQiOmZhbHNlLCJDaGlsZHJlbiI6W119fSwiTWV0YWRhdGEiOnsiJGlkIjoiNjA3NCIsIlNvdXJjZVRoZW1lIjoie1wiJGlkXCI6XCIxXCIsXCJJZFwiOlwiY2UzNzU0Y2MtYmQxMy00MzAxLTg3OWUtZDA3NThiZjc1MTVhXCIsXCJDYXRlZ29yeVwiOjI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csXCJHXCI6MTI1LFwiQlwiOjQ5fX0sXCJIb3Jpem9udGFsQWxpZ25tZW50XCI6MCxcIklzVmlzaWJsZVwiOmZhbHN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zNyxcIkdcIjoxMjUsXCJCXCI6ND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AsXCJHXCI6MCxcIkJcIjowfX0sXCJIb3Jpem9udGFsQWxpZ25tZW50XCI6MCxcIklzVmlzaWJsZVwiOnRydWV9LFwiVG9kYXlNYXJrZXJTaGFwZVN0eWxlXCI6e1wiJGlkXCI6XCIxOFwiLFwiTWFyZ2luXCI6e1wiJGlkXCI6XCIxOVwiLFwiVG9wXCI6MC4wLFwiTGVmdFwiOjAuMCxcIlJpZ2h0XCI6MC4wLFwiQm90dG9tXCI6MC4wfSxcIlBhZGRpbmdcIjp7XCIkaWRcIjpcIjIwXCIsXCJUb3BcIjowLjAsXCJMZWZ0XCI6MC4wLFwiUmlnaHRcIjowLjAsXCJCb3R0b21cIjowLjB9LFwiQmFja2dyb3VuZFwiOntcIiRpZFwiOlwiMjFcIixcIkNvbG9yXCI6e1wiJGlkXCI6XCIyMlwiLFwiQVwiOjI1NSxcIlJcIjoyNTUsXCJHXCI6MCxcIkJcIjowfX0sXCJJc1Zpc2libGVcIjp0cnVlLFwiV2lkdGhcIjowLjAsXCJIZWlnaHRcIjowLjAsXCJCb3JkZXJTdHlsZVwiOm51bGx9LFwiVG9kYXlNYXJrZXJQb3NpdGlvblwiOjMsXCJJc1Zpc2libGVcIjpmYWxzZX0sXCJTY2FsZVN0eWxlXCI6e1wiJGlkXCI6XCIyM1wiLFwiU2hvd1NlZ21lbnRTZXBhcmF0b3JzXCI6dHJ1ZSxcIlNlZ21lbnRTZXBhcmF0b3JPcGFjaXR5XCI6MzAsXCJTaGFwZVwiOjMsXCJTZWdtZW50VGV4dFN0eWxlXCI6e1wiJGlkXCI6XCIyNFwiLFwiRm9udFNldHRpbmdzXCI6e1wiJGlkXCI6XCIyNVwiLFwiRm9udFNpemVcIjoxMixcIkZvbnROYW1lXCI6XCJDYWxpYnJpXCIsXCJJc0JvbGRcIjpmYWxzZSxcIklzSXRhbGljXCI6ZmFsc2UsXCJJc1VuZGVybGluZWRcIjpmYWxzZX0sXCJGb3JlZ3JvdW5kXCI6e1wiJGlkXCI6XCIyNlwiLFwiQ29sb3JcIjp7XCIkaWRcIjpcIjI3XCIsXCJBXCI6MjU1LFwiUlwiOjI1NSxcIkdcIjoyNTUsXCJCXCI6MjU1fX0sXCJIb3Jpem9udGFsQWxpZ25tZW50XCI6MCxcIklzVmlzaWJsZVwiOnRydWV9LFwiU2hhcGVTdHlsZVwiOntcIiRpZFwiOlwiMjhcIixcIk1hcmdpblwiOntcIiRpZFwiOlwiMjlcIixcIlRvcFwiOjAuMCxcIkxlZnRcIjoxMC4wLFwiUmlnaHRcIjoxMC4wLFwiQm90dG9tXCI6MC4wfSxcIlBhZGRpbmdcIjp7XCIkaWRcIjpcIjMwXCIsXCJUb3BcIjozLjAsXCJMZWZ0XCI6MC4wLFwiUmlnaHRcIjowLjAsXCJCb3R0b21cIjozLjB9LFwiQmFja2dyb3VuZFwiOntcIiRpZFwiOlwiMzFcIixcIkNvbG9yXCI6e1wiJGlkXCI6XCIzMlwiLFwiQVwiOjI1NSxcIlJcIjo2OCxcIkdcIjo4NCxcIkJcIjoxMDZ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S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E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3LFwiR1wiOjEyNSxcIkJcIjo0OX19LFwiSG9yaXpvbnRhbEFsaWdubWVudFwiOjAsXCJJc1Zpc2libGVcIjpmYWxz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MjM3LFwiR1wiOjEyNSxcIkJcIjo0OX19LFwiSG9yaXpvbnRhbEFsaWdubWVudFwiOjAsXCJJc1Zpc2libGVcIjpmYWxzZX0sXCJIb3Jpem9udGFsQ29ubmVjdG9yU3R5bGVcIjp7XCIkaWRcIjpcIjU2XCIsXCJMaW5lU3R5bGVcIjp7XCIkaWRcIjpcIjU3XCIsXCJMaW5lQ29sb3JcIjp7XCIkaWRcIjpcIjU4XCIsXCJDb2xvclwiOntcIiRpZFwiOlwiNTlcIixcIkFcIjoyNTUsXCJSXCI6MjA0LFwiR1wiOjIwNCxcIkJcIjoyMDR9fSxcIkxpbmVXZWlnaHRcIjoxLjAsXCJMaW5lVHlwZVwiOjB9LFwiSXNWaXNpYmxlXCI6dHJ1ZX0sXCJWZXJ0aWNhbENvbm5lY3RvclN0eWxlXCI6e1wiJGlkXCI6XCI2MFwiLFwiTGluZVN0eWxlXCI6e1wiJGlkXCI6XCI2MVwiLFwiTGluZUNvbG9yXCI6e1wiJGlkXCI6XCI2MlwiLFwiQ29sb3JcIjp7XCIkaWRcIjpcIjYzXCIsXCJBXCI6MjU1LFwiUlwiOjIwNCxcIkdcIjoyMDQsXCJCXCI6MjA0fX0sXCJMaW5lV2VpZ2h0XCI6MC4wLFwiTGluZVR5cGVcIjowfSxcIklzVmlzaWJsZVwiOmZhbHNlfSxcIk1hcmdpblwiOntcIiRpZFwiOlwiNjRcIixcIlRvcFwiOjAuMCxcIkxlZnRcIjowLjAsXCJSaWdodFwiOjAuMCxcIkJvdHRvbVwiOjAuMH0sXCJTdGFydERhdGVQb3NpdGlvblwiOjMsXCJFbmREYXRlUG9zaXRpb25cIjozLFwiVGl0bGVQb3NpdGlvblwiOjQsXCJEdXJhdGlvblBvc2l0aW9uXCI6MCxcIlBlcmNlbnRhZ2VDb21wbGV0ZWRQb3NpdGlvblwiOjA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EyNyxcIlJcIjo5MSxcIkdcIjoxNTUsXCJCXCI6MjEzfX0sXCJJc1Zpc2libGVcIjp0cnVlLFwiV2lkdGhcIjowLjAsXCJIZWlnaHRcIjoxMC4wLFwiQm9yZGVyU3R5bGVcIjp7XCIkaWRcIjpcIjgwXCIsXCJMaW5lU3R5bGVcIjp7XCIkaWRcIjpcIjgxXCIsXCJMaW5lQ29sb3JcIjp7XCIkaWRcIjpcIjgyXCIsXCJDb2xvclwiOntcIiRpZFwiOlwiODNcIixcIkFcIjoyNTUsXCJSXCI6MjM0LFwiR1wiOjIyLFwiQlwiOjMwfX0sXCJMaW5lV2VpZ2h0XCI6Mi4wLFwiTGluZVR5cGVcIjowfSxcIklzVmlzaWJsZVwiOmZhbHNlfX0sXCJUaXRsZVN0eWxlXCI6e1wiJGlkXCI6XCI4NFwiLFwiRm9udFNldHRpbmdzXCI6e1wiJGlkXCI6XCI4NVwiLFwiRm9udFNpemVcIjoxMSxcIkZvbnROYW1lXCI6XCJDYWxpYnJpXCIsXCJJc0JvbGRcIjp0cnVlLFwiSXNJdGFsaWNcIjpmYWxzZSxcIklzVW5kZXJsaW5lZFwiOmZhbHNlfSxcIkZvcmVncm91bmRcIjp7XCIkaWRcIjpcIjg2XCIsXCJDb2xvclwiOntcIiRpZFwiOlwiODdcIixcIkFcIjoyNTUsXCJSXCI6MCxcIkdcIjowLFwiQlwiOjB9fSxcIkhvcml6b250YWxBbGlnbm1lbnRcIjowLFwiSXNWaXNpYmxlXCI6dHJ1ZX0sXCJEYXRlU3R5bGVcIjp7XCIkaWRcIjpcIjg4XCIsXCJGb250U2V0dGluZ3NcIjp7XCIkaWRcIjpcIjg5XCIsXCJGb250U2l6ZVwiOjEwLFwiRm9udE5hbWVcIjpcIkNhbGlicmlcIixcIklzQm9sZFwiOmZhbHNlLFwiSXNJdGFsaWNcIjpmYWxzZSxcIklzVW5kZXJsaW5lZFwiOmZhbHNlfSxcIkZvcmVncm91bmRcIjp7XCIkaWRcIjpcIjkwXCIsXCJDb2xvclwiOntcIiRpZFwiOlwiOTFcIixcIkFcIjoyNTUsXCJSXCI6NjgsXCJHXCI6ODQsXCJCXCI6MTA2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mYWxzZX19fSxcIk1pbGVzdG9uZVN0eWxlXCI6e1wiJGlkXCI6XCI5OVwiLFwiU2hhcGVcIjoxOS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TEyLFwiR1wiOjE3MyxcIkJcIjo3MX19LFwiSXNWaXNpYmxlXCI6dHJ1ZSxcIldpZHRoXCI6MTMuMCxcIkhlaWdodFwiOjEz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C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2OCxcIkdcIjo4NCxcIkJcIjoxMDZ9fSxcIkhvcml6b250YWxBbGlnbm1lbnRcIjowLFwiSXNWaXNpYmxlXCI6dHJ1ZX0sXCJEYXRlRm9ybWF0XCI6e1wiJGlkXCI6XCIxMTh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TE5XCIsXCJGb3JtYXRcIjowLFwiSXNWaXNpYmxlXCI6ZmFsc2UsXCJMYXN0S25vd25WaXNpYmlsaXR5U3RhdGVcIjpmYWxzZX0sXCJWYXJpYW5jZVN0eWxlXCI6e1wiJGlkXCI6XCIxMjBcIixcIlZhcmlhbmNlVGV4dFN0eWxlXCI6e1wiJGlkXCI6XCIxMjFcIixcIkZvbnRTZXR0aW5nc1wiOntcIiRpZFwiOlwiMTIyXCIsXCJGb250U2l6ZVwiOjEwLFwiRm9udE5hbWVcIjpcIkNhbGlicmlcIixcIklzQm9sZFwiOmZhbHNlLFwiSXNJdGFsaWNcIjpmYWxzZSxcIklzVW5kZXJsaW5lZFwiOmZhbHNlfSxcIkZvcmVncm91bmRcIjp7XCIkaWRcIjpcIjEyM1wiLFwiQ29sb3JcIjp7XCIkaWRcIjpcIjEyNFwiLFwiQVwiOjI1NSxcIlJcIjowLFwiR1wiOjAsXCJCXCI6MH19LFwiSG9yaXpvbnRhbEFsaWdubWVudFwiOjAsXCJJc1Zpc2libGVcIjpmYWxzZX19fSxcIk1vdFN0eWxlXCI6e1wiJGlkXCI6XCIxMjVcIixcIlNoYXBlXCI6MTksXCJTaGFwZVNpemVcIjoxLFwiRGV0YWlsc1NwYWNpbmdcIjowLjAsXCJQYWRkaW5nXCI6e1wiJGlkXCI6XCIxMjZcIixcIlRvcFwiOjUuMCxcIkxlZnRcIjozLjAsXCJSaWdodFwiOjAuMCxcIkJvdHRvbVwiOjIuMH0sXCJQb3NpdGlvbk9uVGFza1wiOjEsXCJTaGFwZVN0eWxlXCI6e1wiJGlkXCI6XCIxMjdcIixcIk1hcmdpblwiOntcIiRpZFwiOlwiMTI4XCIsXCJUb3BcIjowLjAsXCJMZWZ0XCI6MC4wLFwiUmlnaHRcIjowLjAsXCJCb3R0b21cIjowLjB9LFwiUGFkZGluZ1wiOntcIiRpZFwiOlwiMTI5XCIsXCJUb3BcIjowLjAsXCJMZWZ0XCI6MC4wLFwiUmlnaHRcIjowLjAsXCJCb3R0b21cIjowLjB9LFwiQmFja2dyb3VuZFwiOntcIiRpZFwiOlwiMTMwXCIsXCJDb2xvclwiOntcIiRpZFwiOlwiMTMxXCIsXCJBXCI6MjU1LFwiUlwiOjExMixcIkdcIjoxNzMsXCJCXCI6NzF9fSxcIklzVmlzaWJsZVwiOnRydWUsXCJXaWR0aFwiOjEzLjAsXCJIZWlnaHRcIjoxMy4wLFwiQm9yZGVyU3R5bGVcIjp7XCIkaWRcIjpcIjEzMlwiLFwiTGluZVN0eWxlXCI6e1wiJGlkXCI6XCIxMzNcIixcIkxpbmVDb2xvclwiOntcIiRpZFwiOlwiMTM0XCIsXCJDb2xvclwiOntcIiRpZFwiOlwiMTM1XCIsXCJBXCI6MjU1LFwiUlwiOjIzNCxcIkdcIjoyMixcIkJcIjozMH19LFwiTGluZVdlaWdodFwiOjAuMCxcIkxpbmVUeXBlXCI6MH0sXCJJc1Zpc2libGVcIjpmYWxzZX19LFwiVGl0bGVTdHlsZVwiOntcIiRpZFwiOlwiMTM2XCIsXCJGb250U2V0dGluZ3NcIjp7XCIkaWRcIjpcIjEzN1wiLFwiRm9udFNpemVcIjoxMSxcIkZvbnROYW1lXCI6XCJDYWxpYnJpXCIsXCJJc0JvbGRcIjp0cnVlLFwiSXNJdGFsaWNcIjpmYWxzZSxcIklzVW5kZXJsaW5lZFwiOmZhbHNlfSxcIkZvcmVncm91bmRcIjp7XCIkaWRcIjpcIjEzOFwiLFwiQ29sb3JcIjp7XCIkaWRcIjpcIjEzOVwiLFwiQVwiOjI1NSxcIlJcIjowLFwiR1wiOjAsXCJCXCI6MH19LFwiSG9yaXpvbnRhbEFsaWdubWVudFwiOjAsXCJJc1Zpc2libGVcIjp0cnVlfSxcIkRhdGVTdHlsZVwiOntcIiRpZFwiOlwiMTQwXCIsXCJGb250U2V0dGluZ3NcIjp7XCIkaWRcIjpcIjE0MVwiLFwiRm9udFNpemVcIjoxMCxcIkZvbnROYW1lXCI6XCJDYWxpYnJpXCIsXCJJc0JvbGRcIjpmYWxzZSxcIklzSXRhbGljXCI6ZmFsc2UsXCJJc1VuZGVybGluZWRcIjpmYWxzZX0sXCJGb3JlZ3JvdW5kXCI6e1wiJGlkXCI6XCIxNDJcIixcIkNvbG9yXCI6e1wiJGlkXCI6XCIxNDNcIixcIkFcIjoyNTUsXCJSXCI6NjgsXCJHXCI6ODQsXCJCXCI6MTA2fX0sXCJIb3Jpem9udGFsQWxpZ25tZW50XCI6MCxcIklzVmlzaWJsZVwiOnRydWV9LFwiRGF0ZUZvcm1hdFwiOntcIiRpZFwiOlwiMTQ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0NVwiLFwiRm9ybWF0XCI6MCxcIklzVmlzaWJsZVwiOmZhbHNlLFwiTGFzdEtub3duVmlzaWJpbGl0eVN0YXRlXCI6ZmFsc2V9LFwiVmFyaWFuY2VTdHlsZVwiOntcIiRpZFwiOlwiMTQ2XCIsXCJWYXJpYW5jZVRleHRTdHlsZVwiOntcIiRpZFwiOlwiMTQ3XCIsXCJGb250U2V0dGluZ3NcIjp7XCIkaWRcIjpcIjE0OFwiLFwiRm9udFNpemVcIjoxMCxcIkZvbnROYW1lXCI6XCJDYWxpYnJpXCIsXCJJc0JvbGRcIjpmYWxzZSxcIklzSXRhbGljXCI6ZmFsc2UsXCJJc1VuZGVybGluZWRcIjpmYWxzZX0sXCJGb3JlZ3JvdW5kXCI6e1wiJGlkXCI6XCIxNDlcIixcIkNvbG9yXCI6e1wiJGlkXCI6XCIxNTBcIixcIkFcIjoyNTUsXCJSXCI6MCxcIkdcIjowLFwiQlwiOjB9fSxcIkhvcml6b250YWxBbGlnbm1lbnRcIjowLFwiSXNWaXNpYmxlXCI6ZmFsc2V9fX0sXCJTd2ltbGFuZVYyU3R5bGVcIjp7XCIkaWRcIjpcIjE1MVwiLFwiU3R5bGVJZFwiOlwiYWRhMTE4ZjQtODQ1OS00ZGIxLWFiNWEtYzY2MzNmYzA5ZmMyXCIsXCJOYW1lXCI6XCJTd2ltbGFuZSBTdHlsZSAxXCIsXCJIZWFkZXJTdHlsZVwiOntcIiRpZFwiOlwiMTUyXCIsXCJUZXh0U3R5bGVcIjp7XCIkaWRcIjpcIjE1M1wiLFwiRm9udFNldHRpbmdzXCI6e1wiJGlkXCI6XCIxNTRcIixcIkZvbnRTaXplXCI6MTAsXCJGb250TmFtZVwiOlwiRnJhbmtsaW4gR290aGljIE1lZGl1bVwiLFwiSXNCb2xkXCI6ZmFsc2UsXCJJc0l0YWxpY1wiOmZhbHNlLFwiSXNVbmRlcmxpbmVkXCI6ZmFsc2V9LFwiRm9yZWdyb3VuZFwiOntcIiRpZFwiOlwiMTU1XCIsXCJDb2xvclwiOntcIiRpZFwiOlwiMTU2XCIsXCJBXCI6MjU1LFwiUlwiOjMyLFwiR1wiOjU2LFwiQlwiOjEwMH19LFwiSG9yaXpvbnRhbEFsaWdubWVudFwiOjAsXCJJc1Zpc2libGVcIjpmYWxzZX0sXCJSZWN0YW5nbGVTdHlsZVwiOntcIiRpZFwiOlwiMTU3XCIsXCJNYXJnaW5cIjp7XCIkaWRcIjpcIjE1OFwiLFwiVG9wXCI6MC4wLFwiTGVmdFwiOjAuMCxcIlJpZ2h0XCI6MC4wLFwiQm90dG9tXCI6MC4wfSxcIlBhZGRpbmdcIjp7XCIkaWRcIjpcIjE1OVwiLFwiVG9wXCI6MC4wLFwiTGVmdFwiOjAuMCxcIlJpZ2h0XCI6MC4wLFwiQm90dG9tXCI6MC4wfSxcIkJhY2tncm91bmRcIjp7XCIkaWRcIjpcIjE2MFwiLFwiQ29sb3JcIjp7XCIkaWRcIjpcIjE2MVwiLFwiQVwiOjEyNyxcIlJcIjo5MSxcIkdcIjoxNTUsXCJCXCI6MjEzfX0sXCJJc1Zpc2libGVcIjpmYWxzZSxcIldpZHRoXCI6MC4wLFwiSGVpZ2h0XCI6MC4wLFwiQm9yZGVyU3R5bGVcIjp7XCIkaWRcIjpcIjE2MlwiLFwiTGluZVN0eWxlXCI6e1wiJGlkXCI6XCIxNjNcIixcIkxpbmVDb2xvclwiOntcIiRpZFwiOlwiMTY0XCIsXCJDb2xvclwiOntcIiRpZFwiOlwiMTY1XCIsXCJBXCI6MjU1LFwiUlwiOjI1NSxcIkdcIjowLFwiQlwiOjB9fSxcIkxpbmVXZWlnaHRcIjowLjAsXCJMaW5lVHlwZVwiOjB9LFwiSXNWaXNpYmxlXCI6ZmFsc2V9fX0sXCJCYWNrZ3JvdW5k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zOCxcIlJcIjo5MSxcIkdcIjoxNTUsXCJCXCI6MjEz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C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IsXCJGb250TmFtZVwiOlwiQ2FsaWJyaVwiLFwiSXNCb2xkXCI6ZmFsc2UsXCJJc0l0YWxpY1wiOmZhbHNlLFwiSXNVbmRlcmxpbmVkXCI6ZmFsc2V9LFwiRm9yZWdyb3VuZFwiOntcIiRpZFwiOlwiMTc5XCIsXCJDb2xvclwiOntcIiRpZFwiOlwiMTgwXCIsXCJBXCI6MjU1LFwiUlwiOjAsXCJHXCI6MCxcIkJcIjowfX0sXCJIb3Jpem9udGFsQWxpZ25tZW50XCI6MCxcIklzVmlzaWJsZVwiOmZhbHNlfSxcIlJlY3RhbmdsZVN0eWxlXCI6e1wiJGlkXCI6XCIxODFcIixcIk1hcmdpblwiOntcIiRpZFwiOlwiMTgyXCIsXCJUb3BcIjowLjAsXCJMZWZ0XCI6MC4wLFwiUmlnaHRcIjowLjAsXCJCb3R0b21cIjowLjB9LFwiUGFkZGluZ1wiOntcIiRpZFwiOlwiMTgzXCIsXCJUb3BcIjowLjAsXCJMZWZ0XCI6MC4wLFwiUmlnaHRcIjowLjAsXCJCb3R0b21cIjowLjB9LFwiQmFja2dyb3VuZFwiOntcIiRpZFwiOlwiMTg0XCIsXCJDb2xvclwiOntcIiRpZFwiOlwiMTg1XCIsXCJBXCI6NjMsXCJSXCI6OTEsXCJHXCI6MTU1LFwiQlwiOjIxM319LFwiSXNWaXNpYmxlXCI6ZmFsc2UsXCJXaWR0aFwiOjAuMCxcIkhlaWdodFwiOjAuMCxcIkJvcmRlclN0eWxlXCI6e1wiJGlkXCI6XCIxODZcIixcIkxpbmVTdHlsZVwiOntcIiRpZFwiOlwiMTg3XCIsXCJMaW5lQ29sb3JcIjp7XCIkaWRcIjpcIjE4OFwiLFwiQ29sb3JcIjp7XCIkaWRcIjpcIjE4OVwiLFwiQVwiOjI1NSxcIlJcIjoyNTUsXCJHXCI6MCxcIkJcIjowfX0sXCJMaW5lV2VpZ2h0XCI6MC4wLFwiTGluZVR5cGVcIjowfSxcIklzVmlzaWJsZVwiOmZhbHNlfX19LFwiQmFja2dyb3VuZFN0eWxlXCI6e1wiJGlkXCI6XCIxOTBcIixcIk1hcmdpblwiOntcIiRpZFwiOlwiMTkxXCIsXCJUb3BcIjowLjAsXCJMZWZ0XCI6MC4wLFwiUmlnaHRcIjowLjAsXCJCb3R0b21cIjowLjB9LFwiUGFkZGluZ1wiOntcIiRpZFwiOlwiMTkyXCIsXCJUb3BcIjowLjAsXCJMZWZ0XCI6MC4wLFwiUmlnaHRcIjowLjAsXCJCb3R0b21cIjowLjB9LFwiQmFja2dyb3VuZFwiOntcIiRpZFwiOlwiMTkzXCIsXCJDb2xvclwiOntcIiRpZFwiOlwiMTk0XCIsXCJBXCI6MzgsXCJSXCI6OTEsXCJHXCI6MTU1LFwiQlwiOjIxM3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AuMCxcIkxpbmVUeXBlXCI6MH0sXCJJc1Zpc2libGVcIjpmYWxzZX19fSxcIkRlZmF1bHRTd2ltbGFuZU1pbGVzdG9uZVN0eWxlXCI6e1wiJGlkXCI6XCIxOTlcIixcIlRpdGxlUG9zaXRpb25cIjoyLFwiRGF0ZVBvc2l0aW9uXCI6MCxcIlZhcmlhbmNlUG9zaXRpb25cIjowLFwiU2hhcGVUeXBlXCI6MSxcIlNoYXBlU2l6ZVwiOjAsXCJTcGFjaW5nXCI6NSxcIlNoYXBlU3R5bGVcIjp7XCIkaWRcIjpcIjIwMFwiLFwiTWFyZ2luXCI6e1wiJGlkXCI6XCIyMDFcIixcIlRvcFwiOjAuMCxcIkxlZnRcIjowLjAsXCJSaWdodFwiOjAuMCxcIkJvdHRvbVwiOjAuMH0sXCJQYWRkaW5nXCI6e1wiJGlkXCI6XCIyMDJcIixcIlRvcFwiOjAuMCxcIkxlZnRcIjowLjAsXCJSaWdodFwiOjAuMCxcIkJvdHRvbVwiOjAuMH0sXCJCYWNrZ3JvdW5kXCI6e1wiJGlkXCI6XCIyMDNcIixcIkNvbG9yXCI6e1wiJGlkXCI6XCIyMDRcIixcIkFcIjoyNTUsXCJSXCI6NjgsXCJHXCI6ODQsXCJCXCI6MTA2fX0sXCJJc1Zpc2libGVcIjp0cnVlLFwiV2lkdGhcIjoxMi4wLFwiSGVpZ2h0XCI6MTQuMCxcIkJvcmRlclN0eWxlXCI6e1wiJGlkXCI6XCIyMDVcIixcIkxpbmVTdHlsZVwiOntcIiRpZFwiOlwiMjA2XCIsXCJMaW5lQ29sb3JcIjp7XCIkaWRcIjpcIjIwN1wiLFwiQ29sb3JcIjp7XCIkaWRcIjpcIjIwOFwiLFwiQVwiOjI1NSxcIlJcIjoyMzQsXCJHXCI6MjIsXCJCXCI6MzB9fSxcIkxpbmVXZWlnaHRcIjoyLjAsXCJMaW5lVHlwZVwiOjB9LFwiSXNWaXNpYmxlXCI6ZmFsc2V9fSxcIlRpdGxlU3R5bGVcIjp7XCIkaWRcIjpcIjIwOVwiLFwiRm9udFNldHRpbmdzXCI6e1wiJGlkXCI6XCIyMTBcIixcIkZvbnRTaXplXCI6MTEsXCJGb250TmFtZVwiOlwiQ2FsaWJyaVwiLFwiSXNCb2xkXCI6dHJ1ZSxcIklzSXRhbGljXCI6ZmFsc2UsXCJJc1VuZGVybGluZWRcIjpmYWxzZX0sXCJGb3JlZ3JvdW5kXCI6e1wiJGlkXCI6XCIyMTFcIixcIkNvbG9yXCI6e1wiJGlkXCI6XCIyMTJcIixcIkFcIjoyNTUsXCJSXCI6MCxcIkdcIjowLFwiQlwiOjB9fSxcIkhvcml6b250YWxBbGlnbm1lbnRcIjowLFwiSXNWaXNpYmxlXCI6dHJ1ZX0sXCJEYXRlU3R5bGVcIjp7XCIkaWRcIjpcIjIxM1wiLFwiRm9udFNldHRpbmdzXCI6e1wiJGlkXCI6XCIyMTRcIixcIkZvbnRTaXplXCI6MTAsXCJGb250TmFtZVwiOlwiQ2FsaWJyaVwiLFwiSXNCb2xkXCI6ZmFsc2UsXCJJc0l0YWxpY1wiOmZhbHNlLFwiSXNVbmRlcmxpbmVkXCI6ZmFsc2V9LFwiRm9yZWdyb3VuZFwiOntcIiRpZFwiOlwiMjE1XCIsXCJDb2xvclwiOntcIiRpZFwiOlwiMjE2XCIsXCJBXCI6MjU1LFwiUlwiOjY4LFwiR1wiOjg0LFwiQlwiOjEwNn19LFwiSG9yaXpvbnRhbEFsaWdubWVudFwiOjIsXCJJc1Zpc2libGVcIjpmYWxzZX0sXCJEYXRlRm9ybWF0XCI6e1wiJGlkXCI6XCIyMTd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E4XCIsXCJGb3JtYXRcIjowLFwiSXNWaXNpYmxlXCI6ZmFsc2UsXCJMYXN0S25vd25WaXNpYmlsaXR5U3RhdGVcIjpmYWxzZX0sXCJWYXJpYW5jZVN0eWxlXCI6e1wiJGlkXCI6XCIyMTlcIixcIlZhcmlhbmNlVGV4dFN0eWxlXCI6e1wiJGlkXCI6XCIyMjBcIixcIkZvbnRTZXR0aW5nc1wiOntcIiRpZFwiOlwiMjIxXCIsXCJGb250U2l6ZVwiOjEwLFwiRm9udE5hbWVcIjpcIkNhbGlicmlcIixcIklzQm9sZFwiOmZhbHNlLFwiSXNJdGFsaWNcIjpmYWxzZSxcIklzVW5kZXJsaW5lZFwiOmZhbHNlfSxcIkZvcmVncm91bmRcIjp7XCIkaWRcIjpcIjIyMlwiLFwiQ29sb3JcIjp7XCIkaWRcIjpcIjIyM1wiLFwiQVwiOjI1NSxcIlJcIjowLFwiR1wiOjAsXCJCXCI6MH19LFwiSG9yaXpvbnRhbEFsaWdubWVudFwiOjAsXCJJc1Zpc2libGVcIjpmYWxzZX19fSxcIkRlZmF1bHRTd2ltbGFuZVRhc2tTdHlsZVwiOntcIiRpZFwiOlwiMjI0XCIsXCJTaGFwZVwiOjEsXCJTaGFwZVRoaWNrbmVzc1wiOjAsXCJEdXJhdGlvbkZvcm1hdFwiOjA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IzNyxcIkdcIjoxMjUsXCJCXCI6NDl9fSxcIkhvcml6b250YWxBbGlnbm1lbnRcIjowLFwiSXNWaXNpYmxlXCI6ZmFsc2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EwLFwiRm9udE5hbWVcIjpcIkNhbGlicmlcIixcIklzQm9sZFwiOmZhbHNlLFwiSXNJdGFsaWNcIjpmYWxzZSxcIklzVW5kZXJsaW5lZFwiOmZhbHNlfSxcIkZvcmVncm91bmRcIjp7XCIkaWRcIjpcIjIzNFwiLFwiQ29sb3JcIjp7XCIkaWRcIjpcIjIzNVwiLFwiQVwiOjI1NSxcIlJcIjoyMzcsXCJHXCI6MTI1LFwiQlwiOjQ5fX0sXCJIb3Jpem9udGFsQWxpZ25tZW50XCI6MCxcIklzVmlzaWJsZVwiOmZhbHNlfSxcIk1hcmdpblwiOntcIiRpZFwiOlwiMjM2XCIsXCJUb3BcIjowLjAsXCJMZWZ0XCI6MC4wLFwiUmlnaHRcIjowLjAsXCJCb3R0b21cIjowLjB9LFwiU3RhcnREYXRlUG9zaXRpb25cIjowLFwiRW5kRGF0ZVBvc2l0aW9uXCI6MCxcIlRpdGxlUG9zaXRpb25cIjoyLFwiRHVyYXRpb25Qb3NpdGlvblwiOjAsXCJQZXJjZW50YWdlQ29tcGxldGVkUG9zaXRpb25cIjowLFwiVmFyaWFuY2VQb3NpdGlvblwiOjIsXCJTcGFjaW5nXCI6MyxcIkJhc2VsaW5lU3R5bGVcIjp7XCIkaWRcIjpcIjIzN1wiLFwiQmFzZWxpbmVTaGFwZVN0eWxlXCI6e1wiJGlkXCI6XCIyMzhcIixcIk1hcmdpblwiOntcIiRpZFwiOlwiMjM5XCIsXCJUb3BcIjowLjAsXCJMZWZ0XCI6MC4wLFwiUmlnaHRcIjowLjAsXCJCb3R0b21cIjowLjB9LFwiUGFkZGluZ1wiOntcIiRpZFwiOlwiMjQwXCIsXCJUb3BcIjowLjAsXCJMZWZ0XCI6MC4wLFwiUmlnaHRcIjowLjAsXCJCb3R0b21cIjowLjB9LFwiQmFja2dyb3VuZFwiOntcIiRpZFwiOlwiMjQxXCIsXCJDb2xvclwiOntcIiRpZFwiOlwiMjQyXCIsXCJBXCI6MTUzLFwiUlwiOjAsXCJHXCI6MCxcIkJcIjowfX0sXCJJc1Zpc2libGVcIjpmYWxzZSxcIldpZHRoXCI6MC4wLFwiSGVpZ2h0XCI6MC4wLFwiQm9yZGVyU3R5bGVcIjp7XCIkaWRcIjpcIjI0M1wiLFwiTGluZVN0eWxlXCI6e1wiJGlkXCI6XCIyNDRcIixcIkxpbmVDb2xvclwiOntcIiRpZFwiOlwiMjQ1XCIsXCJDb2xvclwiOntcIiRpZFwiOlwiMjQ2XCIsXCJBXCI6MjU1LFwiUlwiOjI1NSxcIkdcIjowLFwiQlwiOjB9fSxcIkxpbmVXZWlnaHRcIjoyLjAsXCJMaW5lVHlwZVwiOjB9LFwiSXNWaXNpYmxlXCI6ZmFsc2V9fX0sXCJWYXJpYW5jZVN0eWxlXCI6e1wiJGlkXCI6XCIyNDdcIixcIlZhcmlhbmNlVGV4dFN0eWxlXCI6e1wiJGlkXCI6XCIyNDhcIixcIkZvbnRTZXR0aW5nc1wiOntcIiRpZFwiOlwiMjQ5XCIsXCJGb250U2l6ZVwiOjEwLFwiRm9udE5hbWVcIjpcIkNhbGlicmlcIixcIklzQm9sZFwiOmZhbHNlLFwiSXNJdGFsaWNcIjpmYWxzZSxcIklzVW5kZXJsaW5lZFwiOmZhbHNlfSxcIkZvcmVncm91bmRcIjp7XCIkaWRcIjpcIjI1MFwiLFwiQ29sb3JcIjp7XCIkaWRcIjpcIjI1MVwiLFwiQVwiOjI1NSxcIlJcIjowLFwiR1wiOjAsXCJCXCI6MH19LFwiSG9yaXpvbnRhbEFsaWdubWVudFwiOjAsXCJJc1Zpc2libGVcIjpmYWxzZX19LFwiU2hhcGVTdHlsZVwiOntcIiRpZFwiOlwiMjUyXCIsXCJNYXJnaW5cIjp7XCIkaWRcIjpcIjI1M1wiLFwiVG9wXCI6MC4wLFwiTGVmdFwiOjQuMCxcIlJpZ2h0XCI6NC4wLFwiQm90dG9tXCI6MC4wfSxcIlBhZGRpbmdcIjp7XCIkaWRcIjpcIjI1NFwiLFwiVG9wXCI6MC4wLFwiTGVmdFwiOjAuMCxcIlJpZ2h0XCI6MC4wLFwiQm90dG9tXCI6MC4wfSxcIkJhY2tncm91bmRcIjp7XCIkaWRcIjpcIjI1NVwiLFwiQ29sb3JcIjp7XCIkaWRcIjpcIjI1NlwiLFwiQVwiOjI1NSxcIlJcIjo4MixcIkdcIjoxNDcsXCJCXCI6MjA1fX0sXCJJc1Zpc2libGVcIjp0cnVlLFwiV2lkdGhcIjowLjAsXCJIZWlnaHRcIjoxMy40MjY2NjY2NjY2NjY2NzcsXCJCb3JkZXJTdHlsZVwiOntcIiRpZFwiOlwiMjU3XCIsXCJMaW5lU3R5bGVcIjp7XCIkaWRcIjpcIjI1OFwiLFwiTGluZUNvbG9yXCI6e1wiJGlkXCI6XCIyNTlcIixcIkNvbG9yXCI6e1wiJGlkXCI6XCIyNjBcIixcIkFcIjoyNTUsXCJSXCI6MjM0LFwiR1wiOjIyLFwiQlwiOjMwfX0sXCJMaW5lV2VpZ2h0XCI6Mi4wLFwiTGluZVR5cGVcIjowfSxcIklzVmlzaWJsZVwiOmZhbHNlfX0sXCJUaXRsZVN0eWxlXCI6e1wiJGlkXCI6XCIyNjFcIixcIkZvbnRTZXR0aW5nc1wiOntcIiRpZFwiOlwiMjYyXCIsXCJGb250U2l6ZVwiOjExLFwiRm9udE5hbWVcIjpcIkNhbGlicmlcIixcIklzQm9sZFwiOmZhbHNlLFwiSXNJdGFsaWNcIjpmYWxzZSxcIklzVW5kZXJsaW5lZFwiOmZhbHNlfSxcIkZvcmVncm91bmRcIjp7XCIkaWRcIjpcIjI2M1wiLFwiQ29sb3JcIjp7XCIkaWRcIjpcIjI2NFwiLFwiQVwiOjI1NSxcIlJcIjoyNTUsXCJHXCI6MjU1LFwiQlwiOjI1NX19LFwiSG9yaXpvbnRhbEFsaWdubWVudFwiOjEsXCJJc1Zpc2libGVcIjp0cnVlfSxcIkRhdGVTdHlsZVwiOntcIiRpZFwiOlwiMjY1XCIsXCJGb250U2V0dGluZ3NcIjp7XCIkaWRcIjpcIjI2NlwiLFwiRm9udFNpemVcIjoxMCxcIkZvbnROYW1lXCI6XCJDYWxpYnJpXCIsXCJJc0JvbGRcIjpmYWxzZSxcIklzSXRhbGljXCI6ZmFsc2UsXCJJc1VuZGVybGluZWRcIjpmYWxzZX0sXCJGb3JlZ3JvdW5kXCI6e1wiJGlkXCI6XCIyNjdcIixcIkNvbG9yXCI6e1wiJGlkXCI6XCIyNjhcIixcIkFcIjoyNTUsXCJSXCI6NjgsXCJHXCI6ODQsXCJCXCI6MTA2fX0sXCJIb3Jpem9udGFsQWxpZ25tZW50XCI6MCxcIklzVmlzaWJsZVwiOmZhbHNlfSxcIkRhdGVGb3JtYXRcIjp7XCIkaWRcIjpcIjI2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NzBcIixcIkZvcm1hdFwiOjAsXCJJc1Zpc2libGVcIjpmYWxzZSxcIkxhc3RLbm93blZpc2liaWxpdHlTdGF0ZVwiOmZhbHNlfX0sXCJEZWZhdWx0U3dpbWxhbmVNb3RTdHlsZVwiOntcIiRpZFwiOlwiMjcxXCIsXCJTaGFwZVwiOjIsXCJTaGFwZVNpemVcIjoxLFwiRGV0YWlsc1NwYWNpbmdcIjowLjAsXCJQYWRkaW5nXCI6e1wiJGlkXCI6XCIyNzJcIixcIlRvcFwiOjUuMCxcIkxlZnRcIjozLjAsXCJSaWdodFwiOjAuMCxcIkJvdHRvbVwiOjIuMH0sXCJQb3NpdGlvbk9uVGFza1wiOjEsXCJTaGFwZVN0eWxlXCI6e1wiJGlkXCI6XCIyNzNcIixcIk1hcmdpblwiOntcIiRpZFwiOlwiMjc0XCIsXCJUb3BcIjowLjAsXCJMZWZ0XCI6MC4wLFwiUmlnaHRcIjowLjAsXCJCb3R0b21cIjowLjB9LFwiUGFkZGluZ1wiOntcIiRpZFwiOlwiMjc1XCIsXCJUb3BcIjowLjAsXCJMZWZ0XCI6MC4wLFwiUmlnaHRcIjowLjAsXCJCb3R0b21cIjowLjB9LFwiQmFja2dyb3VuZFwiOntcIiRpZFwiOlwiMjc2XCIsXCJDb2xvclwiOntcIiRpZFwiOlwiMjc3XCIsXCJBXCI6MTI3LFwiUlwiOjkxLFwiR1wiOjE1NSxcIkJcIjoyMTN9fSxcIklzVmlzaWJsZVwiOnRydWUsXCJXaWR0aFwiOjEzLjAsXCJIZWlnaHRcIjoxMy4wLFwiQm9yZGVyU3R5bGVcIjp7XCIkaWRcIjpcIjI3OFwiLFwiTGluZVN0eWxlXCI6e1wiJGlkXCI6XCIyNzlcIixcIkxpbmVDb2xvclwiOntcIiRpZFwiOlwiMjgwXCIsXCJDb2xvclwiOntcIiRpZFwiOlwiMjgxXCIsXCJBXCI6MjU1LFwiUlwiOjIzNCxcIkdcIjoyMixcIkJcIjozMH19LFwiTGluZVdlaWdodFwiOjAuMCxcIkxpbmVUeXBlXCI6MH0sXCJJc1Zpc2libGVcIjpmYWxzZX19LFwiVGl0bGVTdHlsZVwiOntcIiRpZFwiOlwiMjgyXCIsXCJGb250U2V0dGluZ3NcIjp7XCIkaWRcIjpcIjI4M1wiLFwiRm9udFNpemVcIjoxMSxcIkZvbnROYW1lXCI6XCJDYWxpYnJpXCIsXCJJc0JvbGRcIjp0cnVlLFwiSXNJdGFsaWNcIjpmYWxzZSxcIklzVW5kZXJsaW5lZFwiOmZhbHNlfSxcIkZvcmVncm91bmRcIjp7XCIkaWRcIjpcIjI4NFwiLFwiQ29sb3JcIjp7XCIkaWRcIjpcIjI4NVwiLFwiQVwiOjI1NSxcIlJcIjowLFwiR1wiOjAsXCJCXCI6MH19LFwiSG9yaXpvbnRhbEFsaWdubWVudFwiOjAsXCJJc1Zpc2libGVcIjp0cnVlfSxcIkRhdGVTdHlsZVwiOntcIiRpZFwiOlwiMjg2XCIsXCJGb250U2V0dGluZ3NcIjp7XCIkaWRcIjpcIjI4N1wiLFwiRm9udFNpemVcIjoxMCxcIkZvbnROYW1lXCI6XCJDYWxpYnJpXCIsXCJJc0JvbGRcIjpmYWxzZSxcIklzSXRhbGljXCI6ZmFsc2UsXCJJc1VuZGVybGluZWRcIjpmYWxzZX0sXCJGb3JlZ3JvdW5kXCI6e1wiJGlkXCI6XCIyODhcIixcIkNvbG9yXCI6e1wiJGlkXCI6XCIyODlcIixcIkFcIjoyNTUsXCJSXCI6NjgsXCJHXCI6ODQsXCJCXCI6MTA2fX0sXCJIb3Jpem9udGFsQWxpZ25tZW50XCI6MC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ZmFsc2V9fX19LFwiX2FkZGl0aW9uYWxTd2ltbGFuZVYyU3R5bGVzXCI6W3tcIiRpZFwiOlwiMjk3XCIsXCJTdHlsZUlkXCI6XCJjMmY1ZmU5MC0yZDcwLTRjNWQtOWI0My00YTNkMmMzOTdkNjVcIixcIk5hbWVcIjpcIlN3aW1sYW5lIFN0eWxlIDJcIixcIkhlYWRlclN0eWxlXCI6e1wiJGlkXCI6XCIyOThcIixcIlRleHRTdHlsZVwiOntcIiRpZFwiOlwiMjk5XCIsXCJGb250U2V0dGluZ3NcIjp7XCIkaWRcIjpcIjMwMFwiLFwiRm9udFNpemVcIjoxMCxcIkZvbnROYW1lXCI6XCJGcmFua2xpbiBHb3RoaWMgTWVkaXVtXCIsXCJJc0JvbGRcIjpmYWxzZSxcIklzSXRhbGljXCI6ZmFsc2UsXCJJc1VuZGVybGluZWRcIjpmYWxzZX0sXCJGb3JlZ3JvdW5kXCI6e1wiJGlkXCI6XCIzMDFcIixcIkNvbG9yXCI6e1wiJGlkXCI6XCIzMDJcIixcIkFcIjoyNTUsXCJSXCI6MTE4LFwiR1wiOjkwLFwiQlwiOjB9fSxcIkhvcml6b250YWxBbGlnbm1lbnRcIjowLFwiSXNWaXNpYmxlXCI6ZmFsc2V9LFwiUmVjdGFuZ2xlU3R5bGVcIjp7XCIkaWRcIjpcIjMwM1wiLFwiTWFyZ2luXCI6e1wiJGlkXCI6XCIzMDRcIixcIlRvcFwiOjAuMCxcIkxlZnRcIjowLjAsXCJSaWdodFwiOjAuMCxcIkJvdHRvbVwiOjAuMH0sXCJQYWRkaW5nXCI6e1wiJGlkXCI6XCIzMDVcIixcIlRvcFwiOjAuMCxcIkxlZnRcIjowLjAsXCJSaWdodFwiOjAuMCxcIkJvdHRvbVwiOjAuMH0sXCJCYWNrZ3JvdW5kXCI6e1wiJGlkXCI6XCIzMDZcIixcIkNvbG9yXCI6e1wiJGlkXCI6XCIzMDdcIixcIkFcIjoxMjcsXCJSXCI6MjU1LFwiR1wiOjE5MixcIkJcIjowfX0sXCJJc1Zpc2libGVcIjpmYWxzZSxcIldpZHRoXCI6MC4wLFwiSGVpZ2h0XCI6MC4wLFwiQm9yZGVyU3R5bGVcIjp7XCIkaWRcIjpcIjMwOFwiLFwiTGluZVN0eWxlXCI6e1wiJGlkXCI6XCIzMDlcIixcIkxpbmVDb2xvclwiOntcIiRpZFwiOlwiMzEwXCIsXCJDb2xvclwiOntcIiRpZFwiOlwiMzExXCIsXCJBXCI6MjU1LFwiUlwiOjI1NSxcIkdcIjowLFwiQlwiOjB9fSxcIkxpbmVXZWlnaHRcIjowLjAsXCJMaW5lVHlwZVwiOjB9LFwiSXNWaXNpYmxlXCI6ZmFsc2V9fX0sXCJCYWNrZ3JvdW5kU3R5bGVcIjp7XCIkaWRcIjpcIjMxMlwiLFwiTWFyZ2luXCI6e1wiJGlkXCI6XCIzMTNcIixcIlRvcFwiOjAuMCxcIkxlZnRcIjowLjAsXCJSaWdodFwiOjAuMCxcIkJvdHRvbVwiOjAuMH0sXCJQYWRkaW5nXCI6e1wiJGlkXCI6XCIzMTRcIixcIlRvcFwiOjAuMCxcIkxlZnRcIjowLjAsXCJSaWdodFwiOjAuMCxcIkJvdHRvbVwiOjAuMH0sXCJCYWNrZ3JvdW5kXCI6e1wiJGlkXCI6XCIzMTVcIixcIkNvbG9yXCI6e1wiJGlkXCI6XCIzMTZcIixcIkFcIjozOCxcIlJcIjoyNTUsXCJHXCI6MTkyLFwiQlwiOjB9fSxcIklzVmlzaWJsZVwiOnRydWUsXCJXaWR0aFwiOjAuMCxcIkhlaWdodFwiOjAuMCxcIkJvcmRlclN0eWxlXCI6e1wiJGlkXCI6XCIzMTdcIixcIkxpbmVTdHlsZVwiOntcIiRpZFwiOlwiMzE4XCIsXCJMaW5lQ29sb3JcIjp7XCIkaWRcIjpcIjMxOVwiLFwiQ29sb3JcIjp7XCIkaWRcIjpcIjMyMFwiLFwiQVwiOjI1NSxcIlJcIjoyMzQsXCJHXCI6MjIsXCJCXCI6MzB9fSxcIkxpbmVXZWlnaHRcIjowLjAsXCJMaW5lVHlwZVwiOjB9LFwiSXNWaXNpYmxlXCI6ZmFsc2V9fSxcIklzQWJvdmVUaW1lYmFuZFwiOmZhbHNlLFwiU3BhY2luZ1wiOjIsXCJEZWZhdWx0U3dpbWxhbmVBY3Rpdml0eVN0eWxlXCI6e1wiJGlkXCI6XCIzMjFcIixcIkhlYWRlclN0eWxlXCI6e1wiJGlkXCI6XCIzMjJcIixcIlRleHRTdHlsZVwiOntcIiRpZFwiOlwiMzIzXCIsXCJGb250U2V0dGluZ3NcIjp7XCIkaWRcIjpcIjMyNFwiLFwiRm9udFNpemVcIjoxMixcIkZvbnROYW1lXCI6XCJDYWxpYnJpXCIsXCJJc0JvbGRcIjpmYWxzZSxcIklzSXRhbGljXCI6ZmFsc2UsXCJJc1VuZGVybGluZWRcIjpmYWxzZX0sXCJGb3JlZ3JvdW5kXCI6e1wiJGlkXCI6XCIzMjVcIixcIkNvbG9yXCI6e1wiJGlkXCI6XCIzMjZcIixcIkFcIjoyNTUsXCJSXCI6MCxcIkdcIjowLFwiQlwiOjB9fSxcIkhvcml6b250YWxBbGlnbm1lbnRcIjowLFwiSXNWaXNpYmxlXCI6ZmFsc2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2MyxcIlJcIjoyNTUsXCJHXCI6MTkyLFwiQlwiOjB9fSxcIklzVmlzaWJsZVwiOmZhbHNlLFwiV2lkdGhcIjowLjAsXCJIZWlnaHRcIjowLjAsXCJCb3JkZXJTdHlsZVwiOntcIiRpZFwiOlwiMzMyXCIsXCJMaW5lU3R5bGVcIjp7XCIkaWRcIjpcIjMzM1wiLFwiTGluZUNvbG9yXCI6e1wiJGlkXCI6XCIzMzRcIixcIkNvbG9yXCI6e1wiJGlkXCI6XCIzMzVcIixcIkFcIjoyNTUsXCJSXCI6MjU1LFwiR1wiOjAsXCJCXCI6MH19LFwiTGluZVdlaWdodFwiOjAuMCxcIkxpbmVUeXBlXCI6MH0sXCJJc1Zpc2libGVcIjpmYWxzZX19fSxcIkJhY2tncm91bmRTdHlsZVwiOntcIiRpZFwiOlwiMzM2XCIsXCJNYXJnaW5cIjp7XCIkaWRcIjpcIjMzN1wiLFwiVG9wXCI6MC4wLFwiTGVmdFwiOjAuMCxcIlJpZ2h0XCI6MC4wLFwiQm90dG9tXCI6MC4wfSxcIlBhZGRpbmdcIjp7XCIkaWRcIjpcIjMzOFwiLFwiVG9wXCI6MC4wLFwiTGVmdFwiOjAuMCxcIlJpZ2h0XCI6MC4wLFwiQm90dG9tXCI6MC4wfSxcIkJhY2tncm91bmRcIjp7XCIkaWRcIjpcIjMzOVwiLFwiQ29sb3JcIjp7XCIkaWRcIjpcIjM0MFwiLFwiQVwiOjM4LFwiUlwiOjI1NSxcIkdcIjoxOTIsXCJCXCI6MH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AuMCxcIkxpbmVUeXBlXCI6MH0sXCJJc1Zpc2libGVcIjpmYWxzZX19fSxcIkRlZmF1bHRTd2ltbGFuZU1pbGVzdG9uZVN0eWxlXCI6e1wiJGlkXCI6XCIzNDVcIixcIlRpdGxlUG9zaXRpb25cIjoyLFwiRGF0ZVBvc2l0aW9uXCI6MCxcIlZhcmlhbmNlUG9zaXRpb25cIjowLFwiU2hhcGVUeXBlXCI6MSxcIlNoYXBlU2l6ZVwiOjA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A2LFwiR1wiOjE0NixcIkJcIjow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dHJ1ZSxcIklzSXRhbGljXCI6ZmFsc2UsXCJJc1VuZGVybGluZWRcIjpmYWxzZX0sXCJGb3JlZ3JvdW5kXCI6e1wiJGlkXCI6XCIzNTdcIixcIkNvbG9yXCI6e1wiJGlkXCI6XCIzNThcIixcIkFcIjoyNTUsXCJSXCI6MTI3LFwiR1wiOjk2LFwiQlwiOjB9fSxcIkhvcml6b250YWxBbGlnbm1lbnRcIjowLFwiSXNWaXNpYmxlXCI6dHJ1ZX0sXCJEYXRlU3R5bGVcIjp7XCIkaWRcIjpcIjM1OVwiLFwiRm9udFNldHRpbmdzXCI6e1wiJGlkXCI6XCIzNjBcIixcIkZvbnRTaXplXCI6MTAsXCJGb250TmFtZVwiOlwiQ2FsaWJyaVwiLFwiSXNCb2xkXCI6ZmFsc2UsXCJJc0l0YWxpY1wiOmZhbHNlLFwiSXNVbmRlcmxpbmVkXCI6ZmFsc2V9LFwiRm9yZWdyb3VuZFwiOntcIiRpZFwiOlwiMzYxXCIsXCJDb2xvclwiOntcIiRpZFwiOlwiMzYyXCIsXCJBXCI6MjU1LFwiUlwiOjY4LFwiR1wiOjg0LFwiQlwiOjEwNn19LFwiSG9yaXpvbnRhbEFsaWdubWVudFwiOjIsXCJJc1Zpc2libGVcIjpmYWxzZX0sXCJEYXRlRm9ybWF0XCI6e1wiJGlkXCI6XCIzNj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Y0XCIsXCJGb3JtYXRcIjowLFwiSXNWaXNpYmxlXCI6ZmFsc2UsXCJMYXN0S25vd25WaXNpYmlsaXR5U3RhdGVcIjpmYWxzZX0sXCJWYXJpYW5jZVN0eWxlXCI6e1wiJGlkXCI6XCIzNjVcIixcIlZhcmlhbmNlVGV4dFN0eWxlXCI6e1wiJGlkXCI6XCIzNjZcIixcIkZvbnRTZXR0aW5nc1wiOntcIiRpZFwiOlwiMzY3XCIsXCJGb250U2l6ZVwiOjEwLFwiRm9udE5hbWVcIjpcIkNhbGlicmlcIixcIklzQm9sZFwiOmZhbHNlLFwiSXNJdGFsaWNcIjpmYWxzZSxcIklzVW5kZXJsaW5lZFwiOmZhbHNlfSxcIkZvcmVncm91bmRcIjp7XCIkaWRcIjpcIjM2OFwiLFwiQ29sb3JcIjp7XCIkaWRcIjpcIjM2OVwiLFwiQVwiOjI1NSxcIlJcIjowLFwiR1wiOjAsXCJCXCI6MH19LFwiSG9yaXpvbnRhbEFsaWdubWVudFwiOjAsXCJJc1Zpc2libGVcIjpmYWxzZX19fSxcIkRlZmF1bHRTd2ltbGFuZVRhc2tTdHlsZVwiOntcIiRpZFwiOlwiMzcwXCIsXCJTaGFwZVwiOjYsXCJTaGFwZVRoaWNrbmVzc1wiOjEsXCJEdXJhdGlvbkZvcm1hdFwiOjAsXCJQZXJjZW50YWdlQ29tcGxldGVUZXh0U3R5bGVcIjp7XCIkaWRcIjpcIjM3MVwiLFwiRm9udFNldHRpbmdzXCI6e1wiJGlkXCI6XCIzNzJcIixcIkZvbnRTaXplXCI6MTAsXCJGb250TmFtZVwiOlwiQ2FsaWJyaVwiLFwiSXNCb2xkXCI6ZmFsc2UsXCJJc0l0YWxpY1wiOmZhbHNlLFwiSXNVbmRlcmxpbmVkXCI6ZmFsc2V9LFwiRm9yZWdyb3VuZFwiOntcIiRpZFwiOlwiMzczXCIsXCJDb2xvclwiOntcIiRpZFwiOlwiMzc0XCIsXCJBXCI6MjU1LFwiUlwiOjIzNyxcIkdcIjoxMjUsXCJCXCI6NDl9fSxcIkhvcml6b250YWxBbGlnbm1lbnRcIjowLFwiSXNWaXNpYmxlXCI6ZmFsc2V9LFwiUGVyY2VudGFnZUNvbXBsZXRlSGlnaGxpZ2h0U3R5bGVcIjp7XCIkaWRcIjpcIjM3NVwiLFwiQmFja2dyb3VuZFwiOntcIiRpZFwiOlwiMzc2XCIsXCJDb2xvclwiOntcIiRpZFwiOlwiMzc3XCIsXCJBXCI6ODksXCJSXCI6MCxcIkdcIjowLFwiQlwiOjB9fX0sXCJEdXJhdGlvblN0eWxlXCI6e1wiJGlkXCI6XCIzNzhcIixcIkZvbnRTZXR0aW5nc1wiOntcIiRpZFwiOlwiMzc5XCIsXCJGb250U2l6ZVwiOjEwLFwiRm9udE5hbWVcIjpcIkNhbGlicmlcIixcIklzQm9sZFwiOmZhbHNlLFwiSXNJdGFsaWNcIjpmYWxzZSxcIklzVW5kZXJsaW5lZFwiOmZhbHNlfSxcIkZvcmVncm91bmRcIjp7XCIkaWRcIjpcIjM4MFwiLFwiQ29sb3JcIjp7XCIkaWRcIjpcIjM4MVwiLFwiQVwiOjI1NSxcIlJcIjoyMzcsXCJHXCI6MTI1LFwiQlwiOjQ5fX0sXCJIb3Jpem9udGFsQWxpZ25tZW50XCI6MCxcIklzVmlzaWJsZVwiOmZhbHNlfSxcIk1hcmdpblwiOntcIiRpZFwiOlwiMzgyXCIsXCJUb3BcIjowLjAsXCJMZWZ0XCI6MC4wLFwiUmlnaHRcIjowLjAsXCJCb3R0b21cIjowLjB9LFwiU3RhcnREYXRlUG9zaXRpb25cIjowLFwiRW5kRGF0ZVBvc2l0aW9uXCI6MCxcIlRpdGxlUG9zaXRpb25cIjoyLFwiRHVyYXRpb25Qb3NpdGlvblwiOjAsXCJQZXJjZW50YWdlQ29tcGxldGVkUG9zaXRpb25cIjowLFwiVmFyaWFuY2VQb3NpdGlvblwiOjIsXCJTcGFjaW5nXCI6NSxcIkJhc2VsaW5lU3R5bGVcIjp7XCIkaWRcIjpcIjM4M1wiLFwiQmFzZWxpbmVTaGFwZVN0eWxlXCI6e1wiJGlkXCI6XCIzODRcIixcIk1hcmdpblwiOntcIiRpZFwiOlwiMzg1XCIsXCJUb3BcIjowLjAsXCJMZWZ0XCI6MC4wLFwiUmlnaHRcIjowLjAsXCJCb3R0b21cIjowLjB9LFwiUGFkZGluZ1wiOntcIiRpZFwiOlwiMzg2XCIsXCJUb3BcIjowLjAsXCJMZWZ0XCI6MC4wLFwiUmlnaHRcIjowLjAsXCJCb3R0b21cIjowLjB9LFwiQmFja2dyb3VuZFwiOntcIiRpZFwiOlwiMzg3XCIsXCJDb2xvclwiOntcIiRpZFwiOlwiMzg4XCIsXCJBXCI6MTUzLFwiUlwiOjAsXCJHXCI6MCxcIkJcIjowfX0sXCJJc1Zpc2libGVcIjpmYWxzZSxcIldpZHRoXCI6MC4wLFwiSGVpZ2h0XCI6MC4wLFwiQm9yZGVyU3R5bGVcIjp7XCIkaWRcIjpcIjM4OVwiLFwiTGluZVN0eWxlXCI6e1wiJGlkXCI6XCIzOTBcIixcIkxpbmVDb2xvclwiOntcIiRpZFwiOlwiMzkxXCIsXCJDb2xvclwiOntcIiRpZFwiOlwiMzkyXCIsXCJBXCI6MjU1LFwiUlwiOjI1NSxcIkdcIjowLFwiQlwiOjB9fSxcIkxpbmVXZWlnaHRcIjoyLjAsXCJMaW5lVHlwZVwiOjB9LFwiSXNWaXNpYmxlXCI6ZmFsc2V9fX0sXCJWYXJpYW5jZVN0eWxlXCI6e1wiJGlkXCI6XCIzOTNcIixcIlZhcmlhbmNlVGV4dFN0eWxlXCI6e1wiJGlkXCI6XCIzOTRcIixcIkZvbnRTZXR0aW5nc1wiOntcIiRpZFwiOlwiMzk1XCIsXCJGb250U2l6ZVwiOjEwLFwiRm9udE5hbWVcIjpcIkNhbGlicmlcIixcIklzQm9sZFwiOmZhbHNlLFwiSXNJdGFsaWNcIjpmYWxzZSxcIklzVW5kZXJsaW5lZFwiOmZhbHNlfSxcIkZvcmVncm91bmRcIjp7XCIkaWRcIjpcIjM5NlwiLFwiQ29sb3JcIjp7XCIkaWRcIjpcIjM5N1wiLFwiQVwiOjI1NSxcIlJcIjowLFwiR1wiOjAsXCJCXCI6MH19LFwiSG9yaXpvbnRhbEFsaWdubWVudFwiOjAsXCJJc1Zpc2libGVcIjpmYWxzZX19LFwiU2hhcGVTdHlsZVwiOntcIiRpZFwiOlwiMzk4XCIsXCJNYXJnaW5cIjp7XCIkaWRcIjpcIjM5OVwiLFwiVG9wXCI6MC4wLFwiTGVmdFwiOjQuMCxcIlJpZ2h0XCI6NC4wLFwiQm90dG9tXCI6MC4wfSxcIlBhZGRpbmdcIjp7XCIkaWRcIjpcIjQwMFwiLFwiVG9wXCI6MC4wLFwiTGVmdFwiOjAuMCxcIlJpZ2h0XCI6MC4wLFwiQm90dG9tXCI6MC4wfSxcIkJhY2tncm91bmRcIjp7XCIkaWRcIjpcIjQwMVwiLFwiQ29sb3JcIjp7XCIkaWRcIjpcIjQwMlwiLFwiQVwiOjI1NSxcIlJcIjoyNTQsXCJHXCI6MTg2LFwiQlwiOjEwfX0sXCJJc1Zpc2libGVcIjp0cnVlLFwiV2lkdGhcIjowLjAsXCJIZWlnaHRcIjoxNi4wLFwiQm9yZGVyU3R5bGVcIjp7XCIkaWRcIjpcIjQwM1wiLFwiTGluZVN0eWxlXCI6e1wiJGlkXCI6XCI0MDRcIixcIkxpbmVDb2xvclwiOntcIiRpZFwiOlwiNDA1XCIsXCJDb2xvclwiOntcIiRpZFwiOlwiNDA2XCIsXCJBXCI6MjU1LFwiUlwiOjIzNCxcIkdcIjoyMixcIkJcIjozMH19LFwiTGluZVdlaWdodFwiOjIuMCxcIkxpbmVUeXBlXCI6MH0sXCJJc1Zpc2libGVcIjpmYWxzZX19LFwiVGl0bGVTdHlsZVwiOntcIiRpZFwiOlwiNDA3XCIsXCJGb250U2V0dGluZ3NcIjp7XCIkaWRcIjpcIjQwOFwiLFwiRm9udFNpemVcIjoxMSxcIkZvbnROYW1lXCI6XCJDYWxpYnJpXCIsXCJJc0JvbGRcIjpmYWxzZSxcIklzSXRhbGljXCI6ZmFsc2UsXCJJc1VuZGVybGluZWRcIjpmYWxzZX0sXCJGb3JlZ3JvdW5kXCI6e1wiJGlkXCI6XCI0MDlcIixcIkNvbG9yXCI6e1wiJGlkXCI6XCI0MTBcIixcIkFcIjoyNTUsXCJSXCI6NzIsXCJHXCI6NzIsXCJCXCI6NzJ9fSxcIkhvcml6b250YWxBbGlnbm1lbnRcIjoxLFwiSXNWaXNpYmxlXCI6dHJ1ZX0sXCJEYXRlU3R5bGVcIjp7XCIkaWRcIjpcIjQxMVwiLFwiRm9udFNldHRpbmdzXCI6e1wiJGlkXCI6XCI0MTJcIixcIkZvbnRTaXplXCI6MTAsXCJGb250TmFtZVwiOlwiQ2FsaWJyaVwiLFwiSXNCb2xkXCI6ZmFsc2UsXCJJc0l0YWxpY1wiOmZhbHNlLFwiSXNVbmRlcmxpbmVkXCI6ZmFsc2V9LFwiRm9yZWdyb3VuZFwiOntcIiRpZFwiOlwiNDEzXCIsXCJDb2xvclwiOntcIiRpZFwiOlwiNDE0XCIsXCJBXCI6MjU1LFwiUlwiOjY4LFwiR1wiOjg0LFwiQlwiOjEwNn19LFwiSG9yaXpvbnRhbEFsaWdubWVudFwiOjAsXCJJc1Zpc2libGVcIjpmYWxzZX0sXCJEYXRlRm9ybWF0XCI6e1wiJGlkXCI6XCI0M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E2XCIsXCJGb3JtYXRcIjowLFwiSXNWaXNpYmxlXCI6ZmFsc2UsXCJMYXN0S25vd25WaXNpYmlsaXR5U3RhdGVcIjpmYWxzZX19LFwiRGVmYXVsdFN3aW1sYW5lTW90U3R5bGVcIjp7XCIkaWRcIjpcIjQxN1wiLFwiU2hhcGVcIjoyLFwiU2hhcGVTaXplXCI6MSxcIkRldGFpbHNTcGFjaW5nXCI6MC4wLFwiUGFkZGluZ1wiOntcIiRpZFwiOlwiNDE4XCIsXCJUb3BcIjo1LjAsXCJMZWZ0XCI6My4wLFwiUmlnaHRcIjowLjAsXCJCb3R0b21cIjoyLjB9LFwiUG9zaXRpb25PblRhc2tcIjoxLFwiU2hhcGVTdHlsZVwiOntcIiRpZFwiOlwiNDE5XCIsXCJNYXJnaW5cIjp7XCIkaWRcIjpcIjQyMFwiLFwiVG9wXCI6MC4wLFwiTGVmdFwiOjAuMCxcIlJpZ2h0XCI6MC4wLFwiQm90dG9tXCI6MC4wfSxcIlBhZGRpbmdcIjp7XCIkaWRcIjpcIjQyMVwiLFwiVG9wXCI6MC4wLFwiTGVmdFwiOjAuMCxcIlJpZ2h0XCI6MC4wLFwiQm90dG9tXCI6MC4wfSxcIkJhY2tncm91bmRcIjp7XCIkaWRcIjpcIjQyMlwiLFwiQ29sb3JcIjp7XCIkaWRcIjpcIjQyM1wiLFwiQVwiOjEyNyxcIlJcIjoyNTUsXCJHXCI6MTkyLFwiQlwiOjB9fSxcIklzVmlzaWJsZVwiOnRydWUsXCJXaWR0aFwiOjEzLjAsXCJIZWlnaHRcIjoxMy4wLFwiQm9yZGVyU3R5bGVcIjp7XCIkaWRcIjpcIjQyNFwiLFwiTGluZVN0eWxlXCI6e1wiJGlkXCI6XCI0MjVcIixcIkxpbmVDb2xvclwiOntcIiRpZFwiOlwiNDI2XCIsXCJDb2xvclwiOntcIiRpZFwiOlwiNDI3XCIsXCJBXCI6MjU1LFwiUlwiOjIzNCxcIkdcIjoyMixcIkJcIjozMH19LFwiTGluZVdlaWdodFwiOjAuMCxcIkxpbmVUeXBlXCI6MH0sXCJJc1Zpc2libGVcIjpmYWxzZX19LFwiVGl0bGVTdHlsZVwiOntcIiRpZFwiOlwiNDI4XCIsXCJGb250U2V0dGluZ3NcIjp7XCIkaWRcIjpcIjQyOVwiLFwiRm9udFNpemVcIjoxMSxcIkZvbnROYW1lXCI6XCJDYWxpYnJpXCIsXCJJc0JvbGRcIjp0cnVlLFwiSXNJdGFsaWNcIjpmYWxzZSxcIklzVW5kZXJsaW5lZFwiOmZhbHNlfSxcIkZvcmVncm91bmRcIjp7XCIkaWRcIjpcIjQzMFwiLFwiQ29sb3JcIjp7XCIkaWRcIjpcIjQzMVwiLFwiQVwiOjI1NSxcIlJcIjowLFwiR1wiOjAsXCJCXCI6MH19LFwiSG9yaXpvbnRhbEFsaWdubWVudFwiOjA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NjgsXCJHXCI6ODQsXCJCXCI6MTA2fX0sXCJIb3Jpem9udGFsQWxpZ25tZW50XCI6MCxcIklzVmlzaWJsZVwiOnRydWV9LFwiRGF0ZUZvcm1hdFwiOntcIiRpZFwiOlwiNDM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zN1wiLFwiRm9ybWF0XCI6MCxcIklzVmlzaWJsZVwiOmZhbHNlLFwiTGFzdEtub3duVmlzaWJpbGl0eVN0YXRlXCI6ZmFsc2V9LFwiVmFyaWFuY2VTdHlsZVwiOntcIiRpZFwiOlwiNDM4XCIsXCJWYXJpYW5jZVRleHRTdHlsZVwiOntcIiRpZFwiOlwiNDM5XCIsXCJGb250U2V0dGluZ3NcIjp7XCIkaWRcIjpcIjQ0MFwiLFwiRm9udFNpemVcIjoxMCxcIkZvbnROYW1lXCI6XCJDYWxpYnJpXCIsXCJJc0JvbGRcIjpmYWxzZSxcIklzSXRhbGljXCI6ZmFsc2UsXCJJc1VuZGVybGluZWRcIjpmYWxzZX0sXCJGb3JlZ3JvdW5kXCI6e1wiJGlkXCI6XCI0NDFcIixcIkNvbG9yXCI6e1wiJGlkXCI6XCI0NDJcIixcIkFcIjoyNTUsXCJSXCI6MCxcIkdcIjowLFwiQlwiOjB9fSxcIkhvcml6b250YWxBbGlnbm1lbnRcIjowLFwiSXNWaXNpYmxlXCI6ZmFsc2V9fX19LHtcIiRpZFwiOlwiNDQzXCIsXCJTdHlsZUlkXCI6XCJlZWJmYzBiNS01YzMzLTRkNjctODU5ZS1iYjk2ZDYxYmQzZjBcIixcIk5hbWVcIjpcIlN3aW1sYW5lIFN0eWxlIDNcIixcIkhlYWRlclN0eWxlXCI6e1wiJGlkXCI6XCI0NDRcIixcIlRleHRTdHlsZVwiOntcIiRpZFwiOlwiNDQ1XCIsXCJGb250U2V0dGluZ3NcIjp7XCIkaWRcIjpcIjQ0NlwiLFwiRm9udFNpemVcIjoxMCxcIkZvbnROYW1lXCI6XCJGcmFua2xpbiBHb3RoaWMgTWVkaXVtXCIsXCJJc0JvbGRcIjpmYWxzZSxcIklzSXRhbGljXCI6ZmFsc2UsXCJJc1VuZGVybGluZWRcIjpmYWxzZX0sXCJGb3JlZ3JvdW5kXCI6e1wiJGlkXCI6XCI0NDdcIixcIkNvbG9yXCI6e1wiJGlkXCI6XCI0NDhcIixcIkFcIjoyNTUsXCJSXCI6MzksXCJHXCI6MTAzLFwiQlwiOjB9fSxcIkhvcml6b250YWxBbGlnbm1lbnRcIjowLFwiSXNWaXNpYmxlXCI6ZmFsc2V9LFwiUmVjdGFuZ2xlU3R5bGVcIjp7XCIkaWRcIjpcIjQ0OVwiLFwiTWFyZ2luXCI6e1wiJGlkXCI6XCI0NTBcIixcIlRvcFwiOjAuMCxcIkxlZnRcIjowLjAsXCJSaWdodFwiOjAuMCxcIkJvdHRvbVwiOjAuMH0sXCJQYWRkaW5nXCI6e1wiJGlkXCI6XCI0NTFcIixcIlRvcFwiOjAuMCxcIkxlZnRcIjowLjAsXCJSaWdodFwiOjAuMCxcIkJvdHRvbVwiOjAuMH0sXCJCYWNrZ3JvdW5kXCI6e1wiJGlkXCI6XCI0NTJcIixcIkNvbG9yXCI6e1wiJGlkXCI6XCI0NTNcIixcIkFcIjoxMjcsXCJSXCI6MTEyLFwiR1wiOjE3MyxcIkJcIjo3MX19LFwiSXNWaXNpYmxlXCI6ZmFsc2UsXCJXaWR0aFwiOjAuMCxcIkhlaWdodFwiOjAuMCxcIkJvcmRlclN0eWxlXCI6e1wiJGlkXCI6XCI0NTRcIixcIkxpbmVTdHlsZVwiOntcIiRpZFwiOlwiNDU1XCIsXCJMaW5lQ29sb3JcIjp7XCIkaWRcIjpcIjQ1NlwiLFwiQ29sb3JcIjp7XCIkaWRcIjpcIjQ1N1wiLFwiQVwiOjI1NSxcIlJcIjoyNTUsXCJHXCI6MCxcIkJcIjowfX0sXCJMaW5lV2VpZ2h0XCI6MC4wLFwiTGluZVR5cGVcIjowfSxcIklzVmlzaWJsZVwiOmZhbHNlfX19LFwiQmFja2dyb3VuZFN0eWxlXCI6e1wiJGlkXCI6XCI0NThcIixcIk1hcmdpblwiOntcIiRpZFwiOlwiNDU5XCIsXCJUb3BcIjowLjAsXCJMZWZ0XCI6MC4wLFwiUmlnaHRcIjowLjAsXCJCb3R0b21cIjowLjB9LFwiUGFkZGluZ1wiOntcIiRpZFwiOlwiNDYwXCIsXCJUb3BcIjowLjAsXCJMZWZ0XCI6MC4wLFwiUmlnaHRcIjowLjAsXCJCb3R0b21cIjowLjB9LFwiQmFja2dyb3VuZFwiOntcIiRpZFwiOlwiNDYxXCIsXCJDb2xvclwiOntcIiRpZFwiOlwiNDYyXCIsXCJBXCI6MzgsXCJSXCI6MTEyLFwiR1wiOjE3MyxcIkJcIjo3MX19LFwiSXNWaXNpYmxlXCI6dHJ1ZSxcIldpZHRoXCI6MC4wLFwiSGVpZ2h0XCI6MC4wLFwiQm9yZGVyU3R5bGVcIjp7XCIkaWRcIjpcIjQ2M1wiLFwiTGluZVN0eWxlXCI6e1wiJGlkXCI6XCI0NjRcIixcIkxpbmVDb2xvclwiOntcIiRpZFwiOlwiNDY1XCIsXCJDb2xvclwiOntcIiRpZFwiOlwiNDY2XCIsXCJBXCI6MjU1LFwiUlwiOjIzNCxcIkdcIjoyMixcIkJcIjozMH19LFwiTGluZVdlaWdodFwiOjAuMCxcIkxpbmVUeXBlXCI6MH0sXCJJc1Zpc2libGVcIjpmYWxzZX19LFwiSXNBYm92ZVRpbWViYW5kXCI6ZmFsc2UsXCJTcGFjaW5nXCI6MixcIkRlZmF1bHRTd2ltbGFuZUFjdGl2aXR5U3R5bGVcIjp7XCIkaWRcIjpcIjQ2N1wiLFwiSGVhZGVyU3R5bGVcIjp7XCIkaWRcIjpcIjQ2OFwiLFwiVGV4dFN0eWxlXCI6e1wiJGlkXCI6XCI0NjlcIixcIkZvbnRTZXR0aW5nc1wiOntcIiRpZFwiOlwiNDcwXCIsXCJGb250U2l6ZVwiOjEyLFwiRm9udE5hbWVcIjpcIkNhbGlicmlcIixcIklzQm9sZFwiOmZhbHNlLFwiSXNJdGFsaWNcIjpmYWxzZSxcIklzVW5kZXJsaW5lZFwiOmZhbHNlfSxcIkZvcmVncm91bmRcIjp7XCIkaWRcIjpcIjQ3MVwiLFwiQ29sb3JcIjp7XCIkaWRcIjpcIjQ3MlwiLFwiQVwiOjI1NSxcIlJcIjowLFwiR1wiOjAsXCJCXCI6MH19LFwiSG9yaXpvbnRhbEFsaWdubWVudFwiOjAsXCJJc1Zpc2libGVcIjpmYWxzZX0sXCJSZWN0YW5nbGVTdHlsZVwiOntcIiRpZFwiOlwiNDczXCIsXCJNYXJnaW5cIjp7XCIkaWRcIjpcIjQ3NFwiLFwiVG9wXCI6MC4wLFwiTGVmdFwiOjAuMCxcIlJpZ2h0XCI6MC4wLFwiQm90dG9tXCI6MC4wfSxcIlBhZGRpbmdcIjp7XCIkaWRcIjpcIjQ3NVwiLFwiVG9wXCI6MC4wLFwiTGVmdFwiOjAuMCxcIlJpZ2h0XCI6MC4wLFwiQm90dG9tXCI6MC4wfSxcIkJhY2tncm91bmRcIjp7XCIkaWRcIjpcIjQ3NlwiLFwiQ29sb3JcIjp7XCIkaWRcIjpcIjQ3N1wiLFwiQVwiOjYzLFwiUlwiOjExMixcIkdcIjoxNzMsXCJCXCI6NzF9fSxcIklzVmlzaWJsZVwiOmZhbHNlLFwiV2lkdGhcIjowLjAsXCJIZWlnaHRcIjowLjAsXCJCb3JkZXJTdHlsZVwiOntcIiRpZFwiOlwiNDc4XCIsXCJMaW5lU3R5bGVcIjp7XCIkaWRcIjpcIjQ3OVwiLFwiTGluZUNvbG9yXCI6e1wiJGlkXCI6XCI0ODBcIixcIkNvbG9yXCI6e1wiJGlkXCI6XCI0ODFcIixcIkFcIjoyNTUsXCJSXCI6MjU1LFwiR1wiOjAsXCJCXCI6MH19LFwiTGluZVdlaWdodFwiOjAuMCxcIkxpbmVUeXBlXCI6MH0sXCJJc1Zpc2libGVcIjpmYWxzZX19fSxcIkJhY2tncm91bmRTdHlsZVwiOntcIiRpZFwiOlwiNDgyXCIsXCJNYXJnaW5cIjp7XCIkaWRcIjpcIjQ4M1wiLFwiVG9wXCI6MC4wLFwiTGVmdFwiOjAuMCxcIlJpZ2h0XCI6MC4wLFwiQm90dG9tXCI6MC4wfSxcIlBhZGRpbmdcIjp7XCIkaWRcIjpcIjQ4NFwiLFwiVG9wXCI6MC4wLFwiTGVmdFwiOjAuMCxcIlJpZ2h0XCI6MC4wLFwiQm90dG9tXCI6MC4wfSxcIkJhY2tncm91bmRcIjp7XCIkaWRcIjpcIjQ4NVwiLFwiQ29sb3JcIjp7XCIkaWRcIjpcIjQ4NlwiLFwiQVwiOjM4LFwiUlwiOjExMixcIkdcIjoxNzMsXCJCXCI6NzF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wLjAsXCJMaW5lVHlwZVwiOjB9LFwiSXNWaXNpYmxlXCI6ZmFsc2V9fX0sXCJEZWZhdWx0U3dpbWxhbmVNaWxlc3RvbmVTdHlsZVwiOntcIiRpZFwiOlwiNDkxXCIsXCJUaXRsZVBvc2l0aW9uXCI6MixcIkRhdGVQb3NpdGlvblwiOjAsXCJWYXJpYW5jZVBvc2l0aW9uXCI6MCxcIlNoYXBlVHlwZVwiOjEsXCJTaGFwZVNpemVcIjowLFwiU3BhY2luZ1wiOjUsXCJTaGFwZVN0eWxlXCI6e1wiJGlkXCI6XCI0OTJcIixcIk1hcmdpblwiOntcIiRpZFwiOlwiNDkzXCIsXCJUb3BcIjowLjAsXCJMZWZ0XCI6MC4wLFwiUmlnaHRcIjowLjAsXCJCb3R0b21cIjowLjB9LFwiUGFkZGluZ1wiOntcIiRpZFwiOlwiNDk0XCIsXCJUb3BcIjowLjAsXCJMZWZ0XCI6MC4wLFwiUmlnaHRcIjowLjAsXCJCb3R0b21cIjowLjB9LFwiQmFja2dyb3VuZFwiOntcIiRpZFwiOlwiNDk1XCIsXCJDb2xvclwiOntcIiRpZFwiOlwiNDk2XCIsXCJBXCI6MjU1LFwiUlwiOjU3LFwiR1wiOjExNCxcIkJcIjoxOH19LFwiSXNWaXNpYmxlXCI6dHJ1ZSxcIldpZHRoXCI6MTIuMCxcIkhlaWdodFwiOjE0LjAsXCJCb3JkZXJTdHlsZVwiOntcIiRpZFwiOlwiNDk3XCIsXCJMaW5lU3R5bGVcIjp7XCIkaWRcIjpcIjQ5OFwiLFwiTGluZUNvbG9yXCI6e1wiJGlkXCI6XCI0OTlcIixcIkNvbG9yXCI6e1wiJGlkXCI6XCI1MDBcIixcIkFcIjoyNTUsXCJSXCI6MjM0LFwiR1wiOjIyLFwiQlwiOjMwfX0sXCJMaW5lV2VpZ2h0XCI6Mi4wLFwiTGluZVR5cGVcIjowfSxcIklzVmlzaWJsZVwiOmZhbHNlfX0sXCJUaXRsZVN0eWxlXCI6e1wiJGlkXCI6XCI1MDFcIixcIkZvbnRTZXR0aW5nc1wiOntcIiRpZFwiOlwiNTAyXCIsXCJGb250U2l6ZVwiOjExLFwiRm9udE5hbWVcIjpcIkNhbGlicmlcIixcIklzQm9sZFwiOnRydWUsXCJJc0l0YWxpY1wiOmZhbHNlLFwiSXNVbmRlcmxpbmVkXCI6ZmFsc2V9LFwiRm9yZWdyb3VuZFwiOntcIiRpZFwiOlwiNTAzXCIsXCJDb2xvclwiOntcIiRpZFwiOlwiNTA0XCIsXCJBXCI6MjU1LFwiUlwiOjAsXCJHXCI6MCxcIkJcIjowfX0sXCJIb3Jpem9udGFsQWxpZ25tZW50XCI6MCxcIklzVmlzaWJsZVwiOnRydWV9LFwiRGF0ZVN0eWxlXCI6e1wiJGlkXCI6XCI1MDVcIixcIkZvbnRTZXR0aW5nc1wiOntcIiRpZFwiOlwiNTA2XCIsXCJGb250U2l6ZVwiOjEwLFwiRm9udE5hbWVcIjpcIkNhbGlicmlcIixcIklzQm9sZFwiOmZhbHNlLFwiSXNJdGFsaWNcIjpmYWxzZSxcIklzVW5kZXJsaW5lZFwiOmZhbHNlfSxcIkZvcmVncm91bmRcIjp7XCIkaWRcIjpcIjUwN1wiLFwiQ29sb3JcIjp7XCIkaWRcIjpcIjUwOFwiLFwiQVwiOjI1NSxcIlJcIjo2OCxcIkdcIjo4NCxcIkJcIjoxMDZ9fSxcIkhvcml6b250YWxBbGlnbm1lbnRcIjoyLFwiSXNWaXNpYmxlXCI6ZmFsc2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ZmFsc2V9fX0sXCJEZWZhdWx0U3dpbWxhbmVUYXNrU3R5bGVcIjp7XCIkaWRcIjpcIjUxNlwiLFwiU2hhcGVcIjozLFwiU2hhcGVUaGlja25lc3NcIjowLFwiRHVyYXRpb25Gb3JtYXRcIjow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yMzcsXCJHXCI6MTI1LFwiQlwiOjQ5fX0sXCJIb3Jpem9udGFsQWxpZ25tZW50XCI6MCxcIklzVmlzaWJsZVwiOmZhbHN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xMCxcIkZvbnROYW1lXCI6XCJDYWxpYnJpXCIsXCJJc0JvbGRcIjpmYWxzZSxcIklzSXRhbGljXCI6ZmFsc2UsXCJJc1VuZGVybGluZWRcIjpmYWxzZX0sXCJGb3JlZ3JvdW5kXCI6e1wiJGlkXCI6XCI1MjZcIixcIkNvbG9yXCI6e1wiJGlkXCI6XCI1MjdcIixcIkFcIjoyNTUsXCJSXCI6MjM3LFwiR1wiOjEyNSxcIkJcIjo0OX19LFwiSG9yaXpvbnRhbEFsaWdubWVudFwiOjAsXCJJc1Zpc2libGVcIjpmYWxzZX0sXCJNYXJnaW5cIjp7XCIkaWRcIjpcIjUyOFwiLFwiVG9wXCI6MC4wLFwiTGVmdFwiOjAuMCxcIlJpZ2h0XCI6MC4wLFwiQm90dG9tXCI6MC4wfSxcIlN0YXJ0RGF0ZVBvc2l0aW9uXCI6MCxcIkVuZERhdGVQb3NpdGlvblwiOjAsXCJUaXRsZVBvc2l0aW9uXCI6MixcIkR1cmF0aW9uUG9zaXRpb25cIjowLFwiUGVyY2VudGFnZUNvbXBsZXRlZFBvc2l0aW9uXCI6MCxcIlZhcmlhbmNlUG9zaXRpb25cIjoyLFwiU3BhY2luZ1wiOjUsXCJCYXNlbGluZVN0eWxlXCI6e1wiJGlkXCI6XCI1MjlcIixcIkJhc2VsaW5lU2hhcGVTdHlsZVwiOntcIiRpZFwiOlwiNTMwXCIsXCJNYXJnaW5cIjp7XCIkaWRcIjpcIjUzMVwiLFwiVG9wXCI6MC4wLFwiTGVmdFwiOjAuMCxcIlJpZ2h0XCI6MC4wLFwiQm90dG9tXCI6MC4wfSxcIlBhZGRpbmdcIjp7XCIkaWRcIjpcIjUzMlwiLFwiVG9wXCI6MC4wLFwiTGVmdFwiOjAuMCxcIlJpZ2h0XCI6MC4wLFwiQm90dG9tXCI6MC4wfSxcIkJhY2tncm91bmRcIjp7XCIkaWRcIjpcIjUzM1wiLFwiQ29sb3JcIjp7XCIkaWRcIjpcIjUzNFwiLFwiQVwiOjE1MyxcIlJcIjowLFwiR1wiOjAsXCJCXCI6MH19LFwiSXNWaXNpYmxlXCI6ZmFsc2UsXCJXaWR0aFwiOjAuMCxcIkhlaWdodFwiOjAuMCxcIkJvcmRlclN0eWxlXCI6e1wiJGlkXCI6XCI1MzVcIixcIkxpbmVTdHlsZVwiOntcIiRpZFwiOlwiNTM2XCIsXCJMaW5lQ29sb3JcIjp7XCIkaWRcIjpcIjUzN1wiLFwiQ29sb3JcIjp7XCIkaWRcIjpcIjUzOFwiLFwiQVwiOjI1NSxcIlJcIjoyNTUsXCJHXCI6MCxcIkJcIjowfX0sXCJMaW5lV2VpZ2h0XCI6Mi4wLFwiTGluZVR5cGVcIjowfSxcIklzVmlzaWJsZVwiOmZhbHNlfX19LFwiVmFyaWFuY2VTdHlsZVwiOntcIiRpZFwiOlwiNTM5XCIsXCJWYXJpYW5jZVRleHRTdHlsZVwiOntcIiRpZFwiOlwiNTQwXCIsXCJGb250U2V0dGluZ3NcIjp7XCIkaWRcIjpcIjU0MVwiLFwiRm9udFNpemVcIjoxMCxcIkZvbnROYW1lXCI6XCJDYWxpYnJpXCIsXCJJc0JvbGRcIjpmYWxzZSxcIklzSXRhbGljXCI6ZmFsc2UsXCJJc1VuZGVybGluZWRcIjpmYWxzZX0sXCJGb3JlZ3JvdW5kXCI6e1wiJGlkXCI6XCI1NDJcIixcIkNvbG9yXCI6e1wiJGlkXCI6XCI1NDNcIixcIkFcIjoyNTUsXCJSXCI6MCxcIkdcIjowLFwiQlwiOjB9fSxcIkhvcml6b250YWxBbGlnbm1lbnRcIjowLFwiSXNWaXNpYmxlXCI6ZmFsc2V9fSxcIlNoYXBlU3R5bGVcIjp7XCIkaWRcIjpcIjU0NFwiLFwiTWFyZ2luXCI6e1wiJGlkXCI6XCI1NDVcIixcIlRvcFwiOjAuMCxcIkxlZnRcIjo0LjAsXCJSaWdodFwiOjQuMCxcIkJvdHRvbVwiOjAuMH0sXCJQYWRkaW5nXCI6e1wiJGlkXCI6XCI1NDZcIixcIlRvcFwiOjAuMCxcIkxlZnRcIjowLjAsXCJSaWdodFwiOjAuMCxcIkJvdHRvbVwiOjAuMH0sXCJCYWNrZ3JvdW5kXCI6e1wiJGlkXCI6XCI1NDdcIixcIkNvbG9yXCI6e1wiJGlkXCI6XCI1NDhcIixcIkFcIjoyNTUsXCJSXCI6MTE2LFwiR1wiOjE3MyxcIkJcIjo3M319LFwiSXNWaXNpYmxlXCI6dHJ1ZSxcIldpZHRoXCI6MC4wLFwiSGVpZ2h0XCI6MTMuNDI2NjY2NjY2NjY2Njc3LFwiQm9yZGVyU3R5bGVcIjp7XCIkaWRcIjpcIjU0OVwiLFwiTGluZVN0eWxlXCI6e1wiJGlkXCI6XCI1NTBcIixcIkxpbmVDb2xvclwiOntcIiRpZFwiOlwiNTUxXCIsXCJDb2xvclwiOntcIiRpZFwiOlwiNTUyXCIsXCJBXCI6MjU1LFwiUlwiOjIzNCxcIkdcIjoyMixcIkJcIjozMH19LFwiTGluZVdlaWdodFwiOjIuMCxcIkxpbmVUeXBlXCI6MH0sXCJJc1Zpc2libGVcIjpmYWxzZX19LFwiVGl0bGVTdHlsZVwiOntcIiRpZFwiOlwiNTUzXCIsXCJGb250U2V0dGluZ3NcIjp7XCIkaWRcIjpcIjU1NFwiLFwiRm9udFNpemVcIjoxMSxcIkZvbnROYW1lXCI6XCJDYWxpYnJpXCIsXCJJc0JvbGRcIjpmYWxzZSxcIklzSXRhbGljXCI6ZmFsc2UsXCJJc1VuZGVybGluZWRcIjpmYWxzZX0sXCJGb3JlZ3JvdW5kXCI6e1wiJGlkXCI6XCI1NTVcIixcIkNvbG9yXCI6e1wiJGlkXCI6XCI1NTZcIixcIkFcIjoyNTUsXCJSXCI6MjU1LFwiR1wiOjI1NSxcIkJcIjoyNTV9fSxcIkhvcml6b250YWxBbGlnbm1lbnRcIjoxLFwiSXNWaXNpYmxlXCI6dHJ1ZX0sXCJEYXRlU3R5bGVcIjp7XCIkaWRcIjpcIjU1N1wiLFwiRm9udFNldHRpbmdzXCI6e1wiJGlkXCI6XCI1NThcIixcIkZvbnRTaXplXCI6MTAsXCJGb250TmFtZVwiOlwiQ2FsaWJyaVwiLFwiSXNCb2xkXCI6ZmFsc2UsXCJJc0l0YWxpY1wiOmZhbHNlLFwiSXNVbmRlcmxpbmVkXCI6ZmFsc2V9LFwiRm9yZWdyb3VuZFwiOntcIiRpZFwiOlwiNTU5XCIsXCJDb2xvclwiOntcIiRpZFwiOlwiNTYwXCIsXCJBXCI6MjU1LFwiUlwiOjY4LFwiR1wiOjg0LFwiQlwiOjEwNn19LFwiSG9yaXpvbnRhbEFsaWdubWVudFwiOjAsXCJJc1Zpc2libGVcIjpmYWxzZX0sXCJEYXRlRm9ybWF0XCI6e1wiJGlkXCI6XCI1NjF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YyXCIsXCJGb3JtYXRcIjowLFwiSXNWaXNpYmxlXCI6ZmFsc2UsXCJMYXN0S25vd25WaXNpYmlsaXR5U3RhdGVcIjpmYWxzZX19LFwiRGVmYXVsdFN3aW1sYW5lTW90U3R5bGVcIjp7XCIkaWRcIjpcIjU2M1wiLFwiU2hhcGVcIjoyLFwiU2hhcGVTaXplXCI6MSxcIkRldGFpbHNTcGFjaW5nXCI6MC4wLFwiUGFkZGluZ1wiOntcIiRpZFwiOlwiNTY0XCIsXCJUb3BcIjo1LjAsXCJMZWZ0XCI6My4wLFwiUmlnaHRcIjowLjAsXCJCb3R0b21cIjoyLjB9LFwiUG9zaXRpb25PblRhc2tcIjoxLFwiU2hhcGVTdHlsZVwiOntcIiRpZFwiOlwiNTY1XCIsXCJNYXJnaW5cIjp7XCIkaWRcIjpcIjU2NlwiLFwiVG9wXCI6MC4wLFwiTGVmdFwiOjAuMCxcIlJpZ2h0XCI6MC4wLFwiQm90dG9tXCI6MC4wfSxcIlBhZGRpbmdcIjp7XCIkaWRcIjpcIjU2N1wiLFwiVG9wXCI6MC4wLFwiTGVmdFwiOjAuMCxcIlJpZ2h0XCI6MC4wLFwiQm90dG9tXCI6MC4wfSxcIkJhY2tncm91bmRcIjp7XCIkaWRcIjpcIjU2OFwiLFwiQ29sb3JcIjp7XCIkaWRcIjpcIjU2OVwiLFwiQVwiOjEyNyxcIlJcIjoxMTIsXCJHXCI6MTczLFwiQlwiOjcxfX0sXCJJc1Zpc2libGVcIjp0cnVlLFwiV2lkdGhcIjoxMy4wLFwiSGVpZ2h0XCI6MTMuMCxcIkJvcmRlclN0eWxlXCI6e1wiJGlkXCI6XCI1NzBcIixcIkxpbmVTdHlsZVwiOntcIiRpZFwiOlwiNTcxXCIsXCJMaW5lQ29sb3JcIjp7XCIkaWRcIjpcIjU3MlwiLFwiQ29sb3JcIjp7XCIkaWRcIjpcIjU3M1wiLFwiQVwiOjI1NSxcIlJcIjoyMzQsXCJHXCI6MjIsXCJCXCI6MzB9fSxcIkxpbmVXZWlnaHRcIjowLjAsXCJMaW5lVHlwZVwiOjB9LFwiSXNWaXNpYmxlXCI6ZmFsc2V9fSxcIlRpdGxlU3R5bGVcIjp7XCIkaWRcIjpcIjU3NFwiLFwiRm9udFNldHRpbmdzXCI6e1wiJGlkXCI6XCI1NzVcIixcIkZvbnRTaXplXCI6MTEsXCJGb250TmFtZVwiOlwiQ2FsaWJyaVwiLFwiSXNCb2xkXCI6dHJ1ZSxcIklzSXRhbGljXCI6ZmFsc2UsXCJJc1VuZGVybGluZWRcIjpmYWxzZX0sXCJGb3JlZ3JvdW5kXCI6e1wiJGlkXCI6XCI1NzZcIixcIkNvbG9yXCI6e1wiJGlkXCI6XCI1NzdcIixcIkFcIjoyNTUsXCJSXCI6MCxcIkdcIjowLFwiQlwiOjB9fSxcIkhvcml6b250YWxBbGlnbm1lbnRcIjowLFwiSXNWaXNpYmxlXCI6dHJ1ZX0sXCJEYXRlU3R5bGVcIjp7XCIkaWRcIjpcIjU3OFwiLFwiRm9udFNldHRpbmdzXCI6e1wiJGlkXCI6XCI1NzlcIixcIkZvbnRTaXplXCI6MTAsXCJGb250TmFtZVwiOlwiQ2FsaWJyaVwiLFwiSXNCb2xkXCI6ZmFsc2UsXCJJc0l0YWxpY1wiOmZhbHNlLFwiSXNVbmRlcmxpbmVkXCI6ZmFsc2V9LFwiRm9yZWdyb3VuZFwiOntcIiRpZFwiOlwiNTgwXCIsXCJDb2xvclwiOntcIiRpZFwiOlwiNTgxXCIsXCJBXCI6MjU1LFwiUlwiOjY4LFwiR1wiOjg0LFwiQlwiOjEwNn19LFwiSG9yaXpvbnRhbEFsaWdubWVudFwiOjAsXCJJc1Zpc2libGVcIjp0cnVlfSxcIkRhdGVGb3JtYXRcIjp7XCIkaWRcIjpcIjU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mZhbHNlfX19fSx7XCIkaWRcIjpcIjU4OVwiLFwiU3R5bGVJZFwiOlwiYmI4ZTFiZDAtMjhkNC00MzJjLTk5YmEtNTc3ZDZjOWU3OGQ4XCIsXCJOYW1lXCI6XCJTd2ltbGFuZSBTdHlsZSA0XCIsXCJIZWFkZXJTdHlsZVwiOntcIiRpZFwiOlwiNTkwXCIsXCJUZXh0U3R5bGVcIjp7XCIkaWRcIjpcIjU5MVwiLFwiRm9udFNldHRpbmdzXCI6e1wiJGlkXCI6XCI1OTJcIixcIkZvbnRTaXplXCI6MTAsXCJGb250TmFtZVwiOlwiRnJhbmtsaW4gR290aGljIE1lZGl1bVwiLFwiSXNCb2xkXCI6ZmFsc2UsXCJJc0l0YWxpY1wiOmZhbHNlLFwiSXNVbmRlcmxpbmVkXCI6ZmFsc2V9LFwiRm9yZWdyb3VuZFwiOntcIiRpZFwiOlwiNTkzXCIsXCJDb2xvclwiOntcIiRpZFwiOlwiNTk0XCIsXCJBXCI6MjU1LFwiUlwiOjAsXCJHXCI6MCxcIkJcIjowfX0sXCJIb3Jpem9udGFsQWxpZ25tZW50XCI6MCxcIklzVmlzaWJsZVwiOmZhbHNlfSxcIlJlY3RhbmdsZVN0eWxlXCI6e1wiJGlkXCI6XCI1OTVcIixcIk1hcmdpblwiOntcIiRpZFwiOlwiNTk2XCIsXCJUb3BcIjowLjAsXCJMZWZ0XCI6MC4wLFwiUmlnaHRcIjowLjAsXCJCb3R0b21cIjowLjB9LFwiUGFkZGluZ1wiOntcIiRpZFwiOlwiNTk3XCIsXCJUb3BcIjowLjAsXCJMZWZ0XCI6MC4wLFwiUmlnaHRcIjowLjAsXCJCb3R0b21cIjowLjB9LFwiQmFja2dyb3VuZFwiOntcIiRpZFwiOlwiNTk4XCIsXCJDb2xvclwiOntcIiRpZFwiOlwiNTk5XCIsXCJBXCI6MTI3LFwiUlwiOjE2NSxcIkdcIjoxNjUsXCJCXCI6MTY1fX0sXCJJc1Zpc2libGVcIjpmYWxzZSxcIldpZHRoXCI6MC4wLFwiSGVpZ2h0XCI6MC4wLFwiQm9yZGVyU3R5bGVcIjp7XCIkaWRcIjpcIjYwMFwiLFwiTGluZVN0eWxlXCI6e1wiJGlkXCI6XCI2MDFcIixcIkxpbmVDb2xvclwiOntcIiRpZFwiOlwiNjAyXCIsXCJDb2xvclwiOntcIiRpZFwiOlwiNjAzXCIsXCJBXCI6MjU1LFwiUlwiOjI1NSxcIkdcIjowLFwiQlwiOjB9fSxcIkxpbmVXZWlnaHRcIjowLjAsXCJMaW5lVHlwZVwiOjB9LFwiSXNWaXNpYmxlXCI6ZmFsc2V9fX0sXCJCYWNrZ3JvdW5kU3R5bGVcIjp7XCIkaWRcIjpcIjYwNFwiLFwiTWFyZ2luXCI6e1wiJGlkXCI6XCI2MDVcIixcIlRvcFwiOjAuMCxcIkxlZnRcIjowLjAsXCJSaWdodFwiOjAuMCxcIkJvdHRvbVwiOjAuMH0sXCJQYWRkaW5nXCI6e1wiJGlkXCI6XCI2MDZcIixcIlRvcFwiOjAuMCxcIkxlZnRcIjowLjAsXCJSaWdodFwiOjAuMCxcIkJvdHRvbVwiOjAuMH0sXCJCYWNrZ3JvdW5kXCI6e1wiJGlkXCI6XCI2MDdcIixcIkNvbG9yXCI6e1wiJGlkXCI6XCI2MDhcIixcIkFcIjozOCxcIlJcIjoxNjUsXCJHXCI6MTY1LFwiQlwiOjE2NX19LFwiSXNWaXNpYmxlXCI6dHJ1ZSxcIldpZHRoXCI6MC4wLFwiSGVpZ2h0XCI6MC4wLFwiQm9yZGVyU3R5bGVcIjp7XCIkaWRcIjpcIjYwOVwiLFwiTGluZVN0eWxlXCI6e1wiJGlkXCI6XCI2MTBcIixcIkxpbmVDb2xvclwiOntcIiRpZFwiOlwiNjExXCIsXCJDb2xvclwiOntcIiRpZFwiOlwiNjEyXCIsXCJBXCI6MjU1LFwiUlwiOjIzNCxcIkdcIjoyMixcIkJcIjozMH19LFwiTGluZVdlaWdodFwiOjAuMCxcIkxpbmVUeXBlXCI6MH0sXCJJc1Zpc2libGVcIjpmYWxzZX19LFwiSXNBYm92ZVRpbWViYW5kXCI6ZmFsc2UsXCJTcGFjaW5nXCI6MixcIkRlZmF1bHRTd2ltbGFuZUFjdGl2aXR5U3R5bGVcIjp7XCIkaWRcIjpcIjYxM1wiLFwiSGVhZGVyU3R5bGVcIjp7XCIkaWRcIjpcIjYxNFwiLFwiVGV4dFN0eWxlXCI6e1wiJGlkXCI6XCI2MTVcIixcIkZvbnRTZXR0aW5nc1wiOntcIiRpZFwiOlwiNjE2XCIsXCJGb250U2l6ZVwiOjEyLFwiRm9udE5hbWVcIjpcIkNhbGlicmlcIixcIklzQm9sZFwiOmZhbHNlLFwiSXNJdGFsaWNcIjpmYWxzZSxcIklzVW5kZXJsaW5lZFwiOmZhbHNlfSxcIkZvcmVncm91bmRcIjp7XCIkaWRcIjpcIjYxN1wiLFwiQ29sb3JcIjp7XCIkaWRcIjpcIjYxOFwiLFwiQVwiOjI1NSxcIlJcIjowLFwiR1wiOjAsXCJCXCI6MH19LFwiSG9yaXpvbnRhbEFsaWdubWVudFwiOjAsXCJJc1Zpc2libGVcIjpmYWxzZX0sXCJSZWN0YW5nbGVTdHlsZVwiOntcIiRpZFwiOlwiNjE5XCIsXCJNYXJnaW5cIjp7XCIkaWRcIjpcIjYyMFwiLFwiVG9wXCI6MC4wLFwiTGVmdFwiOjAuMCxcIlJpZ2h0XCI6MC4wLFwiQm90dG9tXCI6MC4wfSxcIlBhZGRpbmdcIjp7XCIkaWRcIjpcIjYyMVwiLFwiVG9wXCI6MC4wLFwiTGVmdFwiOjAuMCxcIlJpZ2h0XCI6MC4wLFwiQm90dG9tXCI6MC4wfSxcIkJhY2tncm91bmRcIjp7XCIkaWRcIjpcIjYyMlwiLFwiQ29sb3JcIjp7XCIkaWRcIjpcIjYyM1wiLFwiQVwiOjYzLFwiUlwiOjE2NSxcIkdcIjoxNjUsXCJCXCI6MTY1fX0sXCJJc1Zpc2libGVcIjpmYWxz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zOCxcIlJcIjoxNjUsXCJHXCI6MTY1LFwiQlwiOjE2NX19LFwiSXNWaXNpYmxlXCI6dHJ1ZSxcIldpZHRoXCI6MC4wLFwiSGVpZ2h0XCI6MC4wLFwiQm9yZGVyU3R5bGVcIjp7XCIkaWRcIjpcIjYzM1wiLFwiTGluZVN0eWxlXCI6e1wiJGlkXCI6XCI2MzRcIixcIkxpbmVDb2xvclwiOntcIiRpZFwiOlwiNjM1XCIsXCJDb2xvclwiOntcIiRpZFwiOlwiNjM2XCIsXCJBXCI6MjU1LFwiUlwiOjIzNCxcIkdcIjoyMixcIkJcIjozMH19LFwiTGluZVdlaWdodFwiOjAuMCxcIkxpbmVUeXBlXCI6MH0sXCJJc1Zpc2libGVcIjpmYWxzZX19fSxcIkRlZmF1bHRTd2ltbGFuZU1pbGVzdG9uZVN0eWxlXCI6e1wiJGlkXCI6XCI2MzdcIixcIlRpdGxlUG9zaXRpb25cIjoyLFwiRGF0ZVBvc2l0aW9uXCI6MCxcIlZhcmlhbmNlUG9zaXRpb25cIjowLFwiU2hhcGVUeXBlXCI6MTMsXCJTaGFwZVNpemVcIjowLFwiU3BhY2luZ1wiOjUsXCJTaGFwZVN0eWxlXCI6e1wiJGlkXCI6XCI2MzhcIixcIk1hcmdpblwiOntcIiRpZFwiOlwiNjM5XCIsXCJUb3BcIjowLjAsXCJMZWZ0XCI6MC4wLFwiUmlnaHRcIjowLjAsXCJCb3R0b21cIjowLjB9LFwiUGFkZGluZ1wiOntcIiRpZFwiOlwiNjQwXCIsXCJUb3BcIjowLjAsXCJMZWZ0XCI6MC4wLFwiUmlnaHRcIjowLjAsXCJCb3R0b21cIjowLjB9LFwiQmFja2dyb3VuZFwiOntcIiRpZFwiOlwiNjQxXCIsXCJDb2xvclwiOntcIiRpZFwiOlwiNjQyXCIsXCJBXCI6MjU1LFwiUlwiOjExNSxcIkdcIjoxMTUsXCJCXCI6MTE1fX0sXCJJc1Zpc2libGVcIjp0cnVlLFwiV2lkdGhcIjoxMi4wLFwiSGVpZ2h0XCI6MTQuMCxcIkJvcmRlclN0eWxlXCI6e1wiJGlkXCI6XCI2NDNcIixcIkxpbmVTdHlsZVwiOntcIiRpZFwiOlwiNjQ0XCIsXCJMaW5lQ29sb3JcIjp7XCIkaWRcIjpcIjY0NVwiLFwiQ29sb3JcIjp7XCIkaWRcIjpcIjY0NlwiLFwiQVwiOjI1NSxcIlJcIjoyMzQsXCJHXCI6MjIsXCJCXCI6MzB9fSxcIkxpbmVXZWlnaHRcIjoyLjAsXCJMaW5lVHlwZVwiOjB9LFwiSXNWaXNpYmxlXCI6ZmFsc2V9fSxcIlRpdGxlU3R5bGVcIjp7XCIkaWRcIjpcIjY0N1wiLFwiRm9udFNldHRpbmdzXCI6e1wiJGlkXCI6XCI2NDhcIixcIkZvbnRTaXplXCI6MTEsXCJGb250TmFtZVwiOlwiQ2FsaWJyaVwiLFwiSXNCb2xkXCI6dHJ1ZSxcIklzSXRhbGljXCI6ZmFsc2UsXCJJc1VuZGVybGluZWRcIjpmYWxzZX0sXCJGb3JlZ3JvdW5kXCI6e1wiJGlkXCI6XCI2NDlcIixcIkNvbG9yXCI6e1wiJGlkXCI6XCI2NTBcIixcIkFcIjoyNTUsXCJSXCI6ODksXCJHXCI6ODksXCJCXCI6ODl9fSxcIkhvcml6b250YWxBbGlnbm1lbnRcIjow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Y4LFwiR1wiOjg0LFwiQlwiOjEwNn19LFwiSG9yaXpvbnRhbEFsaWdubWVudFwiOjIsXCJJc1Zpc2libGVcIjp0cnVlfSxcIkRhdGVGb3JtYXRcIjp7XCIkaWRcIjpcIjY1NVwiLFwiRm9ybWF0U3RyaW5nXCI6XCJkZGQsIE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Y1NlwiLFwiRm9ybWF0XCI6MCxcIklzVmlzaWJsZVwiOmZhbHNlLFwiTGFzdEtub3duVmlzaWJpbGl0eVN0YXRlXCI6ZmFsc2V9LFwiVmFyaWFuY2VTdHlsZVwiOntcIiRpZFwiOlwiNjU3XCIsXCJWYXJpYW5jZVRleHRTdHlsZVwiOntcIiRpZFwiOlwiNjU4XCIsXCJGb250U2V0dGluZ3NcIjp7XCIkaWRcIjpcIjY1OVwiLFwiRm9udFNpemVcIjoxMCxcIkZvbnROYW1lXCI6XCJDYWxpYnJpXCIsXCJJc0JvbGRcIjpmYWxzZSxcIklzSXRhbGljXCI6ZmFsc2UsXCJJc1VuZGVybGluZWRcIjpmYWxzZX0sXCJGb3JlZ3JvdW5kXCI6e1wiJGlkXCI6XCI2NjBcIixcIkNvbG9yXCI6e1wiJGlkXCI6XCI2NjFcIixcIkFcIjoyNTUsXCJSXCI6MCxcIkdcIjowLFwiQlwiOjB9fSxcIkhvcml6b250YWxBbGlnbm1lbnRcIjowLFwiSXNWaXNpYmxlXCI6ZmFsc2V9fX0sXCJEZWZhdWx0U3dpbWxhbmVUYXNrU3R5bGVcIjp7XCIkaWRcIjpcIjY2MlwiLFwiU2hhcGVcIjoxLFwiU2hhcGVUaGlja25lc3NcIjowLFwiRHVyYXRpb25Gb3JtYXRcIjow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yMzcsXCJHXCI6MTI1LFwiQlwiOjQ5fX0sXCJIb3Jpem9udGFsQWxpZ25tZW50XCI6MCxcIklzVmlzaWJsZVwiOmZhbHN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xMCxcIkZvbnROYW1lXCI6XCJDYWxpYnJpXCIsXCJJc0JvbGRcIjpmYWxzZSxcIklzSXRhbGljXCI6ZmFsc2UsXCJJc1VuZGVybGluZWRcIjpmYWxzZX0sXCJGb3JlZ3JvdW5kXCI6e1wiJGlkXCI6XCI2NzJcIixcIkNvbG9yXCI6e1wiJGlkXCI6XCI2NzNcIixcIkFcIjoyNTUsXCJSXCI6MjM3LFwiR1wiOjEyNSxcIkJcIjo0OX19LFwiSG9yaXpvbnRhbEFsaWdubWVudFwiOjAsXCJJc1Zpc2libGVcIjpmYWxzZX0sXCJNYXJnaW5cIjp7XCIkaWRcIjpcIjY3NFwiLFwiVG9wXCI6MC4wLFwiTGVmdFwiOjAuMCxcIlJpZ2h0XCI6MC4wLFwiQm90dG9tXCI6MC4wfSxcIlN0YXJ0RGF0ZVBvc2l0aW9uXCI6MyxcIkVuZERhdGVQb3NpdGlvblwiOjMsXCJUaXRsZVBvc2l0aW9uXCI6NCxcIkR1cmF0aW9uUG9zaXRpb25cIjowLFwiUGVyY2VudGFnZUNvbXBsZXRlZFBvc2l0aW9uXCI6MCxcIlZhcmlhbmNlUG9zaXRpb25cIjoyLFwiU3BhY2luZ1wiOjMsXCJCYXNlbGluZVN0eWxlXCI6e1wiJGlkXCI6XCI2NzVcIixcIkJhc2VsaW5lU2hhcGVTdHlsZVwiOntcIiRpZFwiOlwiNjc2XCIsXCJNYXJnaW5cIjp7XCIkaWRcIjpcIjY3N1wiLFwiVG9wXCI6MC4wLFwiTGVmdFwiOjAuMCxcIlJpZ2h0XCI6MC4wLFwiQm90dG9tXCI6MC4wfSxcIlBhZGRpbmdcIjp7XCIkaWRcIjpcIjY3OFwiLFwiVG9wXCI6MC4wLFwiTGVmdFwiOjAuMCxcIlJpZ2h0XCI6MC4wLFwiQm90dG9tXCI6MC4wfSxcIkJhY2tncm91bmRcIjp7XCIkaWRcIjpcIjY3OVwiLFwiQ29sb3JcIjp7XCIkaWRcIjpcIjY4MFwiLFwiQVwiOjE1MyxcIlJcIjowLFwiR1wiOjAsXCJCXCI6MH19LFwiSXNWaXNpYmxlXCI6ZmFsc2UsXCJXaWR0aFwiOjAuMCxcIkhlaWdodFwiOjAuMCxcIkJvcmRlclN0eWxlXCI6e1wiJGlkXCI6XCI2ODFcIixcIkxpbmVTdHlsZVwiOntcIiRpZFwiOlwiNjgyXCIsXCJMaW5lQ29sb3JcIjp7XCIkaWRcIjpcIjY4M1wiLFwiQ29sb3JcIjp7XCIkaWRcIjpcIjY4NFwiLFwiQVwiOjI1NSxcIlJcIjoyNTUsXCJHXCI6MCxcIkJcIjowfX0sXCJMaW5lV2VpZ2h0XCI6Mi4wLFwiTGluZVR5cGVcIjowfSxcIklzVmlzaWJsZVwiOmZhbHNlfX19LFwiVmFyaWFuY2VTdHlsZVwiOntcIiRpZFwiOlwiNjg1XCIsXCJWYXJpYW5jZVRleHRTdHlsZVwiOntcIiRpZFwiOlwiNjg2XCIsXCJGb250U2V0dGluZ3NcIjp7XCIkaWRcIjpcIjY4N1wiLFwiRm9udFNpemVcIjoxMCxcIkZvbnROYW1lXCI6XCJDYWxpYnJpXCIsXCJJc0JvbGRcIjpmYWxzZSxcIklzSXRhbGljXCI6ZmFsc2UsXCJJc1VuZGVybGluZWRcIjpmYWxzZX0sXCJGb3JlZ3JvdW5kXCI6e1wiJGlkXCI6XCI2ODhcIixcIkNvbG9yXCI6e1wiJGlkXCI6XCI2ODlcIixcIkFcIjoyNTUsXCJSXCI6MCxcIkdcIjowLFwiQlwiOjB9fSxcIkhvcml6b250YWxBbGlnbm1lbnRcIjowLFwiSXNWaXNpYmxlXCI6ZmFsc2V9fSxcIlNoYXBlU3R5bGVcIjp7XCIkaWRcIjpcIjY5MFwiLFwiTWFyZ2luXCI6e1wiJGlkXCI6XCI2OTFcIixcIlRvcFwiOjAuMCxcIkxlZnRcIjo0LjAsXCJSaWdodFwiOjQuMCxcIkJvdHRvbVwiOjAuMH0sXCJQYWRkaW5nXCI6e1wiJGlkXCI6XCI2OTJcIixcIlRvcFwiOjAuMCxcIkxlZnRcIjowLjAsXCJSaWdodFwiOjAuMCxcIkJvdHRvbVwiOjAuMH0sXCJCYWNrZ3JvdW5kXCI6e1wiJGlkXCI6XCI2OTNcIixcIkNvbG9yXCI6e1wiJGlkXCI6XCI2OTRcIixcIkFcIjoxMjcsXCJSXCI6MTY1LFwiR1wiOjE2NSxcIkJcIjoxNjV9fSxcIklzVmlzaWJsZVwiOnRydWUsXCJXaWR0aFwiOjAuMCxcIkhlaWdodFwiOjEwLjAsXCJCb3JkZXJTdHlsZVwiOntcIiRpZFwiOlwiNjk1XCIsXCJMaW5lU3R5bGVcIjp7XCIkaWRcIjpcIjY5NlwiLFwiTGluZUNvbG9yXCI6e1wiJGlkXCI6XCI2OTdcIixcIkNvbG9yXCI6e1wiJGlkXCI6XCI2OThcIixcIkFcIjoyNTUsXCJSXCI6MjM0LFwiR1wiOjIyLFwiQlwiOjMwfX0sXCJMaW5lV2VpZ2h0XCI6Mi4wLFwiTGluZVR5cGVcIjowfSxcIklzVmlzaWJsZVwiOmZhbHNlfX0sXCJUaXRsZVN0eWxlXCI6e1wiJGlkXCI6XCI2OTlcIixcIkZvbnRTZXR0aW5nc1wiOntcIiRpZFwiOlwiNzAwXCIsXCJGb250U2l6ZVwiOjExLFwiRm9udE5hbWVcIjpcIkNhbGlicmlcIixcIklzQm9sZFwiOnRydWUsXCJJc0l0YWxpY1wiOmZhbHNlLFwiSXNVbmRlcmxpbmVkXCI6ZmFsc2V9LFwiRm9yZWdyb3VuZFwiOntcIiRpZFwiOlwiNzAxXCIsXCJDb2xvclwiOntcIiRpZFwiOlwiNzAyXCIsXCJBXCI6MjU1LFwiUlwiOjAsXCJHXCI6MCxcIkJcIjowfX0sXCJIb3Jpem9udGFsQWxpZ25tZW50XCI6MCxcIklzVmlzaWJsZVwiOnRydWV9LFwiRGF0ZVN0eWxlXCI6e1wiJGlkXCI6XCI3MDNcIixcIkZvbnRTZXR0aW5nc1wiOntcIiRpZFwiOlwiNzA0XCIsXCJGb250U2l6ZVwiOjEwLFwiRm9udE5hbWVcIjpcIkNhbGlicmlcIixcIklzQm9sZFwiOmZhbHNlLFwiSXNJdGFsaWNcIjpmYWxzZSxcIklzVW5kZXJsaW5lZFwiOmZhbHNlfSxcIkZvcmVncm91bmRcIjp7XCIkaWRcIjpcIjcwNVwiLFwiQ29sb3JcIjp7XCIkaWRcIjpcIjcwNlwiLFwiQVwiOjI1NSxcIlJcIjo2OCxcIkdcIjo4NCxcIkJcIjoxMDZ9fSxcIkhvcml6b250YWxBbGlnbm1lbnRcIjowLFwiSXNWaXNpYmxlXCI6dHJ1ZX0sXCJEYXRlRm9ybWF0XCI6e1wiJGlkXCI6XCI3MDd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A4XCIsXCJGb3JtYXRcIjowLFwiSXNWaXNpYmxlXCI6ZmFsc2UsXCJMYXN0S25vd25WaXNpYmlsaXR5U3RhdGVcIjpmYWxzZX19LFwiRGVmYXVsdFN3aW1sYW5lTW90U3R5bGVcIjp7XCIkaWRcIjpcIjcwOVwiLFwiU2hhcGVcIjoyLFwiU2hhcGVTaXplXCI6MSxcIkRldGFpbHNTcGFjaW5nXCI6MC4wLFwiUGFkZGluZ1wiOntcIiRpZFwiOlwiNzEwXCIsXCJUb3BcIjo1LjAsXCJMZWZ0XCI6My4wLFwiUmlnaHRcIjowLjAsXCJCb3R0b21cIjoyLjB9LFwiUG9zaXRpb25PblRhc2tcIjoxLFwiU2hhcGVTdHlsZVwiOntcIiRpZFwiOlwiNzExXCIsXCJNYXJnaW5cIjp7XCIkaWRcIjpcIjcxMlwiLFwiVG9wXCI6MC4wLFwiTGVmdFwiOjAuMCxcIlJpZ2h0XCI6MC4wLFwiQm90dG9tXCI6MC4wfSxcIlBhZGRpbmdcIjp7XCIkaWRcIjpcIjcxM1wiLFwiVG9wXCI6MC4wLFwiTGVmdFwiOjAuMCxcIlJpZ2h0XCI6MC4wLFwiQm90dG9tXCI6MC4wfSxcIkJhY2tncm91bmRcIjp7XCIkaWRcIjpcIjcxNFwiLFwiQ29sb3JcIjp7XCIkaWRcIjpcIjcxNVwiLFwiQVwiOjEyNyxcIlJcIjoxNjUsXCJHXCI6MTY1LFwiQlwiOjE2NX19LFwiSXNWaXNpYmxlXCI6dHJ1ZSxcIldpZHRoXCI6MTMuMCxcIkhlaWdodFwiOjEzLjAsXCJCb3JkZXJTdHlsZVwiOntcIiRpZFwiOlwiNzE2XCIsXCJMaW5lU3R5bGVcIjp7XCIkaWRcIjpcIjcxN1wiLFwiTGluZUNvbG9yXCI6e1wiJGlkXCI6XCI3MThcIixcIkNvbG9yXCI6e1wiJGlkXCI6XCI3MTlcIixcIkFcIjoyNTUsXCJSXCI6MjM0LFwiR1wiOjIyLFwiQlwiOjMwfX0sXCJMaW5lV2VpZ2h0XCI6MC4wLFwiTGluZVR5cGVcIjowfSxcIklzVmlzaWJsZVwiOmZhbHNlfX0sXCJUaXRsZVN0eWxlXCI6e1wiJGlkXCI6XCI3MjBcIixcIkZvbnRTZXR0aW5nc1wiOntcIiRpZFwiOlwiNzIxXCIsXCJGb250U2l6ZVwiOjExLFwiRm9udE5hbWVcIjpcIkNhbGlicmlcIixcIklzQm9sZFwiOnRydWUsXCJJc0l0YWxpY1wiOmZhbHNlLFwiSXNVbmRlcmxpbmVkXCI6ZmFsc2V9LFwiRm9yZWdyb3VuZFwiOntcIiRpZFwiOlwiNzIyXCIsXCJDb2xvclwiOntcIiRpZFwiOlwiNzIzXCIsXCJBXCI6MjU1LFwiUlwiOjAsXCJHXCI6MCxcIkJcIjowfX0sXCJIb3Jpem9udGFsQWxpZ25tZW50XCI6MCxcIklzVmlzaWJsZVwiOnRydWV9LFwiRGF0ZVN0eWxlXCI6e1wiJGlkXCI6XCI3MjRcIixcIkZvbnRTZXR0aW5nc1wiOntcIiRpZFwiOlwiNzI1XCIsXCJGb250U2l6ZVwiOjEwLFwiRm9udE5hbWVcIjpcIkNhbGlicmlcIixcIklzQm9sZFwiOmZhbHNlLFwiSXNJdGFsaWNcIjpmYWxzZSxcIklzVW5kZXJsaW5lZFwiOmZhbHNlfSxcIkZvcmVncm91bmRcIjp7XCIkaWRcIjpcIjcyNlwiLFwiQ29sb3JcIjp7XCIkaWRcIjpcIjcyN1wiLFwiQVwiOjI1NSxcIlJcIjo2OCxcIkdcIjo4NCxcIkJcIjoxMDZ9fSxcIkhvcml6b250YWxBbGlnbm1lbnRcIjowLFwiSXNWaXNpYmxlXCI6dHJ1ZX0sXCJEYXRlRm9ybWF0XCI6e1wiJGlkXCI6XCI3Mjh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I5XCIsXCJGb3JtYXRcIjowLFwiSXNWaXNpYmxlXCI6ZmFsc2UsXCJMYXN0S25vd25WaXNpYmlsaXR5U3RhdGVcIjpmYWxzZX0sXCJWYXJpYW5jZVN0eWxlXCI6e1wiJGlkXCI6XCI3MzBcIixcIlZhcmlhbmNlVGV4dFN0eWxlXCI6e1wiJGlkXCI6XCI3MzFcIixcIkZvbnRTZXR0aW5nc1wiOntcIiRpZFwiOlwiNzMyXCIsXCJGb250U2l6ZVwiOjEwLFwiRm9udE5hbWVcIjpcIkNhbGlicmlcIixcIklzQm9sZFwiOmZhbHNlLFwiSXNJdGFsaWNcIjpmYWxzZSxcIklzVW5kZXJsaW5lZFwiOmZhbHNlfSxcIkZvcmVncm91bmRcIjp7XCIkaWRcIjpcIjczM1wiLFwiQ29sb3JcIjp7XCIkaWRcIjpcIjczNFwiLFwiQVwiOjI1NSxcIlJcIjowLFwiR1wiOjAsXCJCXCI6MH19LFwiSG9yaXpvbnRhbEFsaWdubWVudFwiOjAsXCJJc1Zpc2libGVcIjpmYWxzZX19fX1dLFwiR3JpZGxpbmVQYW5lbFN0eWxlXCI6e1wiJGlkXCI6XCI3MzVcIixcIkdyaWRsaW5lU3R5bGVcIjp7XCIkaWRcIjpcIjczNlwiLFwiTGluZUNvbG9yXCI6e1wiJGlkXCI6XCI3MzdcIixcIkNvbG9yXCI6e1wiJGlkXCI6XCI3MzhcIixcIkFcIjozOCxcIlJcIjo5MSxcIkdcIjoxNTUsXCJCXCI6MjEzfX0sXCJMaW5lV2VpZ2h0XCI6MS4wLFwiTGluZVR5cGVcIjowfSxcIklzVmlzaWJsZVwiOnRydWV9LFwiQWN0aXZpdHlMaW5lUGFuZWxTdHlsZVwiOntcIiRpZFwiOlwiNzM5XCIsXCJBY3Rpdml0eUxpbmVTdHlsZVwiOntcIiRpZFwiOlwiNzQwXCIsXCJMaW5lQ29sb3JcIjp7XCIkaWRcIjpcIjc0MVwiLFwiQ29sb3JcIjp7XCIkaWRcIjpcIjc0MlwiLFwiQVwiOjM4LFwiUlwiOjY4LFwiR1wiOjExNCxcIkJcIjoxOTZ9fSxcIkxpbmVXZWlnaHRcIjoxLjAsXCJMaW5lVHlwZVwiOjB9LFwiSXNWaXNpYmxlXCI6dHJ1ZX0sXCJEZWZhdWx0RGVwZW5kZW5jeVN0eWxlXCI6e1wiJGlkXCI6XCI3NDNcIixcIkxpbmVTdHlsZVwiOntcIiRpZFwiOlwiNzQ0XCIsXCJMaW5lQ29sb3JcIjp7XCIkaWRcIjpcIjc0NVwiLFwiQ29sb3JcIjp7XCIkaWRcIjpcIjc0NlwiLFwiQVwiOjI1NSxcIlJcIjowLFwiR1wiOjAsXCJCXCI6MH19LFwiTGluZVdlaWdodFwiOjEuMCxcIkxpbmVUeXBlXCI6MH0sXCJFbmRBcnJvd2hlYWRMaW5lU3R5bGVcIjp7XCIkaWRcIjpcIjc0N1wiLFwiS2luZFwiOjEsXCJXaWR0aFwiOjEsXCJMZW5ndGhcIjowfSxcIkJyaW5nVG9Gcm9udFwiOnRydWUsXCJSYWRpdXNcIjowLjB9LFwiQ3JpdGljYWxQYXRoU3R5bGVcIjp7XCIkaWRcIjpcIjc0OFwiLFwiQ3JpdGljYWxQYXRoU3R5bGVPcHRpb25zXCI6MTUsXCJMaW5lU3R5bGVcIjp7XCIkaWRcIjpcIjc0OVwiLFwiTGluZUNvbG9yXCI6e1wiJGlkXCI6XCI3NTBcIixcIkNvbG9yXCI6e1wiJGlkXCI6XCI3NTFcIixcIkFcIjoyNTUsXCJSXCI6MjIyLFwiR1wiOjUwLFwiQlwiOjUwfX0sXCJMaW5lV2VpZ2h0XCI6MS4wLFwiTGluZVR5cGVcIjowfSxcIlRpdGxlRm9yZWdyb3VuZFwiOntcIiRpZFwiOlwiNzUyXCIsXCJDb2xvclwiOntcIiRpZFwiOlwiNzUzXCIsXCJBXCI6MjU1LFwiUlwiOjE3NixcIkdcIjoxOSxcIkJcIjoyNX19LFwiU2hhcGVzQmFja2dyb3VuZFwiOntcIiRpZFwiOlwiNzU0XCIsXCJDb2xvclwiOntcIiRpZFwiOlwiNzU1XCIsXCJBXCI6MjU1LFwiUlwiOjI1MyxcIkdcIjoyMDMsXCJCXCI6MjA4fX0sXCJTaGFwZXNCb3JkZXJTdHlsZVwiOntcIiRpZFwiOlwiNzU2XCIsXCJMaW5lQ29sb3JcIjp7XCIkaWRcIjpcIjc1N1wiLFwiQ29sb3JcIjp7XCIkaWRcIjpcIjc1OFwiLFwiQVwiOjI1NSxcIlJcIjoyMjIsXCJHXCI6NTAsXCJCXCI6NTB9fSxcIkxpbmVXZWlnaHRcIjoyLjAsXCJMaW5lVHlwZVwiOjB9fSxcIlBhbmVsc1NwYWNpbmdEZWZpbml0aW9uXCI6e1wiJGlkXCI6XCI3NTlcIixcIlNwYWNpbmdBYm92ZVRpbWViYW5kXCI6NSxcIlNwYWNpbmdCZWxvd1RpbWViYW5kXCI6NSxcIlNwYWNpbmdBYm92ZUJldHdlZW5Td2ltbGFuZXNBbmRUYXNrc1wiOjUsXCJTcGFjaW5nQmVsb3dCZXR3ZWVuU3dpbWxhbmVzQW5kVGFza3NcIjo1fSxcIkNvbmRpdGlvbmFsRm9ybWF0dGluZ1wiOntcIiRpZFwiOlwiNzYwXCIsXCJQdkFGb3JtYXR0aW5nXCI6e1wiJGlkXCI6XCI3NjFcIixcIkRlbGF5VGFza1N0eWxlXCI6e1wiJGlkXCI6XCI3NjJcIixcIlN0eWxlT3B0aW9uc1wiOjI0LFwiVGl0bGVGb3JlZ3JvdW5kXCI6e1wiJGlkXCI6XCI3NjNcIixcIkNvbG9yXCI6e1wiJGlkXCI6XCI3NjRcIixcIkFcIjoyNTUsXCJSXCI6MTc1LFwiR1wiOjAsXCJCXCI6MH19LFwiQWN0dWFsU2hhcGVzQmFja2dyb3VuZFwiOntcIiRpZFwiOlwiNzY1XCIsXCJDb2xvclwiOntcIiRpZFwiOlwiNzY2XCIsXCJBXCI6NjIsXCJSXCI6MjU1LFwiR1wiOjAsXCJCXCI6MH19LFwiQWN0dWFsU2hhcGVzQm9yZGVyU3R5bGVcIjp7XCIkaWRcIjpcIjc2N1wiLFwiTGluZUNvbG9yXCI6e1wiJGlkXCI6XCI3NjhcIixcIkNvbG9yXCI6e1wiJGlkXCI6XCI3NjlcIixcIkFcIjoxNjMsXCJSXCI6MjU1LFwiR1wiOjAsXCJCXCI6MH19LFwiTGluZVdlaWdodFwiOjMuMCxcIkxpbmVUeXBlXCI6MH0sXCJCYXNlbGluZVNoYXBlc0JhY2tncm91bmRcIjp7XCIkaWRcIjpcIjc3MFwiLFwiQ29sb3JcIjp7XCIkaWRcIjpcIjc3MVwiLFwiQVwiOjE4NCxcIlJcIjoyNTUsXCJHXCI6MCxcIkJcIjowfX0sXCJWYXJpYW5jZUZvcmVncm91bmRcIjp7XCIkaWRcIjpcIjc3MlwiLFwiQ29sb3JcIjp7XCIkaWRcIjpcIjc3M1wiLFwiQVwiOjI1NSxcIlJcIjoxNzUsXCJHXCI6MCxcIkJcIjowfX19LFwiRGVsYXlNaWxlc3RvbmVTdHlsZVwiOntcIiRpZFwiOlwiNzc0XCIsXCJTdHlsZU9wdGlvbnNcIjoxOCxcIlRpdGxlRm9yZWdyb3VuZFwiOntcIiRpZFwiOlwiNzc1XCIsXCJDb2xvclwiOntcIiRpZFwiOlwiNzc2XCIsXCJBXCI6MjU1LFwiUlwiOjE3NSxcIkdcIjowLFwiQlwiOjB9fSxcIkFjdHVhbFNoYXBlc0JhY2tncm91bmRcIjp7XCIkaWRcIjpcIjc3N1wiLFwiQ29sb3JcIjp7XCIkaWRcIjpcIjc3OFwiLFwiQVwiOjI1NSxcIlJcIjoyMjIsXCJHXCI6ODAsXCJCXCI6NTB9fSxcIkFjdHVhbFNoYXBlc0JvcmRlclN0eWxlXCI6e1wiJGlkXCI6XCI3NzlcIixcIkxpbmVDb2xvclwiOntcIiRpZFwiOlwiNzgwXCIsXCJDb2xvclwiOntcIiRpZFwiOlwiNzgxXCIsXCJBXCI6MTYzLFwiUlwiOjI1NSxcIkdcIjowLFwiQlwiOjB9fSxcIkxpbmVXZWlnaHRcIjozLjAsXCJMaW5lVHlwZVwiOjB9LFwiQmFzZWxpbmVTaGFwZXNCYWNrZ3JvdW5kXCI6e1wiJGlkXCI6XCI3ODJcIixcIkNvbG9yXCI6e1wiJGlkXCI6XCI3ODNcIixcIkFcIjoxODQsXCJSXCI6MjU1LFwiR1wiOjAsXCJCXCI6MH19LFwiVmFyaWFuY2VGb3JlZ3JvdW5kXCI6e1wiJGlkXCI6XCI3ODRcIixcIkNvbG9yXCI6e1wiJGlkXCI6XCI3ODVcIixcIkFcIjoyNTUsXCJSXCI6MTc1LFwiR1wiOjAsXCJCXCI6MH19fSxcIkFkdmFuY2VUYXNrU3R5bGVcIjp7XCIkaWRcIjpcIjc4NlwiLFwiU3R5bGVPcHRpb25zXCI6MjQsXCJUaXRsZUZvcmVncm91bmRcIjp7XCIkaWRcIjpcIjc4N1wiLFwiQ29sb3JcIjp7XCIkaWRcIjpcIjc4OFwiLFwiQVwiOjI1NSxcIlJcIjowLFwiR1wiOjExMCxcIkJcIjowfX0sXCJBY3R1YWxTaGFwZXNCYWNrZ3JvdW5kXCI6e1wiJGlkXCI6XCI3ODlcIixcIkNvbG9yXCI6e1wiJGlkXCI6XCI3OTBcIixcIkFcIjo2MSxcIlJcIjowLFwiR1wiOjEyOCxcIkJcIjowfX0sXCJBY3R1YWxTaGFwZXNCb3JkZXJTdHlsZVwiOntcIiRpZFwiOlwiNzkxXCIsXCJMaW5lQ29sb3JcIjp7XCIkaWRcIjpcIjc5MlwiLFwiQ29sb3JcIjp7XCIkaWRcIjpcIjc5M1wiLFwiQVwiOjE2MyxcIlJcIjowLFwiR1wiOjEyOCxcIkJcIjowfX0sXCJMaW5lV2VpZ2h0XCI6My4wLFwiTGluZVR5cGVcIjowfSxcIkJhc2VsaW5lU2hhcGVzQmFja2dyb3VuZFwiOntcIiRpZFwiOlwiNzk0XCIsXCJDb2xvclwiOntcIiRpZFwiOlwiNzk1XCIsXCJBXCI6MTg0LFwiUlwiOjAsXCJHXCI6MTI4LFwiQlwiOjB9fSxcIlZhcmlhbmNlRm9yZWdyb3VuZFwiOntcIiRpZFwiOlwiNzk2XCIsXCJDb2xvclwiOntcIiRpZFwiOlwiNzk3XCIsXCJBXCI6MjU1LFwiUlwiOjAsXCJHXCI6MTEwLFwiQlwiOjB9fX0sXCJBZHZhbmNlTWlsZXN0b25lU3R5bGVcIjp7XCIkaWRcIjpcIjc5OFwiLFwiU3R5bGVPcHRpb25zXCI6MTgsXCJUaXRsZUZvcmVncm91bmRcIjp7XCIkaWRcIjpcIjc5OVwiLFwiQ29sb3JcIjp7XCIkaWRcIjpcIjgwMFwiLFwiQVwiOjI1NSxcIlJcIjowLFwiR1wiOjExMCxcIkJcIjowfX0sXCJBY3R1YWxTaGFwZXNCYWNrZ3JvdW5kXCI6e1wiJGlkXCI6XCI4MDFcIixcIkNvbG9yXCI6e1wiJGlkXCI6XCI4MDJcIixcIkFcIjoyNTUsXCJSXCI6MjAsXCJHXCI6MTAwLFwiQlwiOjB9fSxcIkFjdHVhbFNoYXBlc0JvcmRlclN0eWxlXCI6e1wiJGlkXCI6XCI4MDNcIixcIkxpbmVDb2xvclwiOntcIiRpZFwiOlwiODA0XCIsXCJDb2xvclwiOntcIiRpZFwiOlwiODA1XCIsXCJBXCI6MTYzLFwiUlwiOjAsXCJHXCI6MTI4LFwiQlwiOjB9fSxcIkxpbmVXZWlnaHRcIjozLjAsXCJMaW5lVHlwZVwiOjB9LFwiQmFzZWxpbmVTaGFwZXNCYWNrZ3JvdW5kXCI6e1wiJGlkXCI6XCI4MDZcIixcIkNvbG9yXCI6e1wiJGlkXCI6XCI4MDdcIixcIkFcIjoxODQsXCJSXCI6MCxcIkdcIjoxMjgsXCJCXCI6MH19LFwiVmFyaWFuY2VGb3JlZ3JvdW5kXCI6e1wiJGlkXCI6XCI4MDhcIixcIkNvbG9yXCI6e1wiJGlkXCI6XCI4MDlcIixcIkFcIjoyNTUsXCJSXCI6MCxcIkdcIjoxMTAsXCJCXCI6MH19fX19LFwiX3NlbGVjdGVkVGhlbWVQcmVzZXRDb2xvcnNcIjp7XCIkaWRcIjpcIjgxMFwiLFwiVGV4dExpZ2h0XCI6e1wiJGlkXCI6XCI4MTFcIixcIkFcIjoyNTUsXCJSXCI6MjU1LFwiR1wiOjI1NSxcIkJcIjoyNTV9LFwiVGV4dERhcmtcIjp7XCIkaWRcIjpcIjgxMlwiLFwiQVwiOjI1NSxcIlJcIjowLFwiR1wiOjAsXCJCXCI6MH0sXCJBY2NlbnQxXCI6e1wiJGlkXCI6XCI4MTNcIixcIkFcIjoyNTUsXCJSXCI6MjU1LFwiR1wiOjI1NSxcIkJcIjoyNTV9LFwiQWNjZW50MlwiOntcIiRpZFwiOlwiODE0XCIsXCJBXCI6MjU1LFwiUlwiOjY4LFwiR1wiOjg0LFwiQlwiOjEwNn0sXCJBY2NlbnQzXCI6e1wiJGlkXCI6XCI4MTVcIixcIkFcIjoxMjcsXCJSXCI6OTEsXCJHXCI6MTU1LFwiQlwiOjIxM30sXCJBY2NlbnQ0XCI6e1wiJGlkXCI6XCI4MTZcIixcIkFcIjoxMjcsXCJSXCI6MjU1LFwiR1wiOjE5MixcIkJcIjowfSxcIkFjY2VudDVcIjp7XCIkaWRcIjpcIjgxN1wiLFwiQVwiOjEyNyxcIlJcIjoxMTIsXCJHXCI6MTczLFwiQlwiOjcxfSxcIkFjY2VudDZcIjp7XCIkaWRcIjpcIjgxOFwiLFwiQVwiOjEyNyxcIlJcIjoxNjUsXCJHXCI6MTY1LFwiQlwiOjE2NX0sXCJBY2NlbnQ3XCI6e1wiJGlkXCI6XCI4MTlcIixcIkFcIjoyNTUsXCJSXCI6MTYwLFwiR1wiOjQzLFwiQlwiOjE0N30sXCJBY2NlbnQ4XCI6e1wiJGlkXCI6XCI4MjBcIixcIkFcIjoyNTUsXCJSXCI6NzgsXCJHXCI6MTY3LFwiQlwiOjQ2fX0sXCJfY3VzdG9tUHJlc2V0Q29sb3JzXCI6e1wiJGlkXCI6XCI4MjFcIn19fSIsIlJlY2VudENvbG9yc0NvbGxlY3Rpb24iOiJbXCIjRkY0NDU0NkFcIixcIiNGRjUyOTNDRFwiLFwiI0ZGQ0U5MjAwXCIsXCIjRkY3NEFENDlcIixcIiNGRjczNzM3M1wiLFwiI0ZGRkVCQTBBXCIsXCIjRkY3MEFENDdcIixcIiNGRkIyMEUxMlwiXSJ9LCJTZXR0aW5ncyI6eyIkaWQiOiI2MDc1IiwiSW1wYU9wdGlvbnMiOnsiJGlkIjoiNjA3Ni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YwNzciLCJVc2VUaW1lIjpmYWxzZSwiV29ya0RheVN0YXJ0IjoiMDA6MDA6MDAiLCJXb3JrRGF5RW5kIjoiMjM6NTk6MDAifSwiTGFzdFVzZWRUZW1wbGF0ZUlkIjoiZjM3NDYwNjMtMDA0Yy00NDVkLTkxODctY2VkZjdhY2UxNDNiIiwiTGFzdFVzZWRUaGVtZURldGFpbHMiOnsiJGlkIjoiNjA3OCIsIklkIjoiY2UzNzU0Y2MtYmQxMy00MzAxLTg3OWUtZDA3NThiZjc1MTVhIiwiVGl0bGUiOiJVbnRpdGxlZCB0aGVtZSIsIkNhdGVnb3J5IjoyfSwiRmlyc3RXZWVrT2ZZZWFyIjowLCJQbGFjZU1pbGVzdG9uZUF0VGhlQmVnaW5uaW5nT2ZUaGVEYXkiOmZhbHNlLCJEZXBlbmRlbmN5U2NoZWR1bGluZ1NldHRpbmdzIjp7IiRpZCI6IjYwNzk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nRydWUsIlBsYW5uZWRNb2R1bGVFbmFibGVkIjpmYWxzZSwiT2xkRml4ZWRJbnRlcnZhbHNSZW5kZXJpbmdTdHJhdGVneVVzZWRCZWZvcmUiOmZhbHNlLCJEZXBlbmRlbmNpZXMiOnsiX2RlcGVuZGVuY2llcyI6W3siJGlkIjoiNjA4MCIsIklkIjoiMDgzNjgzNjUtZTQyZS00ZDY0LWJhZDAtMjdjNmZkNTFmYTI0IiwiRnJvbSI6eyIkcmVmIjoiODEifSwiS2luZCI6MCwiQ254U3RhcnRLaW5kIjowLCJDbnhFbmRLaW5kIjowLCJMYWciOm51bGwsIlRvIjp7IiRyZWYiOiIxNTcifSwiU3R5bGUiOnsiJGlkIjoiNjA4MSIsIkxpbmVTdHlsZSI6eyIkaWQiOiI2MDgyIiwiTGluZUNvbG9yIjp7IiRpZCI6IjYwODMiLCIkdHlwZSI6Ik5MUkUuQ29tbW9uLkRvbS5Tb2xpZENvbG9yQnJ1c2gsIE5MUkUuQ29tbW9uIiwiQ29sb3IiOnsiJGlkIjoiNjA4NCIsIkEiOjI1NSwiUiI6MCwiRyI6MCwiQiI6MH19LCJMaW5lV2VpZ2h0IjoxLjAsIkxpbmVUeXBlIjowLCJQYXJlbnRTdHlsZSI6bnVsbH0sIkVuZEFycm93aGVhZExpbmVTdHlsZSI6eyIkaWQiOiI2MDg1IiwiS2luZCI6MSwiV2lkdGgiOjEsIkxlbmd0aCI6MCwiUGFyZW50U3R5bGUiOm51bGx9LCJCcmluZ1RvRnJvbnQiOnRydWUsIkVsYm93UmFkaXVzIjowLjAsIk1hcmdpbiI6eyIkaWQiOiI2MDg2IiwiVG9wIjowLjAsIkxlZnQiOjAuMCwiUmlnaHQiOjAuMCwiQm90dG9tIjowLjB9LCJQYWRkaW5nIjp7IiRpZCI6IjYwODciLCJUb3AiOjAuMCwiTGVmdCI6MC4wLCJSaWdodCI6MC4wLCJCb3R0b20iOjAuMH0sIkJhY2tncm91bmQiOm51bGwsIklzVmlzaWJsZSI6dHJ1ZSwiV2lkdGgiOjAuMCwiSGVpZ2h0IjowLjAsIkJvcmRlclN0eWxlIjpudWxsLCJQYXJlbnRTdHlsZSI6bnVsbH0sIklzQXV0b01vZGUiOnRydWV9LHsiJGlkIjoiNjA4OCIsIklkIjoiYzlhZWQ3OTItYTcxZS00NDdkLWIxN2EtOTYyOWQ5YzMzYTI4IiwiRnJvbSI6eyIkcmVmIjoiMjczIn0sIktpbmQiOjAsIkNueFN0YXJ0S2luZCI6MCwiQ254RW5kS2luZCI6MCwiTGFnIjpudWxsLCJUbyI6eyIkcmVmIjoiMTU3In0sIlN0eWxlIjp7IiRpZCI6IjYwODkiLCJMaW5lU3R5bGUiOnsiJGlkIjoiNjA5MCIsIkxpbmVDb2xvciI6eyIkaWQiOiI2MDkxIiwiJHR5cGUiOiJOTFJFLkNvbW1vbi5Eb20uU29saWRDb2xvckJydXNoLCBOTFJFLkNvbW1vbiIsIkNvbG9yIjp7IiRpZCI6IjYwOTIiLCJBIjoyNTUsIlIiOjAsIkciOjAsIkIiOjB9fSwiTGluZVdlaWdodCI6MS4wLCJMaW5lVHlwZSI6MCwiUGFyZW50U3R5bGUiOm51bGx9LCJFbmRBcnJvd2hlYWRMaW5lU3R5bGUiOnsiJGlkIjoiNjA5MyIsIktpbmQiOjEsIldpZHRoIjoxLCJMZW5ndGgiOjAsIlBhcmVudFN0eWxlIjpudWxsfSwiQnJpbmdUb0Zyb250Ijp0cnVlLCJFbGJvd1JhZGl1cyI6MC4wLCJNYXJnaW4iOnsiJGlkIjoiNjA5NCIsIlRvcCI6MC4wLCJMZWZ0IjowLjAsIlJpZ2h0IjowLjAsIkJvdHRvbSI6MC4wfSwiUGFkZGluZyI6eyIkaWQiOiI2MDk1IiwiVG9wIjowLjAsIkxlZnQiOjAuMCwiUmlnaHQiOjAuMCwiQm90dG9tIjowLjB9LCJCYWNrZ3JvdW5kIjpudWxsLCJJc1Zpc2libGUiOmZhbHNlLCJXaWR0aCI6MC4wLCJIZWlnaHQiOjAuMCwiQm9yZGVyU3R5bGUiOm51bGwsIlBhcmVudFN0eWxlIjpudWxsfSwiSXNBdXRvTW9kZSI6dHJ1ZX0seyIkaWQiOiI2MDk2IiwiSWQiOiI5NjkwYTRkMy04OWU3LTQ2ZWMtODdjNy1hZDVjMmQ0NzMwYzIiLCJGcm9tIjp7IiRyZWYiOiIzODkifSwiS2luZCI6MCwiQ254U3RhcnRLaW5kIjowLCJDbnhFbmRLaW5kIjowLCJMYWciOm51bGwsIlRvIjp7IiRyZWYiOiIxNTcifSwiU3R5bGUiOnsiJGlkIjoiNjA5NyIsIkxpbmVTdHlsZSI6eyIkaWQiOiI2MDk4IiwiTGluZUNvbG9yIjp7IiRpZCI6IjYwOTkiLCIkdHlwZSI6Ik5MUkUuQ29tbW9uLkRvbS5Tb2xpZENvbG9yQnJ1c2gsIE5MUkUuQ29tbW9uIiwiQ29sb3IiOnsiJGlkIjoiNjEwMCIsIkEiOjI1NSwiUiI6MCwiRyI6MCwiQiI6MH19LCJMaW5lV2VpZ2h0IjoxLjAsIkxpbmVUeXBlIjowLCJQYXJlbnRTdHlsZSI6bnVsbH0sIkVuZEFycm93aGVhZExpbmVTdHlsZSI6eyIkaWQiOiI2MTAxIiwiS2luZCI6MSwiV2lkdGgiOjEsIkxlbmd0aCI6MCwiUGFyZW50U3R5bGUiOm51bGx9LCJCcmluZ1RvRnJvbnQiOnRydWUsIkVsYm93UmFkaXVzIjowLjAsIk1hcmdpbiI6eyIkaWQiOiI2MTAyIiwiVG9wIjowLjAsIkxlZnQiOjAuMCwiUmlnaHQiOjAuMCwiQm90dG9tIjowLjB9LCJQYWRkaW5nIjp7IiRpZCI6IjYxMDMiLCJUb3AiOjAuMCwiTGVmdCI6MC4wLCJSaWdodCI6MC4wLCJCb3R0b20iOjAuMH0sIkJhY2tncm91bmQiOm51bGwsIklzVmlzaWJsZSI6dHJ1ZSwiV2lkdGgiOjAuMCwiSGVpZ2h0IjowLjAsIkJvcmRlclN0eWxlIjpudWxsLCJQYXJlbnRTdHlsZSI6bnVsbH0sIklzQXV0b01vZGUiOnRydWV9LHsiJGlkIjoiNjEwNCIsIklkIjoiNzYyNzc0N2MtNmMxOC00NGJjLWIzMGYtMGQwMDJjNDE5OTM5IiwiRnJvbSI6eyIkcmVmIjoiMTM1MyJ9LCJLaW5kIjowLCJDbnhTdGFydEtpbmQiOjAsIkNueEVuZEtpbmQiOjAsIkxhZyI6bnVsbCwiVG8iOnsiJHJlZiI6IjQ2NSJ9LCJTdHlsZSI6eyIkaWQiOiI2MTA1IiwiTGluZVN0eWxlIjp7IiRpZCI6IjYxMDYiLCJMaW5lQ29sb3IiOnsiJGlkIjoiNjEwNyIsIiR0eXBlIjoiTkxSRS5Db21tb24uRG9tLlNvbGlkQ29sb3JCcnVzaCwgTkxSRS5Db21tb24iLCJDb2xvciI6eyIkaWQiOiI2MTA4IiwiQSI6MjU1LCJSIjowLCJHIjowLCJCIjowfX0sIkxpbmVXZWlnaHQiOjEuMCwiTGluZVR5cGUiOjAsIlBhcmVudFN0eWxlIjpudWxsfSwiRW5kQXJyb3doZWFkTGluZVN0eWxlIjp7IiRpZCI6IjYxMDkiLCJLaW5kIjoxLCJXaWR0aCI6MSwiTGVuZ3RoIjowLCJQYXJlbnRTdHlsZSI6bnVsbH0sIkJyaW5nVG9Gcm9udCI6dHJ1ZSwiRWxib3dSYWRpdXMiOjAuMCwiTWFyZ2luIjp7IiRpZCI6IjYxMTAiLCJUb3AiOjAuMCwiTGVmdCI6MC4wLCJSaWdodCI6MC4wLCJCb3R0b20iOjAuMH0sIlBhZGRpbmciOnsiJGlkIjoiNjExMSIsIlRvcCI6MC4wLCJMZWZ0IjowLjAsIlJpZ2h0IjowLjAsIkJvdHRvbSI6MC4wfSwiQmFja2dyb3VuZCI6bnVsbCwiSXNWaXNpYmxlIjp0cnVlLCJXaWR0aCI6MC4wLCJIZWlnaHQiOjAuMCwiQm9yZGVyU3R5bGUiOm51bGwsIlBhcmVudFN0eWxlIjpudWxsfSwiSXNBdXRvTW9kZSI6dHJ1ZX0seyIkaWQiOiI2MTEyIiwiSWQiOiI1YWY0MzkxMC1hODAwLTRiYjYtOGQxOC0zOThiNGQ2ZGE3ZDYiLCJGcm9tIjp7IiRyZWYiOiIyNTE0In0sIktpbmQiOjAsIkNueFN0YXJ0S2luZCI6MCwiQ254RW5kS2luZCI6MCwiTGFnIjpudWxsLCJUbyI6eyIkcmVmIjoiNDY1In0sIlN0eWxlIjp7IiRpZCI6IjYxMTMiLCJMaW5lU3R5bGUiOnsiJGlkIjoiNjExNCIsIkxpbmVDb2xvciI6eyIkaWQiOiI2MTE1IiwiJHR5cGUiOiJOTFJFLkNvbW1vbi5Eb20uU29saWRDb2xvckJydXNoLCBOTFJFLkNvbW1vbiIsIkNvbG9yIjp7IiRpZCI6IjYxMTYiLCJBIjoyNTUsIlIiOjAsIkciOjAsIkIiOjB9fSwiTGluZVdlaWdodCI6MS4wLCJMaW5lVHlwZSI6MCwiUGFyZW50U3R5bGUiOm51bGx9LCJFbmRBcnJvd2hlYWRMaW5lU3R5bGUiOnsiJGlkIjoiNjExNyIsIktpbmQiOjEsIldpZHRoIjoxLCJMZW5ndGgiOjAsIlBhcmVudFN0eWxlIjpudWxsfSwiQnJpbmdUb0Zyb250Ijp0cnVlLCJFbGJvd1JhZGl1cyI6MC4wLCJNYXJnaW4iOnsiJGlkIjoiNjExOCIsIlRvcCI6MC4wLCJMZWZ0IjowLjAsIlJpZ2h0IjowLjAsIkJvdHRvbSI6MC4wfSwiUGFkZGluZyI6eyIkaWQiOiI2MTE5IiwiVG9wIjowLjAsIkxlZnQiOjAuMCwiUmlnaHQiOjAuMCwiQm90dG9tIjowLjB9LCJCYWNrZ3JvdW5kIjpudWxsLCJJc1Zpc2libGUiOnRydWUsIldpZHRoIjowLjAsIkhlaWdodCI6MC4wLCJCb3JkZXJTdHlsZSI6bnVsbCwiUGFyZW50U3R5bGUiOm51bGx9LCJJc0F1dG9Nb2RlIjp0cnVlfSx7IiRpZCI6IjYxMjAiLCJJZCI6IjZiNjkyYTA5LTVjMjEtNDBiOC1iY2U0LTMyMzUyZGI2NjJhYyIsIkZyb20iOnsiJHJlZiI6IjE1NyJ9LCJLaW5kIjowLCJDbnhTdGFydEtpbmQiOjAsIkNueEVuZEtpbmQiOjAsIkxhZyI6bnVsbCwiVG8iOnsiJHJlZiI6IjQ2NSJ9LCJTdHlsZSI6eyIkaWQiOiI2MTIxIiwiTGluZVN0eWxlIjp7IiRpZCI6IjYxMjIiLCJMaW5lQ29sb3IiOnsiJGlkIjoiNjEyMyIsIiR0eXBlIjoiTkxSRS5Db21tb24uRG9tLlNvbGlkQ29sb3JCcnVzaCwgTkxSRS5Db21tb24iLCJDb2xvciI6eyIkaWQiOiI2MTI0IiwiQSI6MjU1LCJSIjowLCJHIjowLCJCIjowfX0sIkxpbmVXZWlnaHQiOjEuMCwiTGluZVR5cGUiOjAsIlBhcmVudFN0eWxlIjpudWxsfSwiRW5kQXJyb3doZWFkTGluZVN0eWxlIjp7IiRpZCI6IjYxMjUiLCJLaW5kIjoxLCJXaWR0aCI6MSwiTGVuZ3RoIjowLCJQYXJlbnRTdHlsZSI6bnVsbH0sIkJyaW5nVG9Gcm9udCI6dHJ1ZSwiRWxib3dSYWRpdXMiOjAuMCwiTWFyZ2luIjp7IiRpZCI6IjYxMjYiLCJUb3AiOjAuMCwiTGVmdCI6MC4wLCJSaWdodCI6MC4wLCJCb3R0b20iOjAuMH0sIlBhZGRpbmciOnsiJGlkIjoiNjEyNyIsIlRvcCI6MC4wLCJMZWZ0IjowLjAsIlJpZ2h0IjowLjAsIkJvdHRvbSI6MC4wfSwiQmFja2dyb3VuZCI6bnVsbCwiSXNWaXNpYmxlIjp0cnVlLCJXaWR0aCI6MC4wLCJIZWlnaHQiOjAuMCwiQm9yZGVyU3R5bGUiOm51bGwsIlBhcmVudFN0eWxlIjpudWxsfSwiSXNBdXRvTW9kZSI6dHJ1ZX0seyIkaWQiOiI2MTI4IiwiSWQiOiJhMWNhNzFiYy1kMDAyLTRmOWYtYjRlOC05MTZkMmUzYmE0ODYiLCJGcm9tIjp7IiRyZWYiOiI0NjUifSwiS2luZCI6MCwiQ254U3RhcnRLaW5kIjowLCJDbnhFbmRLaW5kIjowLCJMYWciOm51bGwsIlRvIjp7IiRyZWYiOiI1NDEifSwiU3R5bGUiOnsiJGlkIjoiNjEyOSIsIkxpbmVTdHlsZSI6eyIkaWQiOiI2MTMwIiwiTGluZUNvbG9yIjp7IiRpZCI6IjYxMzEiLCIkdHlwZSI6Ik5MUkUuQ29tbW9uLkRvbS5Tb2xpZENvbG9yQnJ1c2gsIE5MUkUuQ29tbW9uIiwiQ29sb3IiOnsiJGlkIjoiNjEzMiIsIkEiOjI1NSwiUiI6MCwiRyI6MCwiQiI6MH19LCJMaW5lV2VpZ2h0IjoxLjAsIkxpbmVUeXBlIjowLCJQYXJlbnRTdHlsZSI6bnVsbH0sIkVuZEFycm93aGVhZExpbmVTdHlsZSI6eyIkaWQiOiI2MTMzIiwiS2luZCI6MSwiV2lkdGgiOjEsIkxlbmd0aCI6MCwiUGFyZW50U3R5bGUiOm51bGx9LCJCcmluZ1RvRnJvbnQiOnRydWUsIkVsYm93UmFkaXVzIjowLjAsIk1hcmdpbiI6eyIkaWQiOiI2MTM0IiwiVG9wIjowLjAsIkxlZnQiOjAuMCwiUmlnaHQiOjAuMCwiQm90dG9tIjowLjB9LCJQYWRkaW5nIjp7IiRpZCI6IjYxMzUiLCJUb3AiOjAuMCwiTGVmdCI6MC4wLCJSaWdodCI6MC4wLCJCb3R0b20iOjAuMH0sIkJhY2tncm91bmQiOm51bGwsIklzVmlzaWJsZSI6dHJ1ZSwiV2lkdGgiOjAuMCwiSGVpZ2h0IjowLjAsIkJvcmRlclN0eWxlIjpudWxsLCJQYXJlbnRTdHlsZSI6bnVsbH0sIklzQXV0b01vZGUiOnRydWV9LHsiJGlkIjoiNjEzNiIsIklkIjoiNTY0OGQ5ZWUtNWFjZS00ZTMxLWI5YzUtMGJlMjFmYTc2NWQzIiwiRnJvbSI6eyIkcmVmIjoiMjUxNCJ9LCJLaW5kIjowLCJDbnhTdGFydEtpbmQiOjAsIkNueEVuZEtpbmQiOjAsIkxhZyI6bnVsbCwiVG8iOnsiJHJlZiI6IjU0MSJ9LCJTdHlsZSI6eyIkaWQiOiI2MTM3IiwiTGluZVN0eWxlIjp7IiRpZCI6IjYxMzgiLCJMaW5lQ29sb3IiOnsiJGlkIjoiNjEzOSIsIiR0eXBlIjoiTkxSRS5Db21tb24uRG9tLlNvbGlkQ29sb3JCcnVzaCwgTkxSRS5Db21tb24iLCJDb2xvciI6eyIkaWQiOiI2MTQwIiwiQSI6MjU1LCJSIjowLCJHIjowLCJCIjowfX0sIkxpbmVXZWlnaHQiOjEuMCwiTGluZVR5cGUiOjAsIlBhcmVudFN0eWxlIjpudWxsfSwiRW5kQXJyb3doZWFkTGluZVN0eWxlIjp7IiRpZCI6IjYxNDEiLCJLaW5kIjoxLCJXaWR0aCI6MSwiTGVuZ3RoIjowLCJQYXJlbnRTdHlsZSI6bnVsbH0sIkJyaW5nVG9Gcm9udCI6dHJ1ZSwiRWxib3dSYWRpdXMiOjAuMCwiTWFyZ2luIjp7IiRpZCI6IjYxNDIiLCJUb3AiOjAuMCwiTGVmdCI6MC4wLCJSaWdodCI6MC4wLCJCb3R0b20iOjAuMH0sIlBhZGRpbmciOnsiJGlkIjoiNjE0MyIsIlRvcCI6MC4wLCJMZWZ0IjowLjAsIlJpZ2h0IjowLjAsIkJvdHRvbSI6MC4wfSwiQmFja2dyb3VuZCI6bnVsbCwiSXNWaXNpYmxlIjpmYWxzZSwiV2lkdGgiOjAuMCwiSGVpZ2h0IjowLjAsIkJvcmRlclN0eWxlIjpudWxsLCJQYXJlbnRTdHlsZSI6bnVsbH0sIklzQXV0b01vZGUiOnRydWV9LHsiJGlkIjoiNjE0NCIsIklkIjoiOTYyNWYxNjQtMzM0YS00ODVhLWI5MzItODk0ZjVkOWY2MjE3IiwiRnJvbSI6eyIkcmVmIjoiNDY1In0sIktpbmQiOjAsIkNueFN0YXJ0S2luZCI6MCwiQ254RW5kS2luZCI6MCwiTGFnIjpudWxsLCJUbyI6eyIkcmVmIjoiNjE3In0sIlN0eWxlIjp7IiRpZCI6IjYxNDUiLCJMaW5lU3R5bGUiOnsiJGlkIjoiNjE0NiIsIkxpbmVDb2xvciI6eyIkaWQiOiI2MTQ3IiwiJHR5cGUiOiJOTFJFLkNvbW1vbi5Eb20uU29saWRDb2xvckJydXNoLCBOTFJFLkNvbW1vbiIsIkNvbG9yIjp7IiRpZCI6IjYxNDgiLCJBIjoyNTUsIlIiOjAsIkciOjAsIkIiOjB9fSwiTGluZVdlaWdodCI6MS4wLCJMaW5lVHlwZSI6MCwiUGFyZW50U3R5bGUiOm51bGx9LCJFbmRBcnJvd2hlYWRMaW5lU3R5bGUiOnsiJGlkIjoiNjE0OSIsIktpbmQiOjEsIldpZHRoIjoxLCJMZW5ndGgiOjAsIlBhcmVudFN0eWxlIjpudWxsfSwiQnJpbmdUb0Zyb250Ijp0cnVlLCJFbGJvd1JhZGl1cyI6MC4wLCJNYXJnaW4iOnsiJGlkIjoiNjE1MCIsIlRvcCI6MC4wLCJMZWZ0IjowLjAsIlJpZ2h0IjowLjAsIkJvdHRvbSI6MC4wfSwiUGFkZGluZyI6eyIkaWQiOiI2MTUxIiwiVG9wIjowLjAsIkxlZnQiOjAuMCwiUmlnaHQiOjAuMCwiQm90dG9tIjowLjB9LCJCYWNrZ3JvdW5kIjpudWxsLCJJc1Zpc2libGUiOmZhbHNlLCJXaWR0aCI6MC4wLCJIZWlnaHQiOjAuMCwiQm9yZGVyU3R5bGUiOm51bGwsIlBhcmVudFN0eWxlIjpudWxsfSwiSXNBdXRvTW9kZSI6dHJ1ZX0seyIkaWQiOiI2MTUyIiwiSWQiOiJjNmQzYWU4Yi1jYjQ1LTQxNTEtOTM3ZS1hZDNiYTUwZDhiZTgiLCJGcm9tIjp7IiRyZWYiOiI1NDEifSwiS2luZCI6MCwiQ254U3RhcnRLaW5kIjowLCJDbnhFbmRLaW5kIjowLCJMYWciOm51bGwsIlRvIjp7IiRyZWYiOiI2MTcifSwiU3R5bGUiOnsiJGlkIjoiNjE1MyIsIkxpbmVTdHlsZSI6eyIkaWQiOiI2MTU0IiwiTGluZUNvbG9yIjp7IiRpZCI6IjYxNTUiLCIkdHlwZSI6Ik5MUkUuQ29tbW9uLkRvbS5Tb2xpZENvbG9yQnJ1c2gsIE5MUkUuQ29tbW9uIiwiQ29sb3IiOnsiJGlkIjoiNjE1NiIsIkEiOjI1NSwiUiI6MCwiRyI6MCwiQiI6MH19LCJMaW5lV2VpZ2h0IjoxLjAsIkxpbmVUeXBlIjowLCJQYXJlbnRTdHlsZSI6bnVsbH0sIkVuZEFycm93aGVhZExpbmVTdHlsZSI6eyIkaWQiOiI2MTU3IiwiS2luZCI6MSwiV2lkdGgiOjEsIkxlbmd0aCI6MCwiUGFyZW50U3R5bGUiOm51bGx9LCJCcmluZ1RvRnJvbnQiOnRydWUsIkVsYm93UmFkaXVzIjowLjAsIk1hcmdpbiI6eyIkaWQiOiI2MTU4IiwiVG9wIjowLjAsIkxlZnQiOjAuMCwiUmlnaHQiOjAuMCwiQm90dG9tIjowLjB9LCJQYWRkaW5nIjp7IiRpZCI6IjYxNTkiLCJUb3AiOjAuMCwiTGVmdCI6MC4wLCJSaWdodCI6MC4wLCJCb3R0b20iOjAuMH0sIkJhY2tncm91bmQiOm51bGwsIklzVmlzaWJsZSI6dHJ1ZSwiV2lkdGgiOjAuMCwiSGVpZ2h0IjowLjAsIkJvcmRlclN0eWxlIjpudWxsLCJQYXJlbnRTdHlsZSI6bnVsbH0sIklzQXV0b01vZGUiOnRydWV9LHsiJGlkIjoiNjE2MCIsIklkIjoiNjkxZjIxZjMtNWZmZS00NDdlLWEzMzgtZmRhZDE4ZDg4MDU1IiwiRnJvbSI6eyIkcmVmIjoiODYzIn0sIktpbmQiOjAsIkNueFN0YXJ0S2luZCI6MCwiQ254RW5kS2luZCI6MCwiTGFnIjpudWxsLCJUbyI6eyIkcmVmIjoiNjE3In0sIlN0eWxlIjp7IiRpZCI6IjYxNjEiLCJMaW5lU3R5bGUiOnsiJGlkIjoiNjE2MiIsIkxpbmVDb2xvciI6eyIkaWQiOiI2MTYzIiwiJHR5cGUiOiJOTFJFLkNvbW1vbi5Eb20uU29saWRDb2xvckJydXNoLCBOTFJFLkNvbW1vbiIsIkNvbG9yIjp7IiRpZCI6IjYxNjQiLCJBIjoyNTUsIlIiOjAsIkciOjAsIkIiOjB9fSwiTGluZVdlaWdodCI6MS4wLCJMaW5lVHlwZSI6MCwiUGFyZW50U3R5bGUiOm51bGx9LCJFbmRBcnJvd2hlYWRMaW5lU3R5bGUiOnsiJGlkIjoiNjE2NSIsIktpbmQiOjEsIldpZHRoIjoxLCJMZW5ndGgiOjAsIlBhcmVudFN0eWxlIjpudWxsfSwiQnJpbmdUb0Zyb250Ijp0cnVlLCJFbGJvd1JhZGl1cyI6MC4wLCJNYXJnaW4iOnsiJGlkIjoiNjE2NiIsIlRvcCI6MC4wLCJMZWZ0IjowLjAsIlJpZ2h0IjowLjAsIkJvdHRvbSI6MC4wfSwiUGFkZGluZyI6eyIkaWQiOiI2MTY3IiwiVG9wIjowLjAsIkxlZnQiOjAuMCwiUmlnaHQiOjAuMCwiQm90dG9tIjowLjB9LCJCYWNrZ3JvdW5kIjpudWxsLCJJc1Zpc2libGUiOnRydWUsIldpZHRoIjowLjAsIkhlaWdodCI6MC4wLCJCb3JkZXJTdHlsZSI6bnVsbCwiUGFyZW50U3R5bGUiOm51bGx9LCJJc0F1dG9Nb2RlIjp0cnVlfSx7IiRpZCI6IjYxNjgiLCJJZCI6ImIwYTQwYjg4LTIwNDMtNDA3Ny04MmVmLTVmYjdlY2U3MTQ3ZiIsIkZyb20iOnsiJHJlZiI6IjYxNyJ9LCJLaW5kIjowLCJDbnhTdGFydEtpbmQiOjAsIkNueEVuZEtpbmQiOjAsIkxhZyI6bnVsbCwiVG8iOnsiJHJlZiI6Ijc0MCJ9LCJTdHlsZSI6eyIkaWQiOiI2MTY5IiwiTGluZVN0eWxlIjp7IiRpZCI6IjYxNzAiLCJMaW5lQ29sb3IiOnsiJGlkIjoiNjE3MSIsIiR0eXBlIjoiTkxSRS5Db21tb24uRG9tLlNvbGlkQ29sb3JCcnVzaCwgTkxSRS5Db21tb24iLCJDb2xvciI6eyIkaWQiOiI2MTcyIiwiQSI6MjU1LCJSIjowLCJHIjowLCJCIjowfX0sIkxpbmVXZWlnaHQiOjEuMCwiTGluZVR5cGUiOjAsIlBhcmVudFN0eWxlIjpudWxsfSwiRW5kQXJyb3doZWFkTGluZVN0eWxlIjp7IiRpZCI6IjYxNzMiLCJLaW5kIjoxLCJXaWR0aCI6MSwiTGVuZ3RoIjowLCJQYXJlbnRTdHlsZSI6bnVsbH0sIkJyaW5nVG9Gcm9udCI6dHJ1ZSwiRWxib3dSYWRpdXMiOjAuMCwiTWFyZ2luIjp7IiRpZCI6IjYxNzQiLCJUb3AiOjAuMCwiTGVmdCI6MC4wLCJSaWdodCI6MC4wLCJCb3R0b20iOjAuMH0sIlBhZGRpbmciOnsiJGlkIjoiNjE3NSIsIlRvcCI6MC4wLCJMZWZ0IjowLjAsIlJpZ2h0IjowLjAsIkJvdHRvbSI6MC4wfSwiQmFja2dyb3VuZCI6bnVsbCwiSXNWaXNpYmxlIjp0cnVlLCJXaWR0aCI6MC4wLCJIZWlnaHQiOjAuMCwiQm9yZGVyU3R5bGUiOm51bGwsIlBhcmVudFN0eWxlIjpudWxsfSwiSXNBdXRvTW9kZSI6dHJ1ZX0seyIkaWQiOiI2MTc2IiwiSWQiOiI4ZWJmMzg1MS1hNzBhLTQ3MmEtOTIzZS01Zjg1YWI1YjEyNWEiLCJGcm9tIjp7IiRyZWYiOiIyNDczIn0sIktpbmQiOjAsIkNueFN0YXJ0S2luZCI6MCwiQ254RW5kS2luZCI6MCwiTGFnIjpudWxsLCJUbyI6eyIkcmVmIjoiODYzIn0sIlN0eWxlIjp7IiRpZCI6IjYxNzciLCJMaW5lU3R5bGUiOnsiJGlkIjoiNjE3OCIsIkxpbmVDb2xvciI6eyIkaWQiOiI2MTc5IiwiJHR5cGUiOiJOTFJFLkNvbW1vbi5Eb20uU29saWRDb2xvckJydXNoLCBOTFJFLkNvbW1vbiIsIkNvbG9yIjp7IiRpZCI6IjYxODAiLCJBIjoyNTUsIlIiOjAsIkciOjAsIkIiOjB9fSwiTGluZVdlaWdodCI6MS4wLCJMaW5lVHlwZSI6MCwiUGFyZW50U3R5bGUiOm51bGx9LCJFbmRBcnJvd2hlYWRMaW5lU3R5bGUiOnsiJGlkIjoiNjE4MSIsIktpbmQiOjEsIldpZHRoIjoxLCJMZW5ndGgiOjAsIlBhcmVudFN0eWxlIjpudWxsfSwiQnJpbmdUb0Zyb250Ijp0cnVlLCJFbGJvd1JhZGl1cyI6MC4wLCJNYXJnaW4iOnsiJGlkIjoiNjE4MiIsIlRvcCI6MC4wLCJMZWZ0IjowLjAsIlJpZ2h0IjowLjAsIkJvdHRvbSI6MC4wfSwiUGFkZGluZyI6eyIkaWQiOiI2MTgzIiwiVG9wIjowLjAsIkxlZnQiOjAuMCwiUmlnaHQiOjAuMCwiQm90dG9tIjowLjB9LCJCYWNrZ3JvdW5kIjpudWxsLCJJc1Zpc2libGUiOnRydWUsIldpZHRoIjowLjAsIkhlaWdodCI6MC4wLCJCb3JkZXJTdHlsZSI6bnVsbCwiUGFyZW50U3R5bGUiOm51bGx9LCJJc0F1dG9Nb2RlIjp0cnVlfSx7IiRpZCI6IjYxODQiLCJJZCI6ImU4MjA4NGEwLWNlODMtNDZiNC1iNjAxLWMzM2FhMDEzNDQ1YiIsIkZyb20iOnsiJHJlZiI6Ijk2OSJ9LCJLaW5kIjowLCJDbnhTdGFydEtpbmQiOjAsIkNueEVuZEtpbmQiOjAsIkxhZyI6bnVsbCwiVG8iOnsiJHJlZiI6IjEwNDUifSwiU3R5bGUiOnsiJGlkIjoiNjE4NSIsIkxpbmVTdHlsZSI6eyIkaWQiOiI2MTg2IiwiTGluZUNvbG9yIjp7IiRpZCI6IjYxODciLCIkdHlwZSI6Ik5MUkUuQ29tbW9uLkRvbS5Tb2xpZENvbG9yQnJ1c2gsIE5MUkUuQ29tbW9uIiwiQ29sb3IiOnsiJGlkIjoiNjE4OCIsIkEiOjI1NSwiUiI6MCwiRyI6MCwiQiI6MH19LCJMaW5lV2VpZ2h0IjoxLjAsIkxpbmVUeXBlIjowLCJQYXJlbnRTdHlsZSI6bnVsbH0sIkVuZEFycm93aGVhZExpbmVTdHlsZSI6eyIkaWQiOiI2MTg5IiwiS2luZCI6MSwiV2lkdGgiOjEsIkxlbmd0aCI6MCwiUGFyZW50U3R5bGUiOm51bGx9LCJCcmluZ1RvRnJvbnQiOnRydWUsIkVsYm93UmFkaXVzIjowLjAsIk1hcmdpbiI6eyIkaWQiOiI2MTkwIiwiVG9wIjowLjAsIkxlZnQiOjAuMCwiUmlnaHQiOjAuMCwiQm90dG9tIjowLjB9LCJQYWRkaW5nIjp7IiRpZCI6IjYxOTEiLCJUb3AiOjAuMCwiTGVmdCI6MC4wLCJSaWdodCI6MC4wLCJCb3R0b20iOjAuMH0sIkJhY2tncm91bmQiOm51bGwsIklzVmlzaWJsZSI6ZmFsc2UsIldpZHRoIjowLjAsIkhlaWdodCI6MC4wLCJCb3JkZXJTdHlsZSI6bnVsbCwiUGFyZW50U3R5bGUiOm51bGx9LCJJc0F1dG9Nb2RlIjp0cnVlfSx7IiRpZCI6IjYxOTIiLCJJZCI6ImM1OTlhNGUxLTE4OGMtNDBiNC1hZTY5LTYwNmJiOTcwZGJlOSIsIkZyb20iOnsiJHJlZiI6IjE1NyJ9LCJLaW5kIjowLCJDbnhTdGFydEtpbmQiOjAsIkNueEVuZEtpbmQiOjAsIkxhZyI6bnVsbCwiVG8iOnsiJHJlZiI6IjEzNTMifSwiU3R5bGUiOnsiJGlkIjoiNjE5MyIsIkxpbmVTdHlsZSI6eyIkaWQiOiI2MTk0IiwiTGluZUNvbG9yIjp7IiRpZCI6IjYxOTUiLCIkdHlwZSI6Ik5MUkUuQ29tbW9uLkRvbS5Tb2xpZENvbG9yQnJ1c2gsIE5MUkUuQ29tbW9uIiwiQ29sb3IiOnsiJGlkIjoiNjE5NiIsIkEiOjI1NSwiUiI6MCwiRyI6MCwiQiI6MH19LCJMaW5lV2VpZ2h0IjoxLjAsIkxpbmVUeXBlIjowLCJQYXJlbnRTdHlsZSI6bnVsbH0sIkVuZEFycm93aGVhZExpbmVTdHlsZSI6eyIkaWQiOiI2MTk3IiwiS2luZCI6MSwiV2lkdGgiOjEsIkxlbmd0aCI6MCwiUGFyZW50U3R5bGUiOm51bGx9LCJCcmluZ1RvRnJvbnQiOnRydWUsIkVsYm93UmFkaXVzIjowLjAsIk1hcmdpbiI6eyIkaWQiOiI2MTk4IiwiVG9wIjowLjAsIkxlZnQiOjAuMCwiUmlnaHQiOjAuMCwiQm90dG9tIjowLjB9LCJQYWRkaW5nIjp7IiRpZCI6IjYxOTkiLCJUb3AiOjAuMCwiTGVmdCI6MC4wLCJSaWdodCI6MC4wLCJCb3R0b20iOjAuMH0sIkJhY2tncm91bmQiOm51bGwsIklzVmlzaWJsZSI6ZmFsc2UsIldpZHRoIjowLjAsIkhlaWdodCI6MC4wLCJCb3JkZXJTdHlsZSI6bnVsbCwiUGFyZW50U3R5bGUiOm51bGx9LCJJc0F1dG9Nb2RlIjp0cnVlfSx7IiRpZCI6IjYyMDAiLCJJZCI6Ijg0Yjg1ZThjLTMxOTItNGVkZC1iNWU3LWVhNzY4ZTQwM2U0OCIsIkZyb20iOnsiJHJlZiI6IjE3MDAifSwiS2luZCI6MCwiQ254U3RhcnRLaW5kIjowLCJDbnhFbmRLaW5kIjowLCJMYWciOm51bGwsIlRvIjp7IiRyZWYiOiIyNDMyIn0sIlN0eWxlIjp7IiRpZCI6IjYyMDEiLCJMaW5lU3R5bGUiOnsiJGlkIjoiNjIwMiIsIkxpbmVDb2xvciI6eyIkaWQiOiI2MjAzIiwiJHR5cGUiOiJOTFJFLkNvbW1vbi5Eb20uU29saWRDb2xvckJydXNoLCBOTFJFLkNvbW1vbiIsIkNvbG9yIjp7IiRpZCI6IjYyMDQiLCJBIjoyNTUsIlIiOjAsIkciOjAsIkIiOjB9fSwiTGluZVdlaWdodCI6MS4wLCJMaW5lVHlwZSI6MCwiUGFyZW50U3R5bGUiOm51bGx9LCJFbmRBcnJvd2hlYWRMaW5lU3R5bGUiOnsiJGlkIjoiNjIwNSIsIktpbmQiOjEsIldpZHRoIjoxLCJMZW5ndGgiOjAsIlBhcmVudFN0eWxlIjpudWxsfSwiQnJpbmdUb0Zyb250Ijp0cnVlLCJFbGJvd1JhZGl1cyI6MC4wLCJNYXJnaW4iOnsiJGlkIjoiNjIwNiIsIlRvcCI6MC4wLCJMZWZ0IjowLjAsIlJpZ2h0IjowLjAsIkJvdHRvbSI6MC4wfSwiUGFkZGluZyI6eyIkaWQiOiI2MjA3IiwiVG9wIjowLjAsIkxlZnQiOjAuMCwiUmlnaHQiOjAuMCwiQm90dG9tIjowLjB9LCJCYWNrZ3JvdW5kIjpudWxsLCJJc1Zpc2libGUiOnRydWUsIldpZHRoIjowLjAsIkhlaWdodCI6MC4wLCJCb3JkZXJTdHlsZSI6bnVsbCwiUGFyZW50U3R5bGUiOm51bGx9LCJJc0F1dG9Nb2RlIjp0cnVlfSx7IiRpZCI6IjYyMDgiLCJJZCI6ImZkMTFmY2QwLTUwNjEtNDU3Mi1hYzlmLTdlNDJjY2U1OGI4ZiIsIkZyb20iOnsiJHJlZiI6Ijg2MyJ9LCJLaW5kIjowLCJDbnhTdGFydEtpbmQiOjAsIkNueEVuZEtpbmQiOjAsIkxhZyI6bnVsbCwiVG8iOnsiJHJlZiI6IjQyNzMifSwiU3R5bGUiOnsiJGlkIjoiNjIwOSIsIkxpbmVTdHlsZSI6eyIkaWQiOiI2MjEwIiwiTGluZUNvbG9yIjp7IiRpZCI6IjYyMTEiLCIkdHlwZSI6Ik5MUkUuQ29tbW9uLkRvbS5Tb2xpZENvbG9yQnJ1c2gsIE5MUkUuQ29tbW9uIiwiQ29sb3IiOnsiJGlkIjoiNjIxMiIsIkEiOjI1NSwiUiI6MCwiRyI6MCwiQiI6MH19LCJMaW5lV2VpZ2h0IjoxLjAsIkxpbmVUeXBlIjowLCJQYXJlbnRTdHlsZSI6bnVsbH0sIkVuZEFycm93aGVhZExpbmVTdHlsZSI6eyIkaWQiOiI2MjEzIiwiS2luZCI6MSwiV2lkdGgiOjEsIkxlbmd0aCI6MCwiUGFyZW50U3R5bGUiOm51bGx9LCJCcmluZ1RvRnJvbnQiOnRydWUsIkVsYm93UmFkaXVzIjowLjAsIk1hcmdpbiI6eyIkaWQiOiI2MjE0IiwiVG9wIjowLjAsIkxlZnQiOjAuMCwiUmlnaHQiOjAuMCwiQm90dG9tIjowLjB9LCJQYWRkaW5nIjp7IiRpZCI6IjYyMTUiLCJUb3AiOjAuMCwiTGVmdCI6MC4wLCJSaWdodCI6MC4wLCJCb3R0b20iOjAuMH0sIkJhY2tncm91bmQiOm51bGwsIklzVmlzaWJsZSI6dHJ1ZSwiV2lkdGgiOjAuMCwiSGVpZ2h0IjowLjAsIkJvcmRlclN0eWxlIjpudWxsLCJQYXJlbnRTdHlsZSI6bnVsbH0sIklzQXV0b01vZGUiOnRydWV9LHsiJGlkIjoiNjIxNiIsIklkIjoiZTRiMWY5ZmItNDE4MC00M2E4LWEwMTEtNmFhNjNiZDI1YzJjIiwiRnJvbSI6eyIkcmVmIjoiMzMwOSJ9LCJLaW5kIjowLCJDbnhTdGFydEtpbmQiOjAsIkNueEVuZEtpbmQiOjAsIkxhZyI6bnVsbCwiVG8iOnsiJHJlZiI6IjQzMTUifSwiU3R5bGUiOnsiJGlkIjoiNjIxNyIsIkxpbmVTdHlsZSI6eyIkaWQiOiI2MjE4IiwiTGluZUNvbG9yIjp7IiRpZCI6IjYyMTkiLCIkdHlwZSI6Ik5MUkUuQ29tbW9uLkRvbS5Tb2xpZENvbG9yQnJ1c2gsIE5MUkUuQ29tbW9uIiwiQ29sb3IiOnsiJGlkIjoiNjIyMCIsIkEiOjI1NSwiUiI6MCwiRyI6MCwiQiI6MH19LCJMaW5lV2VpZ2h0IjoxLjAsIkxpbmVUeXBlIjowLCJQYXJlbnRTdHlsZSI6bnVsbH0sIkVuZEFycm93aGVhZExpbmVTdHlsZSI6eyIkaWQiOiI2MjIxIiwiS2luZCI6MSwiV2lkdGgiOjEsIkxlbmd0aCI6MCwiUGFyZW50U3R5bGUiOm51bGx9LCJCcmluZ1RvRnJvbnQiOnRydWUsIkVsYm93UmFkaXVzIjowLjAsIk1hcmdpbiI6eyIkaWQiOiI2MjIyIiwiVG9wIjowLjAsIkxlZnQiOjAuMCwiUmlnaHQiOjAuMCwiQm90dG9tIjowLjB9LCJQYWRkaW5nIjp7IiRpZCI6IjYyMjMiLCJUb3AiOjAuMCwiTGVmdCI6MC4wLCJSaWdodCI6MC4wLCJCb3R0b20iOjAuMH0sIkJhY2tncm91bmQiOm51bGwsIklzVmlzaWJsZSI6dHJ1ZSwiV2lkdGgiOjAuMCwiSGVpZ2h0IjowLjAsIkJvcmRlclN0eWxlIjpudWxsLCJQYXJlbnRTdHlsZSI6bnVsbH0sIklzQXV0b01vZGUiOnRydWV9LHsiJGlkIjoiNjIyNCIsIklkIjoiOGM2NTg3NjMtM2UzMC00ZjNlLWIxNTktNjhmNTA5YWZhMmFmIiwiRnJvbSI6eyIkcmVmIjoiMzkwNyJ9LCJLaW5kIjowLCJDbnhTdGFydEtpbmQiOjAsIkNueEVuZEtpbmQiOjAsIkxhZyI6bnVsbCwiVG8iOnsiJHJlZiI6IjQ0NDEifSwiU3R5bGUiOnsiJGlkIjoiNjIyNSIsIkxpbmVTdHlsZSI6eyIkaWQiOiI2MjI2IiwiTGluZUNvbG9yIjp7IiRpZCI6IjYyMjciLCIkdHlwZSI6Ik5MUkUuQ29tbW9uLkRvbS5Tb2xpZENvbG9yQnJ1c2gsIE5MUkUuQ29tbW9uIiwiQ29sb3IiOnsiJGlkIjoiNjIyOCIsIkEiOjI1NSwiUiI6MCwiRyI6MCwiQiI6MH19LCJMaW5lV2VpZ2h0IjoxLjAsIkxpbmVUeXBlIjowLCJQYXJlbnRTdHlsZSI6bnVsbH0sIkVuZEFycm93aGVhZExpbmVTdHlsZSI6eyIkaWQiOiI2MjI5IiwiS2luZCI6MSwiV2lkdGgiOjEsIkxlbmd0aCI6MCwiUGFyZW50U3R5bGUiOm51bGx9LCJCcmluZ1RvRnJvbnQiOnRydWUsIkVsYm93UmFkaXVzIjowLjAsIk1hcmdpbiI6eyIkaWQiOiI2MjMwIiwiVG9wIjowLjAsIkxlZnQiOjAuMCwiUmlnaHQiOjAuMCwiQm90dG9tIjowLjB9LCJQYWRkaW5nIjp7IiRpZCI6IjYyMzEiLCJUb3AiOjAuMCwiTGVmdCI6MC4wLCJSaWdodCI6MC4wLCJCb3R0b20iOjAuMH0sIkJhY2tncm91bmQiOm51bGwsIklzVmlzaWJsZSI6dHJ1ZSwiV2lkdGgiOjAuMCwiSGVpZ2h0IjowLjAsIkJvcmRlclN0eWxlIjpudWxsLCJQYXJlbnRTdHlsZSI6bnVsbH0sIklzQXV0b01vZGUiOnRydWV9XX1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RoundedCornerRectangleTimeband"/>
  <p:tag name="OTLTIMEBANDSHAPEHEIGHT" val="20"/>
  <p:tag name="OTLTIMEBANDSHAPEPADDINGLEFT" val="0"/>
  <p:tag name="OTLTIMEBANDCULTUREINFO" val="en-US"/>
  <p:tag name="OTLTIMEBANDQUICKPOSITION" val="Custom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TIMEBANDFYSTARTMONTH" val="January"/>
  <p:tag name="OTLTIMEBANDSHOWFYLABEL" val="True"/>
  <p:tag name="OTLTIMEBANDUSESTARTINGOFTHEYEARFORFYNUMBERING" val="True"/>
  <p:tag name="OTLTIMEBANDRESERVEDLEFTAREAISSET" val="Tru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PACINGABOVEFORSWLANDTASKS" val="5"/>
  <p:tag name="OTLTIMEBANDSPACINGBELOWFORSWLANDTASKS" val="5"/>
  <p:tag name="OTLTIMEBANDENDDATE" val="2027-01-22T11:59:00.0000000"/>
  <p:tag name="OTLLEFTENDCAPSMARGINLEFT" val="151.230943894377"/>
  <p:tag name="OTLTIMEBANDRESERVEDLEFTAREAWIDTH" val="111.72427722771"/>
  <p:tag name="OTLTIMEBANDTHREEDEFFECTS" val="Non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5-04T00:00:00.0000000"/>
  <p:tag name="OTLBASELINESTARTDATE" val="2026-05-04T00:00:00.0000000"/>
  <p:tag name="OTLENDDATE" val="2026-06-03T23:59:00.0000000"/>
  <p:tag name="OTLBASELINEENDDATE" val="2026-06-03T23:59:00.000000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6-04T11:59:00.0000000"/>
  <p:tag name="OTLENDDATE" val="2026-06-17T11:59:00.0000000"/>
  <p:tag name="OTLBASELINESTARTDATE" val="2026-06-04T11:59:00.0000000"/>
  <p:tag name="OTLBASELINEENDDATE" val="2026-06-17T11:59:00.000000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4-22T23:59:00.0000000Z"/>
  <p:tag name="OTLBASELINESTARTDATE" val="2026-04-22T23:59:00.0000000"/>
  <p:tag name="OTLDURATIONFORMAT" val="day"/>
  <p:tag name="OTLSPACING" val="3"/>
  <p:tag name="OTLSHAPETHICKNESSTYPE" val="Thin"/>
  <p:tag name="OTLENDDATE" val="2026-05-07T23:59:00.0000000"/>
  <p:tag name="OTLBASELINEENDDATE" val="2026-05-07T23:59:00.000000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5-08T23:59:00.0000000"/>
  <p:tag name="OTLBASELINESTARTDATE" val="2026-05-08T23:59:00.0000000"/>
  <p:tag name="OTLENDDATE" val="2026-07-29T23:59:00.0000000"/>
  <p:tag name="OTLBASELINEENDDATE" val="2026-07-29T23:59:00.000000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8-13T23:59:00.0000000"/>
  <p:tag name="OTLENDDATE" val="2026-08-21T23:59:00.0000000"/>
  <p:tag name="OTLBASELINESTARTDATE" val="2026-08-13T23:59:00.0000000"/>
  <p:tag name="OTLBASELINEENDDATE" val="2026-08-21T23:59:00.000000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9-03T00:00:00.0000000"/>
  <p:tag name="OTLENDDATE" val="2026-09-16T23:59:00.0000000"/>
  <p:tag name="OTLBASELINESTARTDATE" val="2026-09-03T00:00:00.0000000"/>
  <p:tag name="OTLBASELINEENDDATE" val="2026-09-16T23:59:00.000000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9-17T00:00:00.0000000"/>
  <p:tag name="OTLENDDATE" val="2026-11-16T23:59:00.0000000"/>
  <p:tag name="OTLBASELINESTARTDATE" val="2026-09-17T00:00:00.0000000"/>
  <p:tag name="OTLBASELINEENDDATE" val="2026-11-16T23:59:00.000000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7-20T00:00:00.0000000"/>
  <p:tag name="OTLENDDATE" val="2026-11-16T00:01:00.0000000"/>
  <p:tag name="OTLBASELINESTARTDATE" val="2026-07-20T00:00:00.0000000"/>
  <p:tag name="OTLBASELINEENDDATE" val="2026-11-16T00:01:00.000000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11-16T00:01:00.0000000"/>
  <p:tag name="OTLENDDATE" val="2026-12-16T00:01:00.0000000"/>
  <p:tag name="OTLBASELINESTARTDATE" val="2026-11-16T00:01:00.0000000"/>
  <p:tag name="OTLBASELINEENDDATE" val="2026-12-16T00:01:00.000000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4-13T23:59:00.0000000Z"/>
  <p:tag name="OTLDURATIONFORMAT" val="day"/>
  <p:tag name="OTLBASELINESTARTDATE" val="2026-04-13T23:59:00.0000000"/>
  <p:tag name="OTLSPACING" val="3"/>
  <p:tag name="OTLSHAPETHICKNESSTYPE" val="Thin"/>
  <p:tag name="OTLENDDATE" val="2026-05-31T23:59:00.0000000"/>
  <p:tag name="OTLBASELINEENDDATE" val="2026-05-31T23:59:00.000000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10-01T23:59:00.0000000Z"/>
  <p:tag name="OTLENDDATE" val="2026-12-31T23:59:00.0000000Z"/>
  <p:tag name="OTLDURATIONFORMAT" val="day"/>
  <p:tag name="OTLBASELINESTARTDATE" val="2026-10-01T23:59:00.0000000"/>
  <p:tag name="OTLBASELINEENDDATE" val="2026-12-31T23:59:00.0000000"/>
  <p:tag name="OTLSPACING" val="3"/>
  <p:tag name="OTLSHAPETHICKNESSTYPE" val="Thin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4-08T23:59:00.0000000Z"/>
  <p:tag name="OTLENDDATE" val="2026-05-01T23:59:00.0000000Z"/>
  <p:tag name="OTLBASELINESTARTDATE" val="2026-04-08T23:59:00.0000000Z"/>
  <p:tag name="OTLBASELINEENDDATE" val="2026-05-01T23:59:00.0000000Z"/>
  <p:tag name="OTLDURATIONFORMAT" val="day"/>
  <p:tag name="OTLSPACING" val="3"/>
  <p:tag name="OTLSHAPETHICKNESSTYPE" val="Thin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5-01T23:59:00.0000000"/>
  <p:tag name="OTLBASELINESTARTDATE" val="2026-05-01T23:59:00.0000000"/>
  <p:tag name="OTLENDDATE" val="2026-07-22T23:59:00.0000000"/>
  <p:tag name="OTLBASELINEENDDATE" val="2026-07-22T23:59:00.000000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6-01T23:59:00.0000000Z"/>
  <p:tag name="OTLENDDATE" val="2026-07-31T23:59:00.0000000Z"/>
  <p:tag name="OTLBASELINESTARTDATE" val="2026-06-01T23:59:00.0000000Z"/>
  <p:tag name="OTLBASELINEENDDATE" val="2026-07-31T23:59:00.0000000Z"/>
  <p:tag name="OTLDURATIONFORMAT" val="day"/>
  <p:tag name="OTLSPACING" val="3"/>
  <p:tag name="OTLSHAPETHICKNESSTYPE" val="Thin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8-01T23:59:00.0000000"/>
  <p:tag name="OTLENDDATE" val="2026-09-14T23:59:00.0000000"/>
  <p:tag name="OTLBASELINESTARTDATE" val="2026-08-01T23:59:00.0000000"/>
  <p:tag name="OTLBASELINEENDDATE" val="2026-09-14T23:59:00.000000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9-15T23:59:00.0000000"/>
  <p:tag name="OTLBASELINESTARTDATE" val="2026-09-15T23:59:00.0000000"/>
  <p:tag name="OTLENDDATE" val="2026-12-15T23:59:00.0000000"/>
  <p:tag name="OTLBASELINEENDDATE" val="2026-12-15T23:59:00.000000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8-15T23:59:00.0000000"/>
  <p:tag name="OTLENDDATE" val="2026-09-14T23:59:00.0000000"/>
  <p:tag name="OTLBASELINESTARTDATE" val="2026-08-15T23:59:00.0000000"/>
  <p:tag name="OTLBASELINEENDDATE" val="2026-09-14T23:59:00.000000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5-01T23:59:00.0000000Z"/>
  <p:tag name="OTLENDDATE" val="2026-06-24T23:59:00.0000000"/>
  <p:tag name="OTLBASELINESTARTDATE" val="2026-05-01T23:59:00.0000000"/>
  <p:tag name="OTLBASELINEENDDATE" val="2026-06-24T23:59:00.0000000"/>
  <p:tag name="OTLDURATIONFORMAT" val="day"/>
  <p:tag name="OTLSPACING" val="3"/>
  <p:tag name="OTLSHAPETHICKNESSTYPE" val="Thin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7-15T23:59:00.0000000Z"/>
  <p:tag name="OTLENDDATE" val="2026-08-14T23:59:00.0000000Z"/>
  <p:tag name="OTLBASELINESTARTDATE" val="2026-07-15T23:59:00.0000000"/>
  <p:tag name="OTLBASELINEENDDATE" val="2026-08-14T23:59:00.000000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7-20T00:00:00.0000000"/>
  <p:tag name="OTLENDDATE" val="2026-08-31T23:59:00.0000000"/>
  <p:tag name="OTLBASELINESTARTDATE" val="2026-07-20T00:00:00.0000000"/>
  <p:tag name="OTLBASELINEENDDATE" val="2026-08-31T23:59:00.000000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6-04T11:59:00.0000000Z"/>
  <p:tag name="OTLENDDATE" val="2026-07-01T11:59:00.0000000Z"/>
  <p:tag name="OTLBASELINESTARTDATE" val="2026-06-04T11:59:00.0000000"/>
  <p:tag name="OTLBASELINEENDDATE" val="2026-07-01T11:59:00.0000000"/>
  <p:tag name="OTLDURATIONFORMAT" val="day"/>
  <p:tag name="OTLSPACING" val="3"/>
  <p:tag name="OTLSHAPETHICKNESSTYPE" val="Thin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9-15T23:59:00.0000000"/>
  <p:tag name="OTLENDDATE" val="2026-10-15T23:59:00.0000000"/>
  <p:tag name="OTLBASELINESTARTDATE" val="2026-09-15T23:59:00.0000000"/>
  <p:tag name="OTLBASELINEENDDATE" val="2026-10-15T23:59:00.000000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10-16T23:59:00.0000000"/>
  <p:tag name="OTLENDDATE" val="2026-11-05T23:59:00.0000000"/>
  <p:tag name="OTLBASELINESTARTDATE" val="2026-10-16T23:59:00.0000000"/>
  <p:tag name="OTLBASELINEENDDATE" val="2026-11-05T23:59:00.000000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11-05T23:59:00.0000000"/>
  <p:tag name="OTLENDDATE" val="2026-11-29T23:59:00.0000000"/>
  <p:tag name="OTLBASELINESTARTDATE" val="2026-11-05T23:59:00.0000000"/>
  <p:tag name="OTLBASELINEENDDATE" val="2026-11-29T23:59:00.000000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7-08T11:59:00.0000000Z"/>
  <p:tag name="OTLENDDATE" val="2026-10-14T11:58:00.0000000Z"/>
  <p:tag name="OTLBASELINESTARTDATE" val="2026-07-08T11:59:00.0000000"/>
  <p:tag name="OTLDURATIONFORMAT" val="day"/>
  <p:tag name="OTLSPACING" val="3"/>
  <p:tag name="OTLSHAPETHICKNESSTYPE" val="Thin"/>
  <p:tag name="OTLBASELINEENDDATE" val="2026-10-14T11:58:00.000000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7-08T11:59:00.0000000Z"/>
  <p:tag name="OTLENDDATE" val="2026-08-14T11:58:00.0000000Z"/>
  <p:tag name="OTLBASELINESTARTDATE" val="2026-07-08T11:59:00.0000000"/>
  <p:tag name="OTLBASELINEENDDATE" val="2026-08-14T11:58:00.0000000"/>
  <p:tag name="OTLDURATIONFORMAT" val="day"/>
  <p:tag name="OTLSPACING" val="3"/>
  <p:tag name="OTLSHAPETHICKNESSTYPE" val="Thin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n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POSITIONONTASK" val="None"/>
  <p:tag name="OTLRELATEDTASKID" val="00000000-0000-0000-0000-000000000000"/>
  <p:tag name="OTLMTITLE" val="Tripod Holder Design Ready"/>
  <p:tag name="OTLDATE" val="2026-07-23T00:00:00.0000000"/>
  <p:tag name="OTLBASELINEDATE" val="2026-07-23T00:00:00.000000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POSITIONONTASK" val="None"/>
  <p:tag name="OTLRELATEDTASKID" val="00000000-0000-0000-0000-000000000000"/>
  <p:tag name="OTLMTITLE" val="Joselito (mecanizado)"/>
  <p:tag name="OTLDATE" val="2026-10-31T23:59:00.0000000"/>
  <p:tag name="OTLBASELINEDATE" val="2026-10-31T23:59:00.000000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Polarimetric Navigation"/>
  <p:tag name="OTLPOSITIONONTASK" val="None"/>
  <p:tag name="OTLRELATEDTASKID" val="00000000-0000-0000-0000-000000000000"/>
  <p:tag name="OTLDATE" val="2026-09-30T11:59:00.0000000"/>
  <p:tag name="OTLBASELINEDATE" val="2026-09-30T11:59:00.000000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Neuromorphic Polarimetric Navigation "/>
  <p:tag name="OTLDATE" val="2026-12-18T11:59:00.0000000"/>
  <p:tag name="OTLBASELINEDATE" val="2026-12-18T11:59:00.0000000"/>
  <p:tag name="OTLPOSITIONONTASK" val="None"/>
  <p:tag name="OTLRELATEDTASKID" val="00000000-0000-0000-0000-00000000000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POSITIONONTASK" val="None"/>
  <p:tag name="OTLRELATEDTASKID" val="00000000-0000-0000-0000-000000000000"/>
  <p:tag name="OTLMTITLE" val="Autonomus Navigation (Simulator) "/>
  <p:tag name="OTLDATE" val="2026-07-31T11:59:00.0000000"/>
  <p:tag name="OTLBASELINEDATE" val="2026-07-31T11:59:00.000000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Autonomus Navigation (Real) "/>
  <p:tag name="OTLDATE" val="2027-01-22T11:59:00.0000000"/>
  <p:tag name="OTLPOSITIONONTASK" val="None"/>
  <p:tag name="OTLRELATEDTASKID" val="00000000-0000-0000-0000-000000000000"/>
  <p:tag name="OTLBASELINEDATE" val="2027-01-22T11:59:00.000000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Dog Holder Design Ready"/>
  <p:tag name="OTLPOSITIONONTASK" val="None"/>
  <p:tag name="OTLRELATEDTASKID" val="00000000-0000-0000-0000-000000000000"/>
  <p:tag name="OTLDATE" val="2026-06-30T23:59:00.0000000"/>
  <p:tag name="OTLBASELINEDATE" val="2026-06-30T23:59:00.000000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RTK Holder Design Ready (mecanizado)"/>
  <p:tag name="OTLPOSITIONONTASK" val="None"/>
  <p:tag name="OTLRELATEDTASKID" val="00000000-0000-0000-0000-000000000000"/>
  <p:tag name="OTLDATE" val="2026-08-31T23:59:00.0000000"/>
  <p:tag name="OTLBASELINEDATE" val="2026-08-31T23:59:00.000000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nSLAM"/>
  <p:tag name="OTLDATE" val="2026-10-15T11:59:00.0000000"/>
  <p:tag name="OTLPOSITIONONTASK" val="None"/>
  <p:tag name="OTLRELATEDTASKID" val="00000000-0000-0000-0000-000000000000"/>
  <p:tag name="OTLBASELINEDATE" val="2026-10-15T11:59:00.000000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Algo Optimization Failed"/>
  <p:tag name="OTLDATE" val="2026-06-25T23:59:00.0000000"/>
  <p:tag name="OTLPOSITIONONTASK" val="None"/>
  <p:tag name="OTLRELATEDTASKID" val="00000000-0000-0000-0000-000000000000"/>
  <p:tag name="OTLBASELINEDATE" val="2026-06-25T23:59:00.000000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Bifrost IMX95 5 times slower than Orin"/>
  <p:tag name="OTLDATE" val="2026-06-04T23:59:00.0000000"/>
  <p:tag name="OTLBASELINEDATE" val="2026-06-04T23:59:00.0000000"/>
  <p:tag name="OTLPOSITIONONTASK" val="None"/>
  <p:tag name="OTLRELATEDTASKID" val="00000000-0000-0000-0000-00000000000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SLAM (IMX95) 20 - 25 fps"/>
  <p:tag name="OTLDATE" val="2026-07-02T11:59:00.0000000"/>
  <p:tag name="OTLBASELINEDATE" val="2026-07-02T11:59:00.0000000"/>
  <p:tag name="OTLPOSITIONONTASK" val="None"/>
  <p:tag name="OTLRELATEDTASKID" val="00000000-0000-0000-0000-00000000000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uto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ATE" val="2026-04-08T11:59:00.0000000"/>
  <p:tag name="OTLBASELINEDATE" val="2026-04-08T11:59:00.0000000"/>
  <p:tag name="OTLPOSITIONONTASK" val="None"/>
  <p:tag name="OTLRELATEDTASKID" val="00000000-0000-0000-0000-000000000000"/>
  <p:tag name="OTLMTITLE" val="Project Re-Kickoff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System Flying"/>
  <p:tag name="OTLPOSITIONONTASK" val="None"/>
  <p:tag name="OTLRELATEDTASKID" val="00000000-0000-0000-0000-000000000000"/>
  <p:tag name="OTLDATE" val="2026-09-16T11:59:00.0000000"/>
  <p:tag name="OTLBASELINEDATE" val="2026-09-16T11:59:00.0000000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OSITIONONTASK" val="None"/>
  <p:tag name="OTLRELATEDTASKID" val="00000000-0000-0000-0000-000000000000"/>
  <p:tag name="OTLMTITLE" val="Ex-Post Release"/>
  <p:tag name="OTLDATE" val="2026-12-15T11:59:00.0000000"/>
  <p:tag name="OTLBASELINEDATE" val="2026-12-15T11:59:00.0000000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Results Report"/>
  <p:tag name="OTLPOSITIONONTASK" val="Center"/>
  <p:tag name="OTLRELATEDTASKID" val="ddfa65e0-bde4-4512-9b80-a793833cb2fe"/>
  <p:tag name="OTLDATE" val="2026-11-15T23:59:00.0000000"/>
  <p:tag name="OTLBASELINEDATE" val="2026-11-15T23:59:00.0000000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Ex-Post"/>
  <p:tag name="OTLPOSITIONONTASK" val="Center"/>
  <p:tag name="OTLRELATEDTASKID" val="1a5815dc-4642-4af0-a362-eed0aea0aff9"/>
  <p:tag name="OTLDATE" val="2026-12-15T23:59:00.0000000"/>
  <p:tag name="OTLBASELINEDATE" val="2026-12-15T23:59:00.0000000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ATE" val="2026-12-31T23:59:00.0000000"/>
  <p:tag name="OTLPOSITIONONTASK" val="Center"/>
  <p:tag name="OTLRELATEDTASKID" val="b0084b7a-b19f-454a-b910-58e59ce03604"/>
  <p:tag name="OTLBASELINEDATE" val="2026-12-31T23:59:00.0000000"/>
  <p:tag name="OTLMTITLE" val="Autonomus Navigation on Joselito (TRL8)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Optics Ready"/>
  <p:tag name="OTLPOSITIONONTASK" val="Center"/>
  <p:tag name="OTLRELATEDTASKID" val="88abe54f-65c2-42ec-bee8-aae0349aa0b7"/>
  <p:tag name="OTLDATE" val="2026-12-15T23:59:00.0000000"/>
  <p:tag name="OTLBASELINEDATE" val="2026-12-15T23:59:00.0000000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System Working on Simulation"/>
  <p:tag name="OTLDATE" val="2026-05-31T23:59:00.0000000"/>
  <p:tag name="OTLBASELINEDATE" val="2026-05-31T23:59:00.0000000"/>
  <p:tag name="OTLPOSITIONONTASK" val="Center"/>
  <p:tag name="OTLRELATEDTASKID" val="8bafd2b0-6490-4afb-b1c1-1e027e18f1c2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LC Feasible"/>
  <p:tag name="OTLDATE" val="2026-04-30T23:59:00.0000000"/>
  <p:tag name="OTLPOSITIONONTASK" val="Above"/>
  <p:tag name="OTLRELATEDTASKID" val="25038711-54dd-4946-a307-68afa26b3696"/>
  <p:tag name="OTLBASELINEDATE" val="2026-04-30T23:59:00.0000000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fd1880fa-e772-4c35-b9cc-370e6f31e830"/>
  <p:tag name="OTLDEPDESTINATIONID" val="2a9db05f-7423-40fa-adae-30b2e993372e"/>
  <p:tag name="OTLDEPENDENCYLAGUNIT" val="Undefined"/>
  <p:tag name="OTLDEPENDENCYLAGVALUE" val="0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aef5732d-237d-4978-a66d-2c62910d5575"/>
  <p:tag name="OTLDEPDESTINATIONID" val="2a9db05f-7423-40fa-adae-30b2e993372e"/>
  <p:tag name="OTLDEPENDENCYLAGUNIT" val="Undefined"/>
  <p:tag name="OTLDEPENDENCYLAGVALUE" val="0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caaa4e5d-5f3a-4f52-90cc-50bfe0359c08"/>
  <p:tag name="OTLDEPDESTINATIONID" val="45a82ce5-71a4-4e28-840d-e9a5b98e480e"/>
  <p:tag name="OTLDEPENDENCYLAGUNIT" val="Undefined"/>
  <p:tag name="OTLDEPENDENCYLAGVALUE" val="0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ddfa65e0-bde4-4512-9b80-a793833cb2fe"/>
  <p:tag name="OTLDEPDESTINATIONID" val="1a5815dc-4642-4af0-a362-eed0aea0aff9"/>
  <p:tag name="OTLDEPENDENCYLAGUNIT" val="Undefined"/>
  <p:tag name="OTLDEPENDENCYLAGVALUE" val="0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767291ba-5c24-4479-aeb6-207ab4ae1f81"/>
  <p:tag name="OTLDEPDESTINATIONID" val="3bd57d79-02a2-46b8-a933-63b7ad80bb42"/>
  <p:tag name="OTLDEPENDENCYLAGUNIT" val="Undefined"/>
  <p:tag name="OTLDEPENDENCYLAGVALUE" val="0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3bd57d79-02a2-46b8-a933-63b7ad80bb42"/>
  <p:tag name="OTLDEPDESTINATIONID" val="155dc0df-6f41-43a8-a05b-7f187d16f3cb"/>
  <p:tag name="OTLDEPENDENCYLAGUNIT" val="Undefined"/>
  <p:tag name="OTLDEPENDENCYLAGVALUE" val="0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6c32e507-ec72-42a5-92d8-df25c7436320"/>
  <p:tag name="OTLDEPDESTINATIONID" val="caaa4e5d-5f3a-4f52-90cc-50bfe0359c08"/>
  <p:tag name="OTLDEPENDENCYLAGUNIT" val="Undefined"/>
  <p:tag name="OTLDEPENDENCYLAGVALUE" val="0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2a9db05f-7423-40fa-adae-30b2e993372e"/>
  <p:tag name="OTLDEPDESTINATIONID" val="caaa4e5d-5f3a-4f52-90cc-50bfe0359c08"/>
  <p:tag name="OTLDEPENDENCYLAGUNIT" val="Undefined"/>
  <p:tag name="OTLDEPENDENCYLAGVALUE" val="0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45a82ce5-71a4-4e28-840d-e9a5b98e480e"/>
  <p:tag name="OTLDEPDESTINATIONID" val="ddfa65e0-bde4-4512-9b80-a793833cb2fe"/>
  <p:tag name="OTLDEPENDENCYLAGUNIT" val="Undefined"/>
  <p:tag name="OTLDEPENDENCYLAGVALUE" val="0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3bd57d79-02a2-46b8-a933-63b7ad80bb42"/>
  <p:tag name="OTLDEPDESTINATIONID" val="ddfa65e0-bde4-4512-9b80-a793833cb2fe"/>
  <p:tag name="OTLDEPENDENCYLAGUNIT" val="Undefined"/>
  <p:tag name="OTLDEPENDENCYLAGVALUE" val="0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cdaeaa62-7aee-4655-b57e-d82b6a1f2eca"/>
  <p:tag name="OTLDEPDESTINATIONID" val="316cc7f8-fce8-40d4-9829-4af0a1d9adfe"/>
  <p:tag name="OTLDEPENDENCYLAGUNIT" val="Undefined"/>
  <p:tag name="OTLDEPENDENCYLAGVALUE" val="0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9ea2df71-eb13-4dae-91cc-10cc8f3c30e3"/>
  <p:tag name="OTLDEPDESTINATIONID" val="fcf2b526-52ef-4b4b-875a-b5eb4d80630b"/>
  <p:tag name="OTLDEPENDENCYLAGUNIT" val="Undefined"/>
  <p:tag name="OTLDEPENDENCYLAGVALUE" val="0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092baa60-0ac2-45f7-a267-32baf09a01f8"/>
  <p:tag name="OTLDEPDESTINATIONID" val="6729fbb9-e14b-454c-9d7d-8db3db2cfe33"/>
  <p:tag name="OTLDEPENDENCYLAGUNIT" val="Undefined"/>
  <p:tag name="OTLDEPENDENCYLAGVALUE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EC434759B3504E801524B244CADF19" ma:contentTypeVersion="13" ma:contentTypeDescription="Crear nuevo documento." ma:contentTypeScope="" ma:versionID="e7a0bdd53ff8f530852aaadaeddd6fb7">
  <xsd:schema xmlns:xsd="http://www.w3.org/2001/XMLSchema" xmlns:xs="http://www.w3.org/2001/XMLSchema" xmlns:p="http://schemas.microsoft.com/office/2006/metadata/properties" xmlns:ns2="ac6244e8-6643-496e-a4b3-ffad161e5538" xmlns:ns3="ebcc9d43-3130-45fe-b378-c2015922f408" targetNamespace="http://schemas.microsoft.com/office/2006/metadata/properties" ma:root="true" ma:fieldsID="e0af471258795aa1a058563a0b1d9d3c" ns2:_="" ns3:_="">
    <xsd:import namespace="ac6244e8-6643-496e-a4b3-ffad161e5538"/>
    <xsd:import namespace="ebcc9d43-3130-45fe-b378-c2015922f4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244e8-6643-496e-a4b3-ffad161e55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ee94338f-21c5-48cc-b22a-0a9b4e3f5a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c9d43-3130-45fe-b378-c2015922f40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146927c-8144-4549-ba98-a0f6affb1a56}" ma:internalName="TaxCatchAll" ma:showField="CatchAllData" ma:web="ebcc9d43-3130-45fe-b378-c2015922f4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c6244e8-6643-496e-a4b3-ffad161e5538">
      <Terms xmlns="http://schemas.microsoft.com/office/infopath/2007/PartnerControls"/>
    </lcf76f155ced4ddcb4097134ff3c332f>
    <TaxCatchAll xmlns="ebcc9d43-3130-45fe-b378-c2015922f40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B1F47B-77D0-4EE7-8C32-83BDFD7B27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6244e8-6643-496e-a4b3-ffad161e5538"/>
    <ds:schemaRef ds:uri="ebcc9d43-3130-45fe-b378-c2015922f4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052653-A8BE-4642-A58E-E767A0339A9F}">
  <ds:schemaRefs>
    <ds:schemaRef ds:uri="http://schemas.microsoft.com/office/2006/metadata/properties"/>
    <ds:schemaRef ds:uri="http://schemas.microsoft.com/office/infopath/2007/PartnerControls"/>
    <ds:schemaRef ds:uri="ac6244e8-6643-496e-a4b3-ffad161e5538"/>
    <ds:schemaRef ds:uri="ebcc9d43-3130-45fe-b378-c2015922f408"/>
  </ds:schemaRefs>
</ds:datastoreItem>
</file>

<file path=customXml/itemProps3.xml><?xml version="1.0" encoding="utf-8"?>
<ds:datastoreItem xmlns:ds="http://schemas.openxmlformats.org/officeDocument/2006/customXml" ds:itemID="{09B20F96-19EC-497C-81A0-402A12E9B7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6243</TotalTime>
  <Words>498</Words>
  <Application>Microsoft Office PowerPoint</Application>
  <PresentationFormat>Widescreen</PresentationFormat>
  <Paragraphs>169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Franklin Gothic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Hélder Rodríguez López</dc:creator>
  <cp:lastModifiedBy>Hélder Rodríguez López</cp:lastModifiedBy>
  <cp:revision>22</cp:revision>
  <dcterms:created xsi:type="dcterms:W3CDTF">2026-04-13T19:59:24Z</dcterms:created>
  <dcterms:modified xsi:type="dcterms:W3CDTF">2026-08-11T07:44:40Z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0x01010067EC434759B3504E801524B244CADF19</vt:lpwstr>
  </property>
  <property fmtid="{D5CDD505-2E9C-101B-9397-08002B2CF9AE}" pid="3" name="MediaServiceImageTags">
    <vt:lpwstr/>
  </property>
</Properties>
</file>